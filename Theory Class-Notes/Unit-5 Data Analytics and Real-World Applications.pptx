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0" r:id="rId1"/>
  </p:sldMasterIdLst>
  <p:notesMasterIdLst>
    <p:notesMasterId r:id="rId34"/>
  </p:notesMasterIdLst>
  <p:sldIdLst>
    <p:sldId id="430" r:id="rId2"/>
    <p:sldId id="431" r:id="rId3"/>
    <p:sldId id="432" r:id="rId4"/>
    <p:sldId id="495" r:id="rId5"/>
    <p:sldId id="493" r:id="rId6"/>
    <p:sldId id="494" r:id="rId7"/>
    <p:sldId id="496" r:id="rId8"/>
    <p:sldId id="433" r:id="rId9"/>
    <p:sldId id="434" r:id="rId10"/>
    <p:sldId id="435" r:id="rId11"/>
    <p:sldId id="497" r:id="rId12"/>
    <p:sldId id="498" r:id="rId13"/>
    <p:sldId id="499" r:id="rId14"/>
    <p:sldId id="578" r:id="rId15"/>
    <p:sldId id="500" r:id="rId16"/>
    <p:sldId id="501" r:id="rId17"/>
    <p:sldId id="502" r:id="rId18"/>
    <p:sldId id="503" r:id="rId19"/>
    <p:sldId id="504" r:id="rId20"/>
    <p:sldId id="505" r:id="rId21"/>
    <p:sldId id="506" r:id="rId22"/>
    <p:sldId id="507" r:id="rId23"/>
    <p:sldId id="508" r:id="rId24"/>
    <p:sldId id="509" r:id="rId25"/>
    <p:sldId id="436" r:id="rId26"/>
    <p:sldId id="510" r:id="rId27"/>
    <p:sldId id="511" r:id="rId28"/>
    <p:sldId id="512" r:id="rId29"/>
    <p:sldId id="513" r:id="rId30"/>
    <p:sldId id="514" r:id="rId31"/>
    <p:sldId id="515" r:id="rId32"/>
    <p:sldId id="516"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7BEA762-7B14-4232-B8DE-5CDB9EE15F62}" v="81" dt="2025-08-04T19:18:35.1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28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mod Naik" userId="ceb6df04-ef15-4d9b-a141-998a03559d75" providerId="ADAL" clId="{67BEA762-7B14-4232-B8DE-5CDB9EE15F62}"/>
    <pc:docChg chg="undo custSel addSld delSld modSld sldOrd">
      <pc:chgData name="Pramod Naik" userId="ceb6df04-ef15-4d9b-a141-998a03559d75" providerId="ADAL" clId="{67BEA762-7B14-4232-B8DE-5CDB9EE15F62}" dt="2025-08-04T19:20:03.694" v="575" actId="113"/>
      <pc:docMkLst>
        <pc:docMk/>
      </pc:docMkLst>
      <pc:sldChg chg="del">
        <pc:chgData name="Pramod Naik" userId="ceb6df04-ef15-4d9b-a141-998a03559d75" providerId="ADAL" clId="{67BEA762-7B14-4232-B8DE-5CDB9EE15F62}" dt="2025-08-02T18:00:09.815" v="3" actId="47"/>
        <pc:sldMkLst>
          <pc:docMk/>
          <pc:sldMk cId="707598842" sldId="258"/>
        </pc:sldMkLst>
      </pc:sldChg>
      <pc:sldChg chg="del">
        <pc:chgData name="Pramod Naik" userId="ceb6df04-ef15-4d9b-a141-998a03559d75" providerId="ADAL" clId="{67BEA762-7B14-4232-B8DE-5CDB9EE15F62}" dt="2025-08-02T18:00:08.687" v="1" actId="47"/>
        <pc:sldMkLst>
          <pc:docMk/>
          <pc:sldMk cId="2833866201" sldId="272"/>
        </pc:sldMkLst>
      </pc:sldChg>
      <pc:sldChg chg="del">
        <pc:chgData name="Pramod Naik" userId="ceb6df04-ef15-4d9b-a141-998a03559d75" providerId="ADAL" clId="{67BEA762-7B14-4232-B8DE-5CDB9EE15F62}" dt="2025-08-02T18:00:09.184" v="2" actId="47"/>
        <pc:sldMkLst>
          <pc:docMk/>
          <pc:sldMk cId="1139735195" sldId="280"/>
        </pc:sldMkLst>
      </pc:sldChg>
      <pc:sldChg chg="del">
        <pc:chgData name="Pramod Naik" userId="ceb6df04-ef15-4d9b-a141-998a03559d75" providerId="ADAL" clId="{67BEA762-7B14-4232-B8DE-5CDB9EE15F62}" dt="2025-08-02T18:00:13.144" v="7" actId="47"/>
        <pc:sldMkLst>
          <pc:docMk/>
          <pc:sldMk cId="769431239" sldId="422"/>
        </pc:sldMkLst>
      </pc:sldChg>
      <pc:sldChg chg="del">
        <pc:chgData name="Pramod Naik" userId="ceb6df04-ef15-4d9b-a141-998a03559d75" providerId="ADAL" clId="{67BEA762-7B14-4232-B8DE-5CDB9EE15F62}" dt="2025-08-02T18:00:13.409" v="8" actId="47"/>
        <pc:sldMkLst>
          <pc:docMk/>
          <pc:sldMk cId="4028213141" sldId="423"/>
        </pc:sldMkLst>
      </pc:sldChg>
      <pc:sldChg chg="del">
        <pc:chgData name="Pramod Naik" userId="ceb6df04-ef15-4d9b-a141-998a03559d75" providerId="ADAL" clId="{67BEA762-7B14-4232-B8DE-5CDB9EE15F62}" dt="2025-08-02T18:00:08.305" v="0" actId="47"/>
        <pc:sldMkLst>
          <pc:docMk/>
          <pc:sldMk cId="3682881203" sldId="426"/>
        </pc:sldMkLst>
      </pc:sldChg>
      <pc:sldChg chg="del">
        <pc:chgData name="Pramod Naik" userId="ceb6df04-ef15-4d9b-a141-998a03559d75" providerId="ADAL" clId="{67BEA762-7B14-4232-B8DE-5CDB9EE15F62}" dt="2025-08-02T18:00:10.194" v="4" actId="47"/>
        <pc:sldMkLst>
          <pc:docMk/>
          <pc:sldMk cId="1148078753" sldId="427"/>
        </pc:sldMkLst>
      </pc:sldChg>
      <pc:sldChg chg="del">
        <pc:chgData name="Pramod Naik" userId="ceb6df04-ef15-4d9b-a141-998a03559d75" providerId="ADAL" clId="{67BEA762-7B14-4232-B8DE-5CDB9EE15F62}" dt="2025-08-02T18:00:10.925" v="5" actId="47"/>
        <pc:sldMkLst>
          <pc:docMk/>
          <pc:sldMk cId="3664504081" sldId="428"/>
        </pc:sldMkLst>
      </pc:sldChg>
      <pc:sldChg chg="del">
        <pc:chgData name="Pramod Naik" userId="ceb6df04-ef15-4d9b-a141-998a03559d75" providerId="ADAL" clId="{67BEA762-7B14-4232-B8DE-5CDB9EE15F62}" dt="2025-08-02T18:00:11.433" v="6" actId="47"/>
        <pc:sldMkLst>
          <pc:docMk/>
          <pc:sldMk cId="3619533614" sldId="429"/>
        </pc:sldMkLst>
      </pc:sldChg>
      <pc:sldChg chg="addSp delSp modSp new mod">
        <pc:chgData name="Pramod Naik" userId="ceb6df04-ef15-4d9b-a141-998a03559d75" providerId="ADAL" clId="{67BEA762-7B14-4232-B8DE-5CDB9EE15F62}" dt="2025-08-02T18:04:53.544" v="48" actId="113"/>
        <pc:sldMkLst>
          <pc:docMk/>
          <pc:sldMk cId="3084322114" sldId="431"/>
        </pc:sldMkLst>
        <pc:spChg chg="mod">
          <ac:chgData name="Pramod Naik" userId="ceb6df04-ef15-4d9b-a141-998a03559d75" providerId="ADAL" clId="{67BEA762-7B14-4232-B8DE-5CDB9EE15F62}" dt="2025-08-02T18:04:53.544" v="48" actId="113"/>
          <ac:spMkLst>
            <pc:docMk/>
            <pc:sldMk cId="3084322114" sldId="431"/>
            <ac:spMk id="3" creationId="{185592F5-C5F2-2137-09CB-FEA80DFC1C69}"/>
          </ac:spMkLst>
        </pc:spChg>
      </pc:sldChg>
      <pc:sldChg chg="del">
        <pc:chgData name="Pramod Naik" userId="ceb6df04-ef15-4d9b-a141-998a03559d75" providerId="ADAL" clId="{67BEA762-7B14-4232-B8DE-5CDB9EE15F62}" dt="2025-08-02T18:00:13.671" v="9" actId="47"/>
        <pc:sldMkLst>
          <pc:docMk/>
          <pc:sldMk cId="290281724" sldId="432"/>
        </pc:sldMkLst>
      </pc:sldChg>
      <pc:sldChg chg="addSp modSp add mod">
        <pc:chgData name="Pramod Naik" userId="ceb6df04-ef15-4d9b-a141-998a03559d75" providerId="ADAL" clId="{67BEA762-7B14-4232-B8DE-5CDB9EE15F62}" dt="2025-08-02T18:06:30.611" v="74" actId="1076"/>
        <pc:sldMkLst>
          <pc:docMk/>
          <pc:sldMk cId="784002003" sldId="432"/>
        </pc:sldMkLst>
        <pc:spChg chg="mod">
          <ac:chgData name="Pramod Naik" userId="ceb6df04-ef15-4d9b-a141-998a03559d75" providerId="ADAL" clId="{67BEA762-7B14-4232-B8DE-5CDB9EE15F62}" dt="2025-08-02T18:06:17.613" v="69" actId="404"/>
          <ac:spMkLst>
            <pc:docMk/>
            <pc:sldMk cId="784002003" sldId="432"/>
            <ac:spMk id="3" creationId="{FB59DB97-1426-D4EA-4861-D7B01670113C}"/>
          </ac:spMkLst>
        </pc:spChg>
        <pc:graphicFrameChg chg="add mod modGraphic">
          <ac:chgData name="Pramod Naik" userId="ceb6df04-ef15-4d9b-a141-998a03559d75" providerId="ADAL" clId="{67BEA762-7B14-4232-B8DE-5CDB9EE15F62}" dt="2025-08-02T18:06:30.611" v="74" actId="1076"/>
          <ac:graphicFrameMkLst>
            <pc:docMk/>
            <pc:sldMk cId="784002003" sldId="432"/>
            <ac:graphicFrameMk id="2" creationId="{D852B827-11BF-9D79-8A94-11D8DC3B9C51}"/>
          </ac:graphicFrameMkLst>
        </pc:graphicFrameChg>
      </pc:sldChg>
      <pc:sldChg chg="modSp add mod">
        <pc:chgData name="Pramod Naik" userId="ceb6df04-ef15-4d9b-a141-998a03559d75" providerId="ADAL" clId="{67BEA762-7B14-4232-B8DE-5CDB9EE15F62}" dt="2025-08-04T18:40:07.910" v="89" actId="207"/>
        <pc:sldMkLst>
          <pc:docMk/>
          <pc:sldMk cId="3360285261" sldId="433"/>
        </pc:sldMkLst>
        <pc:spChg chg="mod">
          <ac:chgData name="Pramod Naik" userId="ceb6df04-ef15-4d9b-a141-998a03559d75" providerId="ADAL" clId="{67BEA762-7B14-4232-B8DE-5CDB9EE15F62}" dt="2025-08-04T18:40:07.910" v="89" actId="207"/>
          <ac:spMkLst>
            <pc:docMk/>
            <pc:sldMk cId="3360285261" sldId="433"/>
            <ac:spMk id="3" creationId="{1BA8E07D-090E-F706-81FF-A5F81DF13388}"/>
          </ac:spMkLst>
        </pc:spChg>
      </pc:sldChg>
      <pc:sldChg chg="addSp modSp add mod">
        <pc:chgData name="Pramod Naik" userId="ceb6df04-ef15-4d9b-a141-998a03559d75" providerId="ADAL" clId="{67BEA762-7B14-4232-B8DE-5CDB9EE15F62}" dt="2025-08-04T18:46:38.983" v="125" actId="14100"/>
        <pc:sldMkLst>
          <pc:docMk/>
          <pc:sldMk cId="1187964585" sldId="434"/>
        </pc:sldMkLst>
        <pc:spChg chg="mod">
          <ac:chgData name="Pramod Naik" userId="ceb6df04-ef15-4d9b-a141-998a03559d75" providerId="ADAL" clId="{67BEA762-7B14-4232-B8DE-5CDB9EE15F62}" dt="2025-08-04T18:46:35.191" v="123" actId="14100"/>
          <ac:spMkLst>
            <pc:docMk/>
            <pc:sldMk cId="1187964585" sldId="434"/>
            <ac:spMk id="3" creationId="{D6DB50A0-9235-A2C3-12CD-7528A2B9AF14}"/>
          </ac:spMkLst>
        </pc:spChg>
        <pc:picChg chg="add mod">
          <ac:chgData name="Pramod Naik" userId="ceb6df04-ef15-4d9b-a141-998a03559d75" providerId="ADAL" clId="{67BEA762-7B14-4232-B8DE-5CDB9EE15F62}" dt="2025-08-04T18:46:38.983" v="125" actId="14100"/>
          <ac:picMkLst>
            <pc:docMk/>
            <pc:sldMk cId="1187964585" sldId="434"/>
            <ac:picMk id="2" creationId="{27FCF3A5-CBB0-3E47-20A1-98C845C025C7}"/>
          </ac:picMkLst>
        </pc:picChg>
      </pc:sldChg>
      <pc:sldChg chg="addSp modSp add mod ord">
        <pc:chgData name="Pramod Naik" userId="ceb6df04-ef15-4d9b-a141-998a03559d75" providerId="ADAL" clId="{67BEA762-7B14-4232-B8DE-5CDB9EE15F62}" dt="2025-08-04T18:47:39.976" v="161" actId="14100"/>
        <pc:sldMkLst>
          <pc:docMk/>
          <pc:sldMk cId="2119348874" sldId="435"/>
        </pc:sldMkLst>
        <pc:spChg chg="mod">
          <ac:chgData name="Pramod Naik" userId="ceb6df04-ef15-4d9b-a141-998a03559d75" providerId="ADAL" clId="{67BEA762-7B14-4232-B8DE-5CDB9EE15F62}" dt="2025-08-04T18:47:35.887" v="159" actId="14100"/>
          <ac:spMkLst>
            <pc:docMk/>
            <pc:sldMk cId="2119348874" sldId="435"/>
            <ac:spMk id="3" creationId="{63EB036D-0558-2BC0-9F78-491761DCA79A}"/>
          </ac:spMkLst>
        </pc:spChg>
        <pc:picChg chg="add mod">
          <ac:chgData name="Pramod Naik" userId="ceb6df04-ef15-4d9b-a141-998a03559d75" providerId="ADAL" clId="{67BEA762-7B14-4232-B8DE-5CDB9EE15F62}" dt="2025-08-04T18:47:39.976" v="161" actId="14100"/>
          <ac:picMkLst>
            <pc:docMk/>
            <pc:sldMk cId="2119348874" sldId="435"/>
            <ac:picMk id="2" creationId="{AF651079-0868-9ADE-B568-1181FACB1368}"/>
          </ac:picMkLst>
        </pc:picChg>
      </pc:sldChg>
      <pc:sldChg chg="modSp add mod ord">
        <pc:chgData name="Pramod Naik" userId="ceb6df04-ef15-4d9b-a141-998a03559d75" providerId="ADAL" clId="{67BEA762-7B14-4232-B8DE-5CDB9EE15F62}" dt="2025-08-04T19:20:03.694" v="575" actId="113"/>
        <pc:sldMkLst>
          <pc:docMk/>
          <pc:sldMk cId="2830705072" sldId="436"/>
        </pc:sldMkLst>
        <pc:spChg chg="mod">
          <ac:chgData name="Pramod Naik" userId="ceb6df04-ef15-4d9b-a141-998a03559d75" providerId="ADAL" clId="{67BEA762-7B14-4232-B8DE-5CDB9EE15F62}" dt="2025-08-04T19:20:03.694" v="575" actId="113"/>
          <ac:spMkLst>
            <pc:docMk/>
            <pc:sldMk cId="2830705072" sldId="436"/>
            <ac:spMk id="3" creationId="{03849899-94F5-7389-3888-2F8C0153EB16}"/>
          </ac:spMkLst>
        </pc:spChg>
      </pc:sldChg>
      <pc:sldChg chg="add">
        <pc:chgData name="Pramod Naik" userId="ceb6df04-ef15-4d9b-a141-998a03559d75" providerId="ADAL" clId="{67BEA762-7B14-4232-B8DE-5CDB9EE15F62}" dt="2025-08-04T18:39:27.855" v="86"/>
        <pc:sldMkLst>
          <pc:docMk/>
          <pc:sldMk cId="1072864979" sldId="493"/>
        </pc:sldMkLst>
      </pc:sldChg>
      <pc:sldChg chg="add">
        <pc:chgData name="Pramod Naik" userId="ceb6df04-ef15-4d9b-a141-998a03559d75" providerId="ADAL" clId="{67BEA762-7B14-4232-B8DE-5CDB9EE15F62}" dt="2025-08-04T18:39:27.855" v="86"/>
        <pc:sldMkLst>
          <pc:docMk/>
          <pc:sldMk cId="1860809110" sldId="494"/>
        </pc:sldMkLst>
      </pc:sldChg>
      <pc:sldChg chg="delSp add setBg delDesignElem">
        <pc:chgData name="Pramod Naik" userId="ceb6df04-ef15-4d9b-a141-998a03559d75" providerId="ADAL" clId="{67BEA762-7B14-4232-B8DE-5CDB9EE15F62}" dt="2025-08-04T18:39:27.855" v="86"/>
        <pc:sldMkLst>
          <pc:docMk/>
          <pc:sldMk cId="1965190466" sldId="495"/>
        </pc:sldMkLst>
        <pc:spChg chg="del">
          <ac:chgData name="Pramod Naik" userId="ceb6df04-ef15-4d9b-a141-998a03559d75" providerId="ADAL" clId="{67BEA762-7B14-4232-B8DE-5CDB9EE15F62}" dt="2025-08-04T18:39:27.855" v="86"/>
          <ac:spMkLst>
            <pc:docMk/>
            <pc:sldMk cId="1965190466" sldId="495"/>
            <ac:spMk id="1031" creationId="{99B5B3C5-A599-465B-B2B9-866E8B2087CE}"/>
          </ac:spMkLst>
        </pc:spChg>
        <pc:spChg chg="del">
          <ac:chgData name="Pramod Naik" userId="ceb6df04-ef15-4d9b-a141-998a03559d75" providerId="ADAL" clId="{67BEA762-7B14-4232-B8DE-5CDB9EE15F62}" dt="2025-08-04T18:39:27.855" v="86"/>
          <ac:spMkLst>
            <pc:docMk/>
            <pc:sldMk cId="1965190466" sldId="495"/>
            <ac:spMk id="1033" creationId="{25C84982-7DD0-43B1-8A2D-BFA4DF1B4E60}"/>
          </ac:spMkLst>
        </pc:spChg>
        <pc:spChg chg="del">
          <ac:chgData name="Pramod Naik" userId="ceb6df04-ef15-4d9b-a141-998a03559d75" providerId="ADAL" clId="{67BEA762-7B14-4232-B8DE-5CDB9EE15F62}" dt="2025-08-04T18:39:27.855" v="86"/>
          <ac:spMkLst>
            <pc:docMk/>
            <pc:sldMk cId="1965190466" sldId="495"/>
            <ac:spMk id="1052" creationId="{B7818AA9-82F7-46F6-8A83-1A6258163B48}"/>
          </ac:spMkLst>
        </pc:spChg>
        <pc:grpChg chg="del">
          <ac:chgData name="Pramod Naik" userId="ceb6df04-ef15-4d9b-a141-998a03559d75" providerId="ADAL" clId="{67BEA762-7B14-4232-B8DE-5CDB9EE15F62}" dt="2025-08-04T18:39:27.855" v="86"/>
          <ac:grpSpMkLst>
            <pc:docMk/>
            <pc:sldMk cId="1965190466" sldId="495"/>
            <ac:grpSpMk id="1035" creationId="{1D912E1C-3BBA-42F0-A3EE-FEC382E7230A}"/>
          </ac:grpSpMkLst>
        </pc:grpChg>
        <pc:grpChg chg="del">
          <ac:chgData name="Pramod Naik" userId="ceb6df04-ef15-4d9b-a141-998a03559d75" providerId="ADAL" clId="{67BEA762-7B14-4232-B8DE-5CDB9EE15F62}" dt="2025-08-04T18:39:27.855" v="86"/>
          <ac:grpSpMkLst>
            <pc:docMk/>
            <pc:sldMk cId="1965190466" sldId="495"/>
            <ac:grpSpMk id="1054" creationId="{FCEBDFAC-E3E5-4883-8BE7-B43474AE3BB3}"/>
          </ac:grpSpMkLst>
        </pc:grpChg>
      </pc:sldChg>
      <pc:sldChg chg="add">
        <pc:chgData name="Pramod Naik" userId="ceb6df04-ef15-4d9b-a141-998a03559d75" providerId="ADAL" clId="{67BEA762-7B14-4232-B8DE-5CDB9EE15F62}" dt="2025-08-04T18:39:27.855" v="86"/>
        <pc:sldMkLst>
          <pc:docMk/>
          <pc:sldMk cId="3829720224" sldId="496"/>
        </pc:sldMkLst>
      </pc:sldChg>
      <pc:sldChg chg="addSp delSp modSp add mod ord">
        <pc:chgData name="Pramod Naik" userId="ceb6df04-ef15-4d9b-a141-998a03559d75" providerId="ADAL" clId="{67BEA762-7B14-4232-B8DE-5CDB9EE15F62}" dt="2025-08-04T18:48:56.997" v="220" actId="113"/>
        <pc:sldMkLst>
          <pc:docMk/>
          <pc:sldMk cId="120410394" sldId="497"/>
        </pc:sldMkLst>
        <pc:spChg chg="add mod">
          <ac:chgData name="Pramod Naik" userId="ceb6df04-ef15-4d9b-a141-998a03559d75" providerId="ADAL" clId="{67BEA762-7B14-4232-B8DE-5CDB9EE15F62}" dt="2025-08-04T18:47:58.473" v="165"/>
          <ac:spMkLst>
            <pc:docMk/>
            <pc:sldMk cId="120410394" sldId="497"/>
            <ac:spMk id="2" creationId="{385447FF-7596-D6AD-0BCC-95F1ACE894E2}"/>
          </ac:spMkLst>
        </pc:spChg>
        <pc:spChg chg="add del mod">
          <ac:chgData name="Pramod Naik" userId="ceb6df04-ef15-4d9b-a141-998a03559d75" providerId="ADAL" clId="{67BEA762-7B14-4232-B8DE-5CDB9EE15F62}" dt="2025-08-04T18:48:56.997" v="220" actId="113"/>
          <ac:spMkLst>
            <pc:docMk/>
            <pc:sldMk cId="120410394" sldId="497"/>
            <ac:spMk id="3" creationId="{495AD4B4-8F30-2EB0-4CBC-F0E4F72637C9}"/>
          </ac:spMkLst>
        </pc:spChg>
        <pc:picChg chg="add mod modCrop">
          <ac:chgData name="Pramod Naik" userId="ceb6df04-ef15-4d9b-a141-998a03559d75" providerId="ADAL" clId="{67BEA762-7B14-4232-B8DE-5CDB9EE15F62}" dt="2025-08-04T18:48:42.353" v="178" actId="1076"/>
          <ac:picMkLst>
            <pc:docMk/>
            <pc:sldMk cId="120410394" sldId="497"/>
            <ac:picMk id="4" creationId="{316D0F91-07C8-D2EC-51A7-0E95C81F37F9}"/>
          </ac:picMkLst>
        </pc:picChg>
        <pc:picChg chg="add mod">
          <ac:chgData name="Pramod Naik" userId="ceb6df04-ef15-4d9b-a141-998a03559d75" providerId="ADAL" clId="{67BEA762-7B14-4232-B8DE-5CDB9EE15F62}" dt="2025-08-04T18:48:54.682" v="217"/>
          <ac:picMkLst>
            <pc:docMk/>
            <pc:sldMk cId="120410394" sldId="497"/>
            <ac:picMk id="5" creationId="{4EC6363C-71E7-4987-FAFD-180CECE94130}"/>
          </ac:picMkLst>
        </pc:picChg>
      </pc:sldChg>
      <pc:sldChg chg="addSp modSp add mod ord">
        <pc:chgData name="Pramod Naik" userId="ceb6df04-ef15-4d9b-a141-998a03559d75" providerId="ADAL" clId="{67BEA762-7B14-4232-B8DE-5CDB9EE15F62}" dt="2025-08-04T18:49:43.584" v="229" actId="14100"/>
        <pc:sldMkLst>
          <pc:docMk/>
          <pc:sldMk cId="2570527719" sldId="498"/>
        </pc:sldMkLst>
        <pc:spChg chg="mod">
          <ac:chgData name="Pramod Naik" userId="ceb6df04-ef15-4d9b-a141-998a03559d75" providerId="ADAL" clId="{67BEA762-7B14-4232-B8DE-5CDB9EE15F62}" dt="2025-08-04T18:49:10.845" v="225" actId="5793"/>
          <ac:spMkLst>
            <pc:docMk/>
            <pc:sldMk cId="2570527719" sldId="498"/>
            <ac:spMk id="3" creationId="{9E1D04E7-5013-00B6-EFEA-E75669B13335}"/>
          </ac:spMkLst>
        </pc:spChg>
        <pc:picChg chg="add mod">
          <ac:chgData name="Pramod Naik" userId="ceb6df04-ef15-4d9b-a141-998a03559d75" providerId="ADAL" clId="{67BEA762-7B14-4232-B8DE-5CDB9EE15F62}" dt="2025-08-04T18:49:43.584" v="229" actId="14100"/>
          <ac:picMkLst>
            <pc:docMk/>
            <pc:sldMk cId="2570527719" sldId="498"/>
            <ac:picMk id="2" creationId="{88B8AD4C-72C6-4DF0-1A14-8065C2D9EFEC}"/>
          </ac:picMkLst>
        </pc:picChg>
      </pc:sldChg>
      <pc:sldChg chg="addSp modSp add mod ord">
        <pc:chgData name="Pramod Naik" userId="ceb6df04-ef15-4d9b-a141-998a03559d75" providerId="ADAL" clId="{67BEA762-7B14-4232-B8DE-5CDB9EE15F62}" dt="2025-08-04T18:50:38.033" v="236" actId="14100"/>
        <pc:sldMkLst>
          <pc:docMk/>
          <pc:sldMk cId="1219252097" sldId="499"/>
        </pc:sldMkLst>
        <pc:spChg chg="mod">
          <ac:chgData name="Pramod Naik" userId="ceb6df04-ef15-4d9b-a141-998a03559d75" providerId="ADAL" clId="{67BEA762-7B14-4232-B8DE-5CDB9EE15F62}" dt="2025-08-04T18:50:01.849" v="232"/>
          <ac:spMkLst>
            <pc:docMk/>
            <pc:sldMk cId="1219252097" sldId="499"/>
            <ac:spMk id="3" creationId="{5CEA28E0-FF14-45C2-2A09-4C7335FBB9EB}"/>
          </ac:spMkLst>
        </pc:spChg>
        <pc:picChg chg="add mod">
          <ac:chgData name="Pramod Naik" userId="ceb6df04-ef15-4d9b-a141-998a03559d75" providerId="ADAL" clId="{67BEA762-7B14-4232-B8DE-5CDB9EE15F62}" dt="2025-08-04T18:50:38.033" v="236" actId="14100"/>
          <ac:picMkLst>
            <pc:docMk/>
            <pc:sldMk cId="1219252097" sldId="499"/>
            <ac:picMk id="2" creationId="{A20390F7-5A83-90A8-FABF-283C346B52DC}"/>
          </ac:picMkLst>
        </pc:picChg>
      </pc:sldChg>
      <pc:sldChg chg="addSp modSp add mod ord">
        <pc:chgData name="Pramod Naik" userId="ceb6df04-ef15-4d9b-a141-998a03559d75" providerId="ADAL" clId="{67BEA762-7B14-4232-B8DE-5CDB9EE15F62}" dt="2025-08-04T18:58:02.141" v="330" actId="207"/>
        <pc:sldMkLst>
          <pc:docMk/>
          <pc:sldMk cId="3552577364" sldId="500"/>
        </pc:sldMkLst>
        <pc:spChg chg="add">
          <ac:chgData name="Pramod Naik" userId="ceb6df04-ef15-4d9b-a141-998a03559d75" providerId="ADAL" clId="{67BEA762-7B14-4232-B8DE-5CDB9EE15F62}" dt="2025-08-04T18:57:00.671" v="291"/>
          <ac:spMkLst>
            <pc:docMk/>
            <pc:sldMk cId="3552577364" sldId="500"/>
            <ac:spMk id="2" creationId="{AD4BE077-E4DA-15D5-6C35-F12DAC8802F3}"/>
          </ac:spMkLst>
        </pc:spChg>
        <pc:spChg chg="mod">
          <ac:chgData name="Pramod Naik" userId="ceb6df04-ef15-4d9b-a141-998a03559d75" providerId="ADAL" clId="{67BEA762-7B14-4232-B8DE-5CDB9EE15F62}" dt="2025-08-04T18:58:02.141" v="330" actId="207"/>
          <ac:spMkLst>
            <pc:docMk/>
            <pc:sldMk cId="3552577364" sldId="500"/>
            <ac:spMk id="3" creationId="{FD0043F0-EEE0-3D92-7236-2F94DDEFCBB5}"/>
          </ac:spMkLst>
        </pc:spChg>
      </pc:sldChg>
      <pc:sldChg chg="addSp modSp add mod ord">
        <pc:chgData name="Pramod Naik" userId="ceb6df04-ef15-4d9b-a141-998a03559d75" providerId="ADAL" clId="{67BEA762-7B14-4232-B8DE-5CDB9EE15F62}" dt="2025-08-04T19:00:58.557" v="375" actId="1076"/>
        <pc:sldMkLst>
          <pc:docMk/>
          <pc:sldMk cId="4223648318" sldId="501"/>
        </pc:sldMkLst>
        <pc:spChg chg="mod">
          <ac:chgData name="Pramod Naik" userId="ceb6df04-ef15-4d9b-a141-998a03559d75" providerId="ADAL" clId="{67BEA762-7B14-4232-B8DE-5CDB9EE15F62}" dt="2025-08-04T19:00:56.192" v="374" actId="27636"/>
          <ac:spMkLst>
            <pc:docMk/>
            <pc:sldMk cId="4223648318" sldId="501"/>
            <ac:spMk id="3" creationId="{66E05C1F-9592-7121-CDBC-2B3EEB91510B}"/>
          </ac:spMkLst>
        </pc:spChg>
        <pc:graphicFrameChg chg="add mod modGraphic">
          <ac:chgData name="Pramod Naik" userId="ceb6df04-ef15-4d9b-a141-998a03559d75" providerId="ADAL" clId="{67BEA762-7B14-4232-B8DE-5CDB9EE15F62}" dt="2025-08-04T19:00:58.557" v="375" actId="1076"/>
          <ac:graphicFrameMkLst>
            <pc:docMk/>
            <pc:sldMk cId="4223648318" sldId="501"/>
            <ac:graphicFrameMk id="2" creationId="{19240EF0-7936-23E7-3237-FD1446AA6DD9}"/>
          </ac:graphicFrameMkLst>
        </pc:graphicFrameChg>
      </pc:sldChg>
      <pc:sldChg chg="addSp delSp modSp add mod ord">
        <pc:chgData name="Pramod Naik" userId="ceb6df04-ef15-4d9b-a141-998a03559d75" providerId="ADAL" clId="{67BEA762-7B14-4232-B8DE-5CDB9EE15F62}" dt="2025-08-04T19:05:22.838" v="408" actId="14100"/>
        <pc:sldMkLst>
          <pc:docMk/>
          <pc:sldMk cId="679735621" sldId="502"/>
        </pc:sldMkLst>
        <pc:spChg chg="add mod">
          <ac:chgData name="Pramod Naik" userId="ceb6df04-ef15-4d9b-a141-998a03559d75" providerId="ADAL" clId="{67BEA762-7B14-4232-B8DE-5CDB9EE15F62}" dt="2025-08-04T19:01:08.723" v="377"/>
          <ac:spMkLst>
            <pc:docMk/>
            <pc:sldMk cId="679735621" sldId="502"/>
            <ac:spMk id="2" creationId="{94FE0122-1D6F-404E-1BC8-6F6EFEBDF4D9}"/>
          </ac:spMkLst>
        </pc:spChg>
        <pc:spChg chg="add del mod">
          <ac:chgData name="Pramod Naik" userId="ceb6df04-ef15-4d9b-a141-998a03559d75" providerId="ADAL" clId="{67BEA762-7B14-4232-B8DE-5CDB9EE15F62}" dt="2025-08-04T19:05:07.277" v="403" actId="14100"/>
          <ac:spMkLst>
            <pc:docMk/>
            <pc:sldMk cId="679735621" sldId="502"/>
            <ac:spMk id="3" creationId="{18E79253-0D92-056C-ACEE-FD5CA31C3201}"/>
          </ac:spMkLst>
        </pc:spChg>
        <pc:graphicFrameChg chg="add mod modGraphic">
          <ac:chgData name="Pramod Naik" userId="ceb6df04-ef15-4d9b-a141-998a03559d75" providerId="ADAL" clId="{67BEA762-7B14-4232-B8DE-5CDB9EE15F62}" dt="2025-08-04T19:05:22.838" v="408" actId="14100"/>
          <ac:graphicFrameMkLst>
            <pc:docMk/>
            <pc:sldMk cId="679735621" sldId="502"/>
            <ac:graphicFrameMk id="4" creationId="{1624B069-6B83-71F6-8E23-35F9B65FE66F}"/>
          </ac:graphicFrameMkLst>
        </pc:graphicFrameChg>
      </pc:sldChg>
      <pc:sldChg chg="addSp delSp modSp add mod ord">
        <pc:chgData name="Pramod Naik" userId="ceb6df04-ef15-4d9b-a141-998a03559d75" providerId="ADAL" clId="{67BEA762-7B14-4232-B8DE-5CDB9EE15F62}" dt="2025-08-04T19:09:28.284" v="465" actId="207"/>
        <pc:sldMkLst>
          <pc:docMk/>
          <pc:sldMk cId="3674428809" sldId="503"/>
        </pc:sldMkLst>
        <pc:spChg chg="add mod">
          <ac:chgData name="Pramod Naik" userId="ceb6df04-ef15-4d9b-a141-998a03559d75" providerId="ADAL" clId="{67BEA762-7B14-4232-B8DE-5CDB9EE15F62}" dt="2025-08-04T19:05:49.491" v="414"/>
          <ac:spMkLst>
            <pc:docMk/>
            <pc:sldMk cId="3674428809" sldId="503"/>
            <ac:spMk id="2" creationId="{C5B81D06-D7AF-0E3E-C6AA-2575F72AF4CE}"/>
          </ac:spMkLst>
        </pc:spChg>
        <pc:spChg chg="add del mod">
          <ac:chgData name="Pramod Naik" userId="ceb6df04-ef15-4d9b-a141-998a03559d75" providerId="ADAL" clId="{67BEA762-7B14-4232-B8DE-5CDB9EE15F62}" dt="2025-08-04T19:09:28.284" v="465" actId="207"/>
          <ac:spMkLst>
            <pc:docMk/>
            <pc:sldMk cId="3674428809" sldId="503"/>
            <ac:spMk id="3" creationId="{5B3BF8C2-805A-B040-721E-A38EF24D6825}"/>
          </ac:spMkLst>
        </pc:spChg>
      </pc:sldChg>
      <pc:sldChg chg="modSp add mod">
        <pc:chgData name="Pramod Naik" userId="ceb6df04-ef15-4d9b-a141-998a03559d75" providerId="ADAL" clId="{67BEA762-7B14-4232-B8DE-5CDB9EE15F62}" dt="2025-08-04T19:10:05.533" v="475" actId="113"/>
        <pc:sldMkLst>
          <pc:docMk/>
          <pc:sldMk cId="1090539424" sldId="504"/>
        </pc:sldMkLst>
        <pc:spChg chg="mod">
          <ac:chgData name="Pramod Naik" userId="ceb6df04-ef15-4d9b-a141-998a03559d75" providerId="ADAL" clId="{67BEA762-7B14-4232-B8DE-5CDB9EE15F62}" dt="2025-08-04T19:10:05.533" v="475" actId="113"/>
          <ac:spMkLst>
            <pc:docMk/>
            <pc:sldMk cId="1090539424" sldId="504"/>
            <ac:spMk id="3" creationId="{F31C1877-5F6D-1939-C86F-CA3994777B44}"/>
          </ac:spMkLst>
        </pc:spChg>
      </pc:sldChg>
      <pc:sldChg chg="modSp add mod">
        <pc:chgData name="Pramod Naik" userId="ceb6df04-ef15-4d9b-a141-998a03559d75" providerId="ADAL" clId="{67BEA762-7B14-4232-B8DE-5CDB9EE15F62}" dt="2025-08-04T19:15:31.054" v="490" actId="403"/>
        <pc:sldMkLst>
          <pc:docMk/>
          <pc:sldMk cId="1429253280" sldId="505"/>
        </pc:sldMkLst>
        <pc:spChg chg="mod">
          <ac:chgData name="Pramod Naik" userId="ceb6df04-ef15-4d9b-a141-998a03559d75" providerId="ADAL" clId="{67BEA762-7B14-4232-B8DE-5CDB9EE15F62}" dt="2025-08-04T19:15:31.054" v="490" actId="403"/>
          <ac:spMkLst>
            <pc:docMk/>
            <pc:sldMk cId="1429253280" sldId="505"/>
            <ac:spMk id="3" creationId="{23DF406B-B291-499C-0904-27D9E492AC6D}"/>
          </ac:spMkLst>
        </pc:spChg>
      </pc:sldChg>
      <pc:sldChg chg="addSp modSp add mod">
        <pc:chgData name="Pramod Naik" userId="ceb6df04-ef15-4d9b-a141-998a03559d75" providerId="ADAL" clId="{67BEA762-7B14-4232-B8DE-5CDB9EE15F62}" dt="2025-08-04T19:17:23.619" v="531" actId="113"/>
        <pc:sldMkLst>
          <pc:docMk/>
          <pc:sldMk cId="2735770164" sldId="506"/>
        </pc:sldMkLst>
        <pc:spChg chg="add">
          <ac:chgData name="Pramod Naik" userId="ceb6df04-ef15-4d9b-a141-998a03559d75" providerId="ADAL" clId="{67BEA762-7B14-4232-B8DE-5CDB9EE15F62}" dt="2025-08-04T19:15:55.475" v="491"/>
          <ac:spMkLst>
            <pc:docMk/>
            <pc:sldMk cId="2735770164" sldId="506"/>
            <ac:spMk id="2" creationId="{EEEA6728-97BA-BD17-709E-03AFA79FFB47}"/>
          </ac:spMkLst>
        </pc:spChg>
        <pc:spChg chg="mod">
          <ac:chgData name="Pramod Naik" userId="ceb6df04-ef15-4d9b-a141-998a03559d75" providerId="ADAL" clId="{67BEA762-7B14-4232-B8DE-5CDB9EE15F62}" dt="2025-08-04T19:17:23.619" v="531" actId="113"/>
          <ac:spMkLst>
            <pc:docMk/>
            <pc:sldMk cId="2735770164" sldId="506"/>
            <ac:spMk id="3" creationId="{4DB372CF-4E68-0273-0308-A9F6D84CC788}"/>
          </ac:spMkLst>
        </pc:spChg>
        <pc:spChg chg="add">
          <ac:chgData name="Pramod Naik" userId="ceb6df04-ef15-4d9b-a141-998a03559d75" providerId="ADAL" clId="{67BEA762-7B14-4232-B8DE-5CDB9EE15F62}" dt="2025-08-04T19:15:55.475" v="491"/>
          <ac:spMkLst>
            <pc:docMk/>
            <pc:sldMk cId="2735770164" sldId="506"/>
            <ac:spMk id="4" creationId="{77550316-1E8F-0BB5-14AC-DC1378ECB5AE}"/>
          </ac:spMkLst>
        </pc:spChg>
        <pc:spChg chg="add">
          <ac:chgData name="Pramod Naik" userId="ceb6df04-ef15-4d9b-a141-998a03559d75" providerId="ADAL" clId="{67BEA762-7B14-4232-B8DE-5CDB9EE15F62}" dt="2025-08-04T19:15:55.475" v="491"/>
          <ac:spMkLst>
            <pc:docMk/>
            <pc:sldMk cId="2735770164" sldId="506"/>
            <ac:spMk id="5" creationId="{27F639CA-2E68-619A-0DC6-8BE3E98A61FD}"/>
          </ac:spMkLst>
        </pc:spChg>
        <pc:spChg chg="add">
          <ac:chgData name="Pramod Naik" userId="ceb6df04-ef15-4d9b-a141-998a03559d75" providerId="ADAL" clId="{67BEA762-7B14-4232-B8DE-5CDB9EE15F62}" dt="2025-08-04T19:15:55.475" v="491"/>
          <ac:spMkLst>
            <pc:docMk/>
            <pc:sldMk cId="2735770164" sldId="506"/>
            <ac:spMk id="6" creationId="{DF92D68C-7AF7-C05C-9A6C-727E09888B80}"/>
          </ac:spMkLst>
        </pc:spChg>
        <pc:spChg chg="add">
          <ac:chgData name="Pramod Naik" userId="ceb6df04-ef15-4d9b-a141-998a03559d75" providerId="ADAL" clId="{67BEA762-7B14-4232-B8DE-5CDB9EE15F62}" dt="2025-08-04T19:15:55.475" v="491"/>
          <ac:spMkLst>
            <pc:docMk/>
            <pc:sldMk cId="2735770164" sldId="506"/>
            <ac:spMk id="7" creationId="{2AA7895D-AC0F-5927-051A-0651B93BE5A5}"/>
          </ac:spMkLst>
        </pc:spChg>
      </pc:sldChg>
      <pc:sldChg chg="modSp add mod ord">
        <pc:chgData name="Pramod Naik" userId="ceb6df04-ef15-4d9b-a141-998a03559d75" providerId="ADAL" clId="{67BEA762-7B14-4232-B8DE-5CDB9EE15F62}" dt="2025-08-04T19:19:39.661" v="572" actId="113"/>
        <pc:sldMkLst>
          <pc:docMk/>
          <pc:sldMk cId="2155608378" sldId="507"/>
        </pc:sldMkLst>
        <pc:spChg chg="mod">
          <ac:chgData name="Pramod Naik" userId="ceb6df04-ef15-4d9b-a141-998a03559d75" providerId="ADAL" clId="{67BEA762-7B14-4232-B8DE-5CDB9EE15F62}" dt="2025-08-04T19:19:39.661" v="572" actId="113"/>
          <ac:spMkLst>
            <pc:docMk/>
            <pc:sldMk cId="2155608378" sldId="507"/>
            <ac:spMk id="3" creationId="{6D51E151-E20E-66A4-B960-F6A0554253C2}"/>
          </ac:spMkLst>
        </pc:spChg>
      </pc:sldChg>
      <pc:sldChg chg="modSp add mod ord">
        <pc:chgData name="Pramod Naik" userId="ceb6df04-ef15-4d9b-a141-998a03559d75" providerId="ADAL" clId="{67BEA762-7B14-4232-B8DE-5CDB9EE15F62}" dt="2025-08-04T19:19:32.397" v="568" actId="207"/>
        <pc:sldMkLst>
          <pc:docMk/>
          <pc:sldMk cId="149401478" sldId="508"/>
        </pc:sldMkLst>
        <pc:spChg chg="mod">
          <ac:chgData name="Pramod Naik" userId="ceb6df04-ef15-4d9b-a141-998a03559d75" providerId="ADAL" clId="{67BEA762-7B14-4232-B8DE-5CDB9EE15F62}" dt="2025-08-04T19:19:32.397" v="568" actId="207"/>
          <ac:spMkLst>
            <pc:docMk/>
            <pc:sldMk cId="149401478" sldId="508"/>
            <ac:spMk id="3" creationId="{F45DBB0A-B2B8-AE79-9340-110821745B7D}"/>
          </ac:spMkLst>
        </pc:spChg>
      </pc:sldChg>
      <pc:sldChg chg="add ord">
        <pc:chgData name="Pramod Naik" userId="ceb6df04-ef15-4d9b-a141-998a03559d75" providerId="ADAL" clId="{67BEA762-7B14-4232-B8DE-5CDB9EE15F62}" dt="2025-08-04T19:19:50.971" v="574"/>
        <pc:sldMkLst>
          <pc:docMk/>
          <pc:sldMk cId="3673945016" sldId="509"/>
        </pc:sldMkLst>
      </pc:sldChg>
      <pc:sldChg chg="add">
        <pc:chgData name="Pramod Naik" userId="ceb6df04-ef15-4d9b-a141-998a03559d75" providerId="ADAL" clId="{67BEA762-7B14-4232-B8DE-5CDB9EE15F62}" dt="2025-08-04T18:45:49.316" v="104"/>
        <pc:sldMkLst>
          <pc:docMk/>
          <pc:sldMk cId="1416146263" sldId="510"/>
        </pc:sldMkLst>
      </pc:sldChg>
      <pc:sldChg chg="add">
        <pc:chgData name="Pramod Naik" userId="ceb6df04-ef15-4d9b-a141-998a03559d75" providerId="ADAL" clId="{67BEA762-7B14-4232-B8DE-5CDB9EE15F62}" dt="2025-08-04T18:45:49.349" v="105"/>
        <pc:sldMkLst>
          <pc:docMk/>
          <pc:sldMk cId="1855594974" sldId="511"/>
        </pc:sldMkLst>
      </pc:sldChg>
      <pc:sldChg chg="add">
        <pc:chgData name="Pramod Naik" userId="ceb6df04-ef15-4d9b-a141-998a03559d75" providerId="ADAL" clId="{67BEA762-7B14-4232-B8DE-5CDB9EE15F62}" dt="2025-08-04T18:45:49.368" v="106"/>
        <pc:sldMkLst>
          <pc:docMk/>
          <pc:sldMk cId="38135499" sldId="512"/>
        </pc:sldMkLst>
      </pc:sldChg>
      <pc:sldChg chg="add">
        <pc:chgData name="Pramod Naik" userId="ceb6df04-ef15-4d9b-a141-998a03559d75" providerId="ADAL" clId="{67BEA762-7B14-4232-B8DE-5CDB9EE15F62}" dt="2025-08-04T18:45:49.409" v="107"/>
        <pc:sldMkLst>
          <pc:docMk/>
          <pc:sldMk cId="363773273" sldId="513"/>
        </pc:sldMkLst>
      </pc:sldChg>
      <pc:sldChg chg="add">
        <pc:chgData name="Pramod Naik" userId="ceb6df04-ef15-4d9b-a141-998a03559d75" providerId="ADAL" clId="{67BEA762-7B14-4232-B8DE-5CDB9EE15F62}" dt="2025-08-04T18:45:49.440" v="108"/>
        <pc:sldMkLst>
          <pc:docMk/>
          <pc:sldMk cId="2863045590" sldId="514"/>
        </pc:sldMkLst>
      </pc:sldChg>
      <pc:sldChg chg="add">
        <pc:chgData name="Pramod Naik" userId="ceb6df04-ef15-4d9b-a141-998a03559d75" providerId="ADAL" clId="{67BEA762-7B14-4232-B8DE-5CDB9EE15F62}" dt="2025-08-04T18:45:49.468" v="109"/>
        <pc:sldMkLst>
          <pc:docMk/>
          <pc:sldMk cId="550142642" sldId="515"/>
        </pc:sldMkLst>
      </pc:sldChg>
      <pc:sldChg chg="add">
        <pc:chgData name="Pramod Naik" userId="ceb6df04-ef15-4d9b-a141-998a03559d75" providerId="ADAL" clId="{67BEA762-7B14-4232-B8DE-5CDB9EE15F62}" dt="2025-08-04T18:45:49.505" v="110"/>
        <pc:sldMkLst>
          <pc:docMk/>
          <pc:sldMk cId="4282425090" sldId="516"/>
        </pc:sldMkLst>
      </pc:sldChg>
      <pc:sldChg chg="modSp add mod">
        <pc:chgData name="Pramod Naik" userId="ceb6df04-ef15-4d9b-a141-998a03559d75" providerId="ADAL" clId="{67BEA762-7B14-4232-B8DE-5CDB9EE15F62}" dt="2025-08-04T18:52:35.655" v="277" actId="404"/>
        <pc:sldMkLst>
          <pc:docMk/>
          <pc:sldMk cId="2271282495" sldId="578"/>
        </pc:sldMkLst>
        <pc:spChg chg="mod">
          <ac:chgData name="Pramod Naik" userId="ceb6df04-ef15-4d9b-a141-998a03559d75" providerId="ADAL" clId="{67BEA762-7B14-4232-B8DE-5CDB9EE15F62}" dt="2025-08-04T18:52:35.655" v="277" actId="404"/>
          <ac:spMkLst>
            <pc:docMk/>
            <pc:sldMk cId="2271282495" sldId="578"/>
            <ac:spMk id="3" creationId="{97BD57EB-5130-B4FA-8433-2DA9D2D2F3F1}"/>
          </ac:spMkLst>
        </pc:spChg>
        <pc:picChg chg="mod modCrop">
          <ac:chgData name="Pramod Naik" userId="ceb6df04-ef15-4d9b-a141-998a03559d75" providerId="ADAL" clId="{67BEA762-7B14-4232-B8DE-5CDB9EE15F62}" dt="2025-08-04T18:52:16.411" v="255" actId="732"/>
          <ac:picMkLst>
            <pc:docMk/>
            <pc:sldMk cId="2271282495" sldId="578"/>
            <ac:picMk id="4" creationId="{BD624008-D434-6501-6FF8-00F8226FA0BE}"/>
          </ac:picMkLst>
        </pc:picChg>
      </pc:sldChg>
    </pc:docChg>
  </pc:docChgLst>
  <pc:docChgLst>
    <pc:chgData name="Pramod Naik" userId="ceb6df04-ef15-4d9b-a141-998a03559d75" providerId="ADAL" clId="{A3D4129C-72EA-45F2-AA77-F6ECFB27FD89}"/>
    <pc:docChg chg="modSld">
      <pc:chgData name="Pramod Naik" userId="ceb6df04-ef15-4d9b-a141-998a03559d75" providerId="ADAL" clId="{A3D4129C-72EA-45F2-AA77-F6ECFB27FD89}" dt="2025-07-19T10:57:35.360" v="0" actId="20577"/>
      <pc:docMkLst>
        <pc:docMk/>
      </pc:docMkLst>
      <pc:sldChg chg="modSp mod">
        <pc:chgData name="Pramod Naik" userId="ceb6df04-ef15-4d9b-a141-998a03559d75" providerId="ADAL" clId="{A3D4129C-72EA-45F2-AA77-F6ECFB27FD89}" dt="2025-07-19T10:57:35.360" v="0" actId="20577"/>
        <pc:sldMkLst>
          <pc:docMk/>
          <pc:sldMk cId="693359045" sldId="430"/>
        </pc:sldMkLst>
        <pc:spChg chg="mod">
          <ac:chgData name="Pramod Naik" userId="ceb6df04-ef15-4d9b-a141-998a03559d75" providerId="ADAL" clId="{A3D4129C-72EA-45F2-AA77-F6ECFB27FD89}" dt="2025-07-19T10:57:35.360" v="0" actId="20577"/>
          <ac:spMkLst>
            <pc:docMk/>
            <pc:sldMk cId="693359045" sldId="430"/>
            <ac:spMk id="3" creationId="{4F086CB9-AB03-31C2-A35E-EFD91E1BB16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532AF1-4615-4667-912A-829B12F8C4D2}" type="datetimeFigureOut">
              <a:rPr lang="en-IN" smtClean="0"/>
              <a:t>05-08-2025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38A8E6-D4B7-4286-B37C-5D755B8E2CFC}" type="slidenum">
              <a:rPr lang="en-IN" smtClean="0"/>
              <a:t>‹#›</a:t>
            </a:fld>
            <a:endParaRPr lang="en-IN"/>
          </a:p>
        </p:txBody>
      </p:sp>
    </p:spTree>
    <p:extLst>
      <p:ext uri="{BB962C8B-B14F-4D97-AF65-F5344CB8AC3E}">
        <p14:creationId xmlns:p14="http://schemas.microsoft.com/office/powerpoint/2010/main" val="16964858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058BF-C5E1-4B52-BD8A-FD1AD5779347}"/>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FCD51F7-3CC3-4BB7-8291-B1789482E8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FD320447-D6C7-43E1-AE88-1FB66CC9C55E}"/>
              </a:ext>
            </a:extLst>
          </p:cNvPr>
          <p:cNvSpPr>
            <a:spLocks noGrp="1"/>
          </p:cNvSpPr>
          <p:nvPr>
            <p:ph type="dt" sz="half" idx="10"/>
          </p:nvPr>
        </p:nvSpPr>
        <p:spPr/>
        <p:txBody>
          <a:bodyPr/>
          <a:lstStyle/>
          <a:p>
            <a:fld id="{C43A76A3-ADC8-4477-8FC1-B9DD55D84908}" type="datetime1">
              <a:rPr lang="en-US" smtClean="0"/>
              <a:t>8/5/2025</a:t>
            </a:fld>
            <a:endParaRPr lang="en-US" dirty="0"/>
          </a:p>
        </p:txBody>
      </p:sp>
      <p:sp>
        <p:nvSpPr>
          <p:cNvPr id="5" name="Footer Placeholder 4">
            <a:extLst>
              <a:ext uri="{FF2B5EF4-FFF2-40B4-BE49-F238E27FC236}">
                <a16:creationId xmlns:a16="http://schemas.microsoft.com/office/drawing/2014/main" id="{6F5E17B6-E7FC-473A-8D5F-0E6B838EA7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4AF4E0-FDDB-42B9-862C-7BBC501CDAC5}"/>
              </a:ext>
            </a:extLst>
          </p:cNvPr>
          <p:cNvSpPr>
            <a:spLocks noGrp="1"/>
          </p:cNvSpPr>
          <p:nvPr>
            <p:ph type="sldNum" sz="quarter" idx="12"/>
          </p:nvPr>
        </p:nvSpPr>
        <p:spPr/>
        <p:txBody>
          <a:bodyPr/>
          <a:lstStyle/>
          <a:p>
            <a:fld id="{35747434-7036-48DB-A148-6B3D8EE75CDA}" type="slidenum">
              <a:rPr lang="en-US" smtClean="0"/>
              <a:t>‹#›</a:t>
            </a:fld>
            <a:endParaRPr lang="en-US" dirty="0"/>
          </a:p>
        </p:txBody>
      </p:sp>
    </p:spTree>
    <p:extLst>
      <p:ext uri="{BB962C8B-B14F-4D97-AF65-F5344CB8AC3E}">
        <p14:creationId xmlns:p14="http://schemas.microsoft.com/office/powerpoint/2010/main" val="42355230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736C8-0B4F-4655-A630-0B1D2540B7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78B888-85E0-4D92-903E-C3FE7E870DE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648916-250B-4232-BD7D-571FDE79F5E7}"/>
              </a:ext>
            </a:extLst>
          </p:cNvPr>
          <p:cNvSpPr>
            <a:spLocks noGrp="1"/>
          </p:cNvSpPr>
          <p:nvPr>
            <p:ph type="dt" sz="half" idx="10"/>
          </p:nvPr>
        </p:nvSpPr>
        <p:spPr/>
        <p:txBody>
          <a:bodyPr/>
          <a:lstStyle/>
          <a:p>
            <a:fld id="{DE7F49BE-398D-479A-8A7E-5DDBCA61EDCB}" type="datetime1">
              <a:rPr lang="en-US" smtClean="0"/>
              <a:t>8/5/2025</a:t>
            </a:fld>
            <a:endParaRPr lang="en-US" dirty="0"/>
          </a:p>
        </p:txBody>
      </p:sp>
      <p:sp>
        <p:nvSpPr>
          <p:cNvPr id="5" name="Footer Placeholder 4">
            <a:extLst>
              <a:ext uri="{FF2B5EF4-FFF2-40B4-BE49-F238E27FC236}">
                <a16:creationId xmlns:a16="http://schemas.microsoft.com/office/drawing/2014/main" id="{B6A8BFB4-647C-4104-B6D4-3346051C36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E0FA73F-2BE8-4370-AE90-58F4CE51FC51}"/>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3012027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446D-9FAC-4157-A41A-51675C8BE929}"/>
              </a:ext>
            </a:extLst>
          </p:cNvPr>
          <p:cNvSpPr>
            <a:spLocks noGrp="1"/>
          </p:cNvSpPr>
          <p:nvPr>
            <p:ph type="title"/>
          </p:nvPr>
        </p:nvSpPr>
        <p:spPr>
          <a:xfrm>
            <a:off x="777240" y="1709738"/>
            <a:ext cx="10570210" cy="2758895"/>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2AF8D4A-8F93-4399-9546-64F286400D24}"/>
              </a:ext>
            </a:extLst>
          </p:cNvPr>
          <p:cNvSpPr>
            <a:spLocks noGrp="1"/>
          </p:cNvSpPr>
          <p:nvPr>
            <p:ph type="body" idx="1"/>
          </p:nvPr>
        </p:nvSpPr>
        <p:spPr>
          <a:xfrm>
            <a:off x="777240" y="4589463"/>
            <a:ext cx="1057021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9C2FD4-BF96-470C-8247-20DFAE1CF870}"/>
              </a:ext>
            </a:extLst>
          </p:cNvPr>
          <p:cNvSpPr>
            <a:spLocks noGrp="1"/>
          </p:cNvSpPr>
          <p:nvPr>
            <p:ph type="dt" sz="half" idx="10"/>
          </p:nvPr>
        </p:nvSpPr>
        <p:spPr/>
        <p:txBody>
          <a:bodyPr/>
          <a:lstStyle/>
          <a:p>
            <a:fld id="{CCD0C193-4974-4A1F-9C63-07D595E30D66}" type="datetime1">
              <a:rPr lang="en-US" smtClean="0"/>
              <a:t>8/5/2025</a:t>
            </a:fld>
            <a:endParaRPr lang="en-US"/>
          </a:p>
        </p:txBody>
      </p:sp>
      <p:sp>
        <p:nvSpPr>
          <p:cNvPr id="5" name="Footer Placeholder 4">
            <a:extLst>
              <a:ext uri="{FF2B5EF4-FFF2-40B4-BE49-F238E27FC236}">
                <a16:creationId xmlns:a16="http://schemas.microsoft.com/office/drawing/2014/main" id="{27175A2D-86C4-4467-BAB8-E9ED004D2C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442A4D-D9B2-4C82-95E4-B86F9F5F3802}"/>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1210474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6B3AA-8C30-429E-B934-AF12204387B9}"/>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915834E-691F-4728-88F5-A0C4696695EB}"/>
              </a:ext>
            </a:extLst>
          </p:cNvPr>
          <p:cNvSpPr>
            <a:spLocks noGrp="1"/>
          </p:cNvSpPr>
          <p:nvPr>
            <p:ph sz="half" idx="1"/>
          </p:nvPr>
        </p:nvSpPr>
        <p:spPr>
          <a:xfrm>
            <a:off x="777240" y="1825625"/>
            <a:ext cx="524256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3876374-880F-4E25-9F88-79E3C1AB1F9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119BD69-B509-4FCE-95A8-ED03FFC8CC3C}"/>
              </a:ext>
            </a:extLst>
          </p:cNvPr>
          <p:cNvSpPr>
            <a:spLocks noGrp="1"/>
          </p:cNvSpPr>
          <p:nvPr>
            <p:ph type="dt" sz="half" idx="10"/>
          </p:nvPr>
        </p:nvSpPr>
        <p:spPr/>
        <p:txBody>
          <a:bodyPr/>
          <a:lstStyle/>
          <a:p>
            <a:fld id="{701AA87F-28D4-4BF0-B81F-877A89DFD5AC}" type="datetime1">
              <a:rPr lang="en-US" smtClean="0"/>
              <a:t>8/5/2025</a:t>
            </a:fld>
            <a:endParaRPr lang="en-US"/>
          </a:p>
        </p:txBody>
      </p:sp>
      <p:sp>
        <p:nvSpPr>
          <p:cNvPr id="6" name="Footer Placeholder 5">
            <a:extLst>
              <a:ext uri="{FF2B5EF4-FFF2-40B4-BE49-F238E27FC236}">
                <a16:creationId xmlns:a16="http://schemas.microsoft.com/office/drawing/2014/main" id="{DB7C287B-AE5B-490B-BF81-A50D7A2E87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3C2246-303C-4A29-B6EA-E62CEDE6C2A1}"/>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4106027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2FE79-D5BE-43E8-B6C5-2675B7F4D818}"/>
              </a:ext>
            </a:extLst>
          </p:cNvPr>
          <p:cNvSpPr>
            <a:spLocks noGrp="1"/>
          </p:cNvSpPr>
          <p:nvPr>
            <p:ph type="title"/>
          </p:nvPr>
        </p:nvSpPr>
        <p:spPr>
          <a:xfrm>
            <a:off x="777240" y="365125"/>
            <a:ext cx="10578148"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69D3A07-BA51-4113-902E-830A887D2394}"/>
              </a:ext>
            </a:extLst>
          </p:cNvPr>
          <p:cNvSpPr>
            <a:spLocks noGrp="1"/>
          </p:cNvSpPr>
          <p:nvPr>
            <p:ph type="body" idx="1"/>
          </p:nvPr>
        </p:nvSpPr>
        <p:spPr>
          <a:xfrm>
            <a:off x="777240" y="1801812"/>
            <a:ext cx="5220335"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E320A9-E274-4E1B-B02D-9A3F510A1F22}"/>
              </a:ext>
            </a:extLst>
          </p:cNvPr>
          <p:cNvSpPr>
            <a:spLocks noGrp="1"/>
          </p:cNvSpPr>
          <p:nvPr>
            <p:ph sz="half" idx="2"/>
          </p:nvPr>
        </p:nvSpPr>
        <p:spPr>
          <a:xfrm>
            <a:off x="777240" y="2825749"/>
            <a:ext cx="5220335"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DBE80D3A-C2A8-4B78-B7E2-4908C74B1C43}"/>
              </a:ext>
            </a:extLst>
          </p:cNvPr>
          <p:cNvSpPr>
            <a:spLocks noGrp="1"/>
          </p:cNvSpPr>
          <p:nvPr>
            <p:ph type="body" sz="quarter" idx="3"/>
          </p:nvPr>
        </p:nvSpPr>
        <p:spPr>
          <a:xfrm>
            <a:off x="6172200" y="1801812"/>
            <a:ext cx="5183188"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D84DD-9460-4B08-86AD-27486A940047}"/>
              </a:ext>
            </a:extLst>
          </p:cNvPr>
          <p:cNvSpPr>
            <a:spLocks noGrp="1"/>
          </p:cNvSpPr>
          <p:nvPr>
            <p:ph sz="quarter" idx="4"/>
          </p:nvPr>
        </p:nvSpPr>
        <p:spPr>
          <a:xfrm>
            <a:off x="6172200" y="2825749"/>
            <a:ext cx="5183188"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0B7F8-282C-4210-AE7D-F35228BAC803}"/>
              </a:ext>
            </a:extLst>
          </p:cNvPr>
          <p:cNvSpPr>
            <a:spLocks noGrp="1"/>
          </p:cNvSpPr>
          <p:nvPr>
            <p:ph type="dt" sz="half" idx="10"/>
          </p:nvPr>
        </p:nvSpPr>
        <p:spPr/>
        <p:txBody>
          <a:bodyPr/>
          <a:lstStyle/>
          <a:p>
            <a:fld id="{A8A9F1F3-208B-49A3-B337-9C8ACEB3E0E1}" type="datetime1">
              <a:rPr lang="en-US" smtClean="0"/>
              <a:t>8/5/2025</a:t>
            </a:fld>
            <a:endParaRPr lang="en-US"/>
          </a:p>
        </p:txBody>
      </p:sp>
      <p:sp>
        <p:nvSpPr>
          <p:cNvPr id="8" name="Footer Placeholder 7">
            <a:extLst>
              <a:ext uri="{FF2B5EF4-FFF2-40B4-BE49-F238E27FC236}">
                <a16:creationId xmlns:a16="http://schemas.microsoft.com/office/drawing/2014/main" id="{FAE343A9-1067-4DCF-BACC-1F7F3805022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F84E471-04DB-4DB5-8CC5-16B3FC88509D}"/>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3261558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87C0-272E-4E50-A316-78079B2B923E}"/>
              </a:ext>
            </a:extLst>
          </p:cNvPr>
          <p:cNvSpPr>
            <a:spLocks noGrp="1"/>
          </p:cNvSpPr>
          <p:nvPr>
            <p:ph type="title"/>
          </p:nvPr>
        </p:nvSpPr>
        <p:spPr>
          <a:xfrm>
            <a:off x="777240" y="365125"/>
            <a:ext cx="10659110" cy="1325563"/>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F906C1C9-1F69-432A-858C-D828B56E1659}"/>
              </a:ext>
            </a:extLst>
          </p:cNvPr>
          <p:cNvSpPr>
            <a:spLocks noGrp="1"/>
          </p:cNvSpPr>
          <p:nvPr>
            <p:ph type="dt" sz="half" idx="10"/>
          </p:nvPr>
        </p:nvSpPr>
        <p:spPr/>
        <p:txBody>
          <a:bodyPr/>
          <a:lstStyle/>
          <a:p>
            <a:fld id="{27AF6CA6-7293-4AA2-A0E0-A3BF4416E786}" type="datetime1">
              <a:rPr lang="en-US" smtClean="0"/>
              <a:t>8/5/2025</a:t>
            </a:fld>
            <a:endParaRPr lang="en-US"/>
          </a:p>
        </p:txBody>
      </p:sp>
      <p:sp>
        <p:nvSpPr>
          <p:cNvPr id="4" name="Footer Placeholder 3">
            <a:extLst>
              <a:ext uri="{FF2B5EF4-FFF2-40B4-BE49-F238E27FC236}">
                <a16:creationId xmlns:a16="http://schemas.microsoft.com/office/drawing/2014/main" id="{BD6D9A1B-D149-4B97-B161-3D7C9ADBCF7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AB3722F-8C88-4E54-8CD6-12D31A05F813}"/>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539784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E1B4EE-6DFC-45F3-9174-D913EB57CB9D}"/>
              </a:ext>
            </a:extLst>
          </p:cNvPr>
          <p:cNvSpPr>
            <a:spLocks noGrp="1"/>
          </p:cNvSpPr>
          <p:nvPr>
            <p:ph type="dt" sz="half" idx="10"/>
          </p:nvPr>
        </p:nvSpPr>
        <p:spPr/>
        <p:txBody>
          <a:bodyPr/>
          <a:lstStyle/>
          <a:p>
            <a:fld id="{98D87016-7BCD-46FB-8EE3-AB6C369108B4}" type="datetime1">
              <a:rPr lang="en-US" smtClean="0"/>
              <a:t>8/5/2025</a:t>
            </a:fld>
            <a:endParaRPr lang="en-US"/>
          </a:p>
        </p:txBody>
      </p:sp>
      <p:sp>
        <p:nvSpPr>
          <p:cNvPr id="3" name="Footer Placeholder 2">
            <a:extLst>
              <a:ext uri="{FF2B5EF4-FFF2-40B4-BE49-F238E27FC236}">
                <a16:creationId xmlns:a16="http://schemas.microsoft.com/office/drawing/2014/main" id="{0BF7F7DC-6DDE-4337-AD27-BBE7D542248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CC58EA9-3AC4-421E-B133-1FA7757DF8BA}"/>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732262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035BB-74CC-43E9-B71F-A5C05D17EB78}"/>
              </a:ext>
            </a:extLst>
          </p:cNvPr>
          <p:cNvSpPr>
            <a:spLocks noGrp="1"/>
          </p:cNvSpPr>
          <p:nvPr>
            <p:ph type="title"/>
          </p:nvPr>
        </p:nvSpPr>
        <p:spPr>
          <a:xfrm>
            <a:off x="777240" y="457200"/>
            <a:ext cx="3994785" cy="2501900"/>
          </a:xfrm>
        </p:spPr>
        <p:txBody>
          <a:bodyPr anchor="b">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CAADC9E-7845-4DB1-87E3-6FBFB2B03B8A}"/>
              </a:ext>
            </a:extLst>
          </p:cNvPr>
          <p:cNvSpPr>
            <a:spLocks noGrp="1"/>
          </p:cNvSpPr>
          <p:nvPr>
            <p:ph idx="1"/>
          </p:nvPr>
        </p:nvSpPr>
        <p:spPr>
          <a:xfrm>
            <a:off x="5183188" y="457201"/>
            <a:ext cx="6172200" cy="540385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5C925A8-2A07-43B9-B549-061F3684986B}"/>
              </a:ext>
            </a:extLst>
          </p:cNvPr>
          <p:cNvSpPr>
            <a:spLocks noGrp="1"/>
          </p:cNvSpPr>
          <p:nvPr>
            <p:ph type="body" sz="half" idx="2"/>
          </p:nvPr>
        </p:nvSpPr>
        <p:spPr>
          <a:xfrm>
            <a:off x="777240" y="3092450"/>
            <a:ext cx="3994785" cy="2776537"/>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1A9037-0564-43A1-8156-1D9932E1F85F}"/>
              </a:ext>
            </a:extLst>
          </p:cNvPr>
          <p:cNvSpPr>
            <a:spLocks noGrp="1"/>
          </p:cNvSpPr>
          <p:nvPr>
            <p:ph type="dt" sz="half" idx="10"/>
          </p:nvPr>
        </p:nvSpPr>
        <p:spPr/>
        <p:txBody>
          <a:bodyPr/>
          <a:lstStyle/>
          <a:p>
            <a:fld id="{A1547011-1FFC-4EF8-9A2E-53B4AD2ADBD4}" type="datetime1">
              <a:rPr lang="en-US" smtClean="0"/>
              <a:t>8/5/2025</a:t>
            </a:fld>
            <a:endParaRPr lang="en-US"/>
          </a:p>
        </p:txBody>
      </p:sp>
      <p:sp>
        <p:nvSpPr>
          <p:cNvPr id="6" name="Footer Placeholder 5">
            <a:extLst>
              <a:ext uri="{FF2B5EF4-FFF2-40B4-BE49-F238E27FC236}">
                <a16:creationId xmlns:a16="http://schemas.microsoft.com/office/drawing/2014/main" id="{CBFF0D40-D0E1-49C9-BE47-91BBC50AB2B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D129BD-890D-412E-9805-D29F4A0D3622}"/>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6895230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8ADB4-BA7B-42C2-9C6C-58B2763F8617}"/>
              </a:ext>
            </a:extLst>
          </p:cNvPr>
          <p:cNvSpPr>
            <a:spLocks noGrp="1"/>
          </p:cNvSpPr>
          <p:nvPr>
            <p:ph type="title"/>
          </p:nvPr>
        </p:nvSpPr>
        <p:spPr>
          <a:xfrm>
            <a:off x="777240" y="457200"/>
            <a:ext cx="3994785" cy="2505456"/>
          </a:xfrm>
        </p:spPr>
        <p:txBody>
          <a:bodyPr anchor="b"/>
          <a:lstStyle>
            <a:lvl1pPr>
              <a:defRPr sz="40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9519B58-B546-4E6B-BE00-3D1D64DA8699}"/>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3FAA0AB8-41A9-4548-9B83-3EFF79A00793}"/>
              </a:ext>
            </a:extLst>
          </p:cNvPr>
          <p:cNvSpPr>
            <a:spLocks noGrp="1"/>
          </p:cNvSpPr>
          <p:nvPr>
            <p:ph type="body" sz="half" idx="2"/>
          </p:nvPr>
        </p:nvSpPr>
        <p:spPr>
          <a:xfrm>
            <a:off x="777240" y="3081275"/>
            <a:ext cx="3994785" cy="2779776"/>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BB33ED-A015-4992-A004-33D41CFFADA1}"/>
              </a:ext>
            </a:extLst>
          </p:cNvPr>
          <p:cNvSpPr>
            <a:spLocks noGrp="1"/>
          </p:cNvSpPr>
          <p:nvPr>
            <p:ph type="dt" sz="half" idx="10"/>
          </p:nvPr>
        </p:nvSpPr>
        <p:spPr/>
        <p:txBody>
          <a:bodyPr/>
          <a:lstStyle/>
          <a:p>
            <a:fld id="{9562EB47-45B4-4EF5-A743-B4885DD2F060}" type="datetime1">
              <a:rPr lang="en-US" smtClean="0"/>
              <a:t>8/5/2025</a:t>
            </a:fld>
            <a:endParaRPr lang="en-US"/>
          </a:p>
        </p:txBody>
      </p:sp>
      <p:sp>
        <p:nvSpPr>
          <p:cNvPr id="6" name="Footer Placeholder 5">
            <a:extLst>
              <a:ext uri="{FF2B5EF4-FFF2-40B4-BE49-F238E27FC236}">
                <a16:creationId xmlns:a16="http://schemas.microsoft.com/office/drawing/2014/main" id="{D3C29CDA-E85F-47D1-83B7-02A50DEBFD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49625F-5352-4136-8AC4-F8899D00A1A9}"/>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31613301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922F-6166-4009-A42D-027DC71807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F7791CF-167D-446D-9F99-6976C986E2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CA422-E040-4DE1-9DA5-C8D37C116A7B}"/>
              </a:ext>
            </a:extLst>
          </p:cNvPr>
          <p:cNvSpPr>
            <a:spLocks noGrp="1"/>
          </p:cNvSpPr>
          <p:nvPr>
            <p:ph type="dt" sz="half" idx="10"/>
          </p:nvPr>
        </p:nvSpPr>
        <p:spPr/>
        <p:txBody>
          <a:bodyPr/>
          <a:lstStyle/>
          <a:p>
            <a:fld id="{D6762538-DC4D-4667-96E5-B3278DDF8B12}" type="datetime1">
              <a:rPr lang="en-US" smtClean="0"/>
              <a:t>8/5/2025</a:t>
            </a:fld>
            <a:endParaRPr lang="en-US"/>
          </a:p>
        </p:txBody>
      </p:sp>
      <p:sp>
        <p:nvSpPr>
          <p:cNvPr id="5" name="Footer Placeholder 4">
            <a:extLst>
              <a:ext uri="{FF2B5EF4-FFF2-40B4-BE49-F238E27FC236}">
                <a16:creationId xmlns:a16="http://schemas.microsoft.com/office/drawing/2014/main" id="{6C813B0B-60E7-494E-91CB-055BC26906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48C554-7C1B-4D8F-9B6B-04492656904B}"/>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40000357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C66EF0-6ED8-49A7-BDAD-E20A143FAE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FCE9CD-90A9-44BA-B293-0662E077DD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57DAE0-05C4-460B-B96D-BD183ED030C4}"/>
              </a:ext>
            </a:extLst>
          </p:cNvPr>
          <p:cNvSpPr>
            <a:spLocks noGrp="1"/>
          </p:cNvSpPr>
          <p:nvPr>
            <p:ph type="dt" sz="half" idx="10"/>
          </p:nvPr>
        </p:nvSpPr>
        <p:spPr/>
        <p:txBody>
          <a:bodyPr/>
          <a:lstStyle/>
          <a:p>
            <a:fld id="{05880548-5C08-4BE3-B63E-F2BB63B0B00C}" type="datetime1">
              <a:rPr lang="en-US" smtClean="0"/>
              <a:t>8/5/2025</a:t>
            </a:fld>
            <a:endParaRPr lang="en-US"/>
          </a:p>
        </p:txBody>
      </p:sp>
      <p:sp>
        <p:nvSpPr>
          <p:cNvPr id="5" name="Footer Placeholder 4">
            <a:extLst>
              <a:ext uri="{FF2B5EF4-FFF2-40B4-BE49-F238E27FC236}">
                <a16:creationId xmlns:a16="http://schemas.microsoft.com/office/drawing/2014/main" id="{33B3CA93-55C9-4AA3-89A0-55490F745B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BFD820-FF26-4325-816F-310C30F80ACC}"/>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6385991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99B5B3C5-A599-465B-B2B9-866E8B2087CE}"/>
              </a:ext>
            </a:extLst>
          </p:cNvPr>
          <p:cNvSpPr/>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ectangle 40">
            <a:extLst>
              <a:ext uri="{FF2B5EF4-FFF2-40B4-BE49-F238E27FC236}">
                <a16:creationId xmlns:a16="http://schemas.microsoft.com/office/drawing/2014/main" id="{25C84982-7DD0-43B1-8A2D-BFA4DF1B4E60}"/>
              </a:ext>
            </a:extLst>
          </p:cNvPr>
          <p:cNvSpPr/>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8" name="Decorative Circles">
            <a:extLst>
              <a:ext uri="{FF2B5EF4-FFF2-40B4-BE49-F238E27FC236}">
                <a16:creationId xmlns:a16="http://schemas.microsoft.com/office/drawing/2014/main" id="{1D912E1C-3BBA-42F0-A3EE-FEC382E7230A}"/>
              </a:ext>
            </a:extLst>
          </p:cNvPr>
          <p:cNvGrpSpPr/>
          <p:nvPr/>
        </p:nvGrpSpPr>
        <p:grpSpPr>
          <a:xfrm>
            <a:off x="-1" y="-1"/>
            <a:ext cx="12192001" cy="6858001"/>
            <a:chOff x="-1" y="-1"/>
            <a:chExt cx="12192001" cy="6858001"/>
          </a:xfrm>
        </p:grpSpPr>
        <p:sp>
          <p:nvSpPr>
            <p:cNvPr id="21" name="Oval 20">
              <a:extLst>
                <a:ext uri="{FF2B5EF4-FFF2-40B4-BE49-F238E27FC236}">
                  <a16:creationId xmlns:a16="http://schemas.microsoft.com/office/drawing/2014/main" id="{2FEEAC76-E273-46A8-8F8E-CE59860FE70D}"/>
                </a:ext>
              </a:extLst>
            </p:cNvPr>
            <p:cNvSpPr/>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6594A0E-9400-45AD-A431-1DA1C0B28966}"/>
                </a:ext>
              </a:extLst>
            </p:cNvPr>
            <p:cNvSpPr/>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0916D6C-D32F-42B6-8512-CD5EDB8F2B9B}"/>
                </a:ext>
              </a:extLst>
            </p:cNvPr>
            <p:cNvSpPr/>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834846D-59C6-40F4-907C-F1A4689B58F1}"/>
                </a:ext>
              </a:extLst>
            </p:cNvPr>
            <p:cNvSpPr/>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5A257CDF-2E36-4DC7-8EE4-5CD8F8ECAC87}"/>
                </a:ext>
              </a:extLst>
            </p:cNvPr>
            <p:cNvSpPr/>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Oval 47">
              <a:extLst>
                <a:ext uri="{FF2B5EF4-FFF2-40B4-BE49-F238E27FC236}">
                  <a16:creationId xmlns:a16="http://schemas.microsoft.com/office/drawing/2014/main" id="{D5B26E0E-A115-4AE2-82D8-76BB93CC494F}"/>
                </a:ext>
              </a:extLst>
            </p:cNvPr>
            <p:cNvSpPr/>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55058DB-7E01-4E95-BF59-983AA1BBB38E}"/>
                </a:ext>
              </a:extLst>
            </p:cNvPr>
            <p:cNvSpPr/>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A810F7E2-23F3-44D6-B09E-71E556536052}"/>
                </a:ext>
              </a:extLst>
            </p:cNvPr>
            <p:cNvSpPr/>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59D5C391-E1DB-410A-A78C-ED3BBDFF0758}"/>
                </a:ext>
              </a:extLst>
            </p:cNvPr>
            <p:cNvSpPr/>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77C4944D-9373-4283-BCAA-927A0316659E}"/>
                </a:ext>
              </a:extLst>
            </p:cNvPr>
            <p:cNvSpPr/>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53">
              <a:extLst>
                <a:ext uri="{FF2B5EF4-FFF2-40B4-BE49-F238E27FC236}">
                  <a16:creationId xmlns:a16="http://schemas.microsoft.com/office/drawing/2014/main" id="{6804C521-2D9F-4CE4-AFD3-D4F1551FEC6A}"/>
                </a:ext>
              </a:extLst>
            </p:cNvPr>
            <p:cNvSpPr/>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6" name="Freeform: Shape 55">
              <a:extLst>
                <a:ext uri="{FF2B5EF4-FFF2-40B4-BE49-F238E27FC236}">
                  <a16:creationId xmlns:a16="http://schemas.microsoft.com/office/drawing/2014/main" id="{755AC65C-13EF-4182-AA3C-62BE165CC033}"/>
                </a:ext>
              </a:extLst>
            </p:cNvPr>
            <p:cNvSpPr/>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8" name="Freeform: Shape 57">
              <a:extLst>
                <a:ext uri="{FF2B5EF4-FFF2-40B4-BE49-F238E27FC236}">
                  <a16:creationId xmlns:a16="http://schemas.microsoft.com/office/drawing/2014/main" id="{E40DA8D2-FA4B-4282-9D44-48C27B63A153}"/>
                </a:ext>
              </a:extLst>
            </p:cNvPr>
            <p:cNvSpPr/>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10" name="Oval 9">
              <a:extLst>
                <a:ext uri="{FF2B5EF4-FFF2-40B4-BE49-F238E27FC236}">
                  <a16:creationId xmlns:a16="http://schemas.microsoft.com/office/drawing/2014/main" id="{99065014-CB18-414D-A527-31ECC45700AB}"/>
                </a:ext>
              </a:extLst>
            </p:cNvPr>
            <p:cNvSpPr/>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8F39E27A-56C1-4328-8DF1-2DA147C78483}"/>
                </a:ext>
              </a:extLst>
            </p:cNvPr>
            <p:cNvSpPr/>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p:nvSpPr>
          <p:cNvPr id="4" name="Date Placeholder 3">
            <a:extLst>
              <a:ext uri="{FF2B5EF4-FFF2-40B4-BE49-F238E27FC236}">
                <a16:creationId xmlns:a16="http://schemas.microsoft.com/office/drawing/2014/main" id="{442C5EC6-E331-4312-AC12-56D55F7D2B15}"/>
              </a:ext>
            </a:extLst>
          </p:cNvPr>
          <p:cNvSpPr>
            <a:spLocks noGrp="1"/>
          </p:cNvSpPr>
          <p:nvPr>
            <p:ph type="dt" sz="half" idx="2"/>
          </p:nvPr>
        </p:nvSpPr>
        <p:spPr>
          <a:xfrm>
            <a:off x="777240" y="6488268"/>
            <a:ext cx="2743200" cy="233209"/>
          </a:xfrm>
          <a:prstGeom prst="rect">
            <a:avLst/>
          </a:prstGeom>
        </p:spPr>
        <p:txBody>
          <a:bodyPr vert="horz" lIns="91440" tIns="45720" rIns="91440" bIns="45720" rtlCol="0" anchor="ctr"/>
          <a:lstStyle>
            <a:lvl1pPr algn="l">
              <a:defRPr sz="1000">
                <a:solidFill>
                  <a:schemeClr val="tx1">
                    <a:tint val="75000"/>
                  </a:schemeClr>
                </a:solidFill>
              </a:defRPr>
            </a:lvl1pPr>
          </a:lstStyle>
          <a:p>
            <a:fld id="{4A8D24A4-5FEC-4062-8995-EB21925B3B40}" type="datetime1">
              <a:rPr lang="en-US" smtClean="0"/>
              <a:t>8/5/2025</a:t>
            </a:fld>
            <a:endParaRPr lang="en-US" sz="1000" dirty="0"/>
          </a:p>
        </p:txBody>
      </p:sp>
      <p:sp>
        <p:nvSpPr>
          <p:cNvPr id="5" name="Footer Placeholder 4">
            <a:extLst>
              <a:ext uri="{FF2B5EF4-FFF2-40B4-BE49-F238E27FC236}">
                <a16:creationId xmlns:a16="http://schemas.microsoft.com/office/drawing/2014/main" id="{3337FC5D-92B2-4B4D-8111-6EDEF280692A}"/>
              </a:ext>
            </a:extLst>
          </p:cNvPr>
          <p:cNvSpPr>
            <a:spLocks noGrp="1"/>
          </p:cNvSpPr>
          <p:nvPr>
            <p:ph type="ftr" sz="quarter" idx="3"/>
          </p:nvPr>
        </p:nvSpPr>
        <p:spPr>
          <a:xfrm>
            <a:off x="4038600" y="6488268"/>
            <a:ext cx="4114800" cy="233209"/>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sz="1000"/>
          </a:p>
        </p:txBody>
      </p:sp>
      <p:sp>
        <p:nvSpPr>
          <p:cNvPr id="6" name="Slide Number Placeholder 5">
            <a:extLst>
              <a:ext uri="{FF2B5EF4-FFF2-40B4-BE49-F238E27FC236}">
                <a16:creationId xmlns:a16="http://schemas.microsoft.com/office/drawing/2014/main" id="{723A104D-C777-4A6E-8A43-F94028E5E311}"/>
              </a:ext>
            </a:extLst>
          </p:cNvPr>
          <p:cNvSpPr>
            <a:spLocks noGrp="1"/>
          </p:cNvSpPr>
          <p:nvPr>
            <p:ph type="sldNum" sz="quarter" idx="4"/>
          </p:nvPr>
        </p:nvSpPr>
        <p:spPr>
          <a:xfrm>
            <a:off x="8693150" y="6488268"/>
            <a:ext cx="2743200" cy="233209"/>
          </a:xfrm>
          <a:prstGeom prst="rect">
            <a:avLst/>
          </a:prstGeom>
        </p:spPr>
        <p:txBody>
          <a:bodyPr vert="horz" lIns="91440" tIns="45720" rIns="91440" bIns="45720" rtlCol="0" anchor="ctr"/>
          <a:lstStyle>
            <a:lvl1pPr algn="r">
              <a:defRPr sz="1000">
                <a:solidFill>
                  <a:schemeClr val="tx1">
                    <a:tint val="75000"/>
                  </a:schemeClr>
                </a:solidFill>
              </a:defRPr>
            </a:lvl1pPr>
          </a:lstStyle>
          <a:p>
            <a:fld id="{35747434-7036-48DB-A148-6B3D8EE75CDA}" type="slidenum">
              <a:rPr lang="en-US" smtClean="0"/>
              <a:pPr/>
              <a:t>‹#›</a:t>
            </a:fld>
            <a:endParaRPr lang="en-US" sz="1000" dirty="0"/>
          </a:p>
        </p:txBody>
      </p:sp>
      <p:sp>
        <p:nvSpPr>
          <p:cNvPr id="2" name="Title Placeholder 1">
            <a:extLst>
              <a:ext uri="{FF2B5EF4-FFF2-40B4-BE49-F238E27FC236}">
                <a16:creationId xmlns:a16="http://schemas.microsoft.com/office/drawing/2014/main" id="{12D3A74F-6169-4D30-A245-B46D738BEA81}"/>
              </a:ext>
            </a:extLst>
          </p:cNvPr>
          <p:cNvSpPr>
            <a:spLocks noGrp="1"/>
          </p:cNvSpPr>
          <p:nvPr>
            <p:ph type="title"/>
          </p:nvPr>
        </p:nvSpPr>
        <p:spPr>
          <a:xfrm>
            <a:off x="777240" y="365125"/>
            <a:ext cx="1065911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3877E64-7A05-44DA-81FA-6EF4806BBF0E}"/>
              </a:ext>
            </a:extLst>
          </p:cNvPr>
          <p:cNvSpPr>
            <a:spLocks noGrp="1"/>
          </p:cNvSpPr>
          <p:nvPr>
            <p:ph type="body" idx="1"/>
          </p:nvPr>
        </p:nvSpPr>
        <p:spPr>
          <a:xfrm>
            <a:off x="777240" y="1825625"/>
            <a:ext cx="1065911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9" name="Group 8">
            <a:extLst>
              <a:ext uri="{FF2B5EF4-FFF2-40B4-BE49-F238E27FC236}">
                <a16:creationId xmlns:a16="http://schemas.microsoft.com/office/drawing/2014/main" id="{3281849D-54CA-C13E-3D84-DB247AB9A268}"/>
              </a:ext>
            </a:extLst>
          </p:cNvPr>
          <p:cNvGrpSpPr/>
          <p:nvPr userDrawn="1"/>
        </p:nvGrpSpPr>
        <p:grpSpPr>
          <a:xfrm>
            <a:off x="130629" y="6291189"/>
            <a:ext cx="2743201" cy="495445"/>
            <a:chOff x="195943" y="6091967"/>
            <a:chExt cx="3506755" cy="629508"/>
          </a:xfrm>
        </p:grpSpPr>
        <p:sp>
          <p:nvSpPr>
            <p:cNvPr id="11" name="Oval 10">
              <a:extLst>
                <a:ext uri="{FF2B5EF4-FFF2-40B4-BE49-F238E27FC236}">
                  <a16:creationId xmlns:a16="http://schemas.microsoft.com/office/drawing/2014/main" id="{6401CC4C-E0EC-38D2-F7AA-61FC22E4D90D}"/>
                </a:ext>
              </a:extLst>
            </p:cNvPr>
            <p:cNvSpPr/>
            <p:nvPr userDrawn="1"/>
          </p:nvSpPr>
          <p:spPr>
            <a:xfrm>
              <a:off x="195943" y="6091967"/>
              <a:ext cx="642257" cy="629508"/>
            </a:xfrm>
            <a:prstGeom prst="ellipse">
              <a:avLst/>
            </a:prstGeom>
            <a:blipFill dpi="0" rotWithShape="1">
              <a:blip r:embed="rId1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875BEBF-DA68-8945-6205-DE7DE602B3BD}"/>
                </a:ext>
              </a:extLst>
            </p:cNvPr>
            <p:cNvSpPr txBox="1"/>
            <p:nvPr userDrawn="1"/>
          </p:nvSpPr>
          <p:spPr>
            <a:xfrm>
              <a:off x="838200" y="6163561"/>
              <a:ext cx="2864498" cy="369332"/>
            </a:xfrm>
            <a:prstGeom prst="rect">
              <a:avLst/>
            </a:prstGeom>
            <a:noFill/>
          </p:spPr>
          <p:txBody>
            <a:bodyPr wrap="square" rtlCol="0">
              <a:spAutoFit/>
            </a:bodyPr>
            <a:lstStyle/>
            <a:p>
              <a:r>
                <a:rPr lang="en-US" b="1" dirty="0"/>
                <a:t>PRAMOD NAIK</a:t>
              </a:r>
            </a:p>
          </p:txBody>
        </p:sp>
      </p:grpSp>
    </p:spTree>
    <p:extLst>
      <p:ext uri="{BB962C8B-B14F-4D97-AF65-F5344CB8AC3E}">
        <p14:creationId xmlns:p14="http://schemas.microsoft.com/office/powerpoint/2010/main" val="1202753200"/>
      </p:ext>
    </p:extLst>
  </p:cSld>
  <p:clrMap bg1="lt1" tx1="dk1" bg2="lt2" tx2="dk2" accent1="accent1" accent2="accent2" accent3="accent3" accent4="accent4" accent5="accent5" accent6="accent6" hlink="hlink" folHlink="folHlink"/>
  <p:sldLayoutIdLst>
    <p:sldLayoutId id="2147483705" r:id="rId1"/>
    <p:sldLayoutId id="2147483706" r:id="rId2"/>
    <p:sldLayoutId id="2147483707" r:id="rId3"/>
    <p:sldLayoutId id="2147483708" r:id="rId4"/>
    <p:sldLayoutId id="2147483709" r:id="rId5"/>
    <p:sldLayoutId id="2147483703" r:id="rId6"/>
    <p:sldLayoutId id="2147483699" r:id="rId7"/>
    <p:sldLayoutId id="2147483700" r:id="rId8"/>
    <p:sldLayoutId id="2147483701" r:id="rId9"/>
    <p:sldLayoutId id="2147483702" r:id="rId10"/>
    <p:sldLayoutId id="2147483704" r:id="rId11"/>
  </p:sldLayoutIdLst>
  <p:hf sldNum="0" hdr="0" ftr="0" dt="0"/>
  <p:txStyles>
    <p:titleStyle>
      <a:lvl1pPr algn="l" defTabSz="914400" rtl="0" eaLnBrk="1" latinLnBrk="0" hangingPunct="1">
        <a:lnSpc>
          <a:spcPct val="90000"/>
        </a:lnSpc>
        <a:spcBef>
          <a:spcPct val="0"/>
        </a:spcBef>
        <a:buNone/>
        <a:defRPr sz="5400"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tx2">
            <a:lumMod val="75000"/>
            <a:lumOff val="25000"/>
          </a:schemeClr>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6B1A5-EF17-EC4C-28B1-E806CF029FA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086CB9-AB03-31C2-A35E-EFD91E1BB16B}"/>
              </a:ext>
            </a:extLst>
          </p:cNvPr>
          <p:cNvSpPr>
            <a:spLocks noGrp="1"/>
          </p:cNvSpPr>
          <p:nvPr>
            <p:ph idx="1"/>
          </p:nvPr>
        </p:nvSpPr>
        <p:spPr>
          <a:xfrm>
            <a:off x="743688" y="947057"/>
            <a:ext cx="10900568" cy="5192486"/>
          </a:xfrm>
        </p:spPr>
        <p:txBody>
          <a:bodyPr>
            <a:normAutofit lnSpcReduction="10000"/>
          </a:bodyPr>
          <a:lstStyle/>
          <a:p>
            <a:pPr marL="0" indent="0">
              <a:buNone/>
            </a:pPr>
            <a:r>
              <a:rPr lang="en-US" sz="3200" b="1" dirty="0">
                <a:solidFill>
                  <a:srgbClr val="C00000"/>
                </a:solidFill>
              </a:rPr>
              <a:t>Module-5: </a:t>
            </a:r>
            <a:r>
              <a:rPr lang="en-US" sz="3200" b="1" dirty="0">
                <a:solidFill>
                  <a:schemeClr val="accent3">
                    <a:lumMod val="50000"/>
                  </a:schemeClr>
                </a:solidFill>
              </a:rPr>
              <a:t>Data Analytics and Real-World Applications: </a:t>
            </a:r>
          </a:p>
          <a:p>
            <a:pPr marL="0" indent="0">
              <a:buNone/>
            </a:pPr>
            <a:r>
              <a:rPr lang="en-US" sz="3200" b="1" dirty="0"/>
              <a:t>Exploratory Data Analysis (EDA): </a:t>
            </a:r>
            <a:r>
              <a:rPr lang="en-US" sz="3200" dirty="0"/>
              <a:t>Data visualization techniques, Statistical analysis and hypothesis testing, Identifying patterns and insights from data.  </a:t>
            </a:r>
          </a:p>
          <a:p>
            <a:pPr marL="0" indent="0">
              <a:buNone/>
            </a:pPr>
            <a:r>
              <a:rPr lang="en-US" sz="3200" b="1" dirty="0"/>
              <a:t>Time Series Analysis:  </a:t>
            </a:r>
            <a:r>
              <a:rPr lang="en-US" sz="3200" dirty="0"/>
              <a:t>Introduction to time series data, Time series forecasting using ARIMA and Prophet, Evaluating time series models.  </a:t>
            </a:r>
          </a:p>
          <a:p>
            <a:pPr marL="0" indent="0">
              <a:buNone/>
            </a:pPr>
            <a:r>
              <a:rPr lang="en-US" sz="3200" b="1" dirty="0"/>
              <a:t>Integrating Machine Learning Models: </a:t>
            </a:r>
            <a:r>
              <a:rPr lang="en-US" sz="3200" dirty="0"/>
              <a:t>Deployment of machine learning models, Building web applications with Flask and Django, Case studies on real-world applications of machine    learning.</a:t>
            </a:r>
            <a:endParaRPr lang="en-IN" sz="3200" dirty="0"/>
          </a:p>
        </p:txBody>
      </p:sp>
    </p:spTree>
    <p:extLst>
      <p:ext uri="{BB962C8B-B14F-4D97-AF65-F5344CB8AC3E}">
        <p14:creationId xmlns:p14="http://schemas.microsoft.com/office/powerpoint/2010/main" val="6933590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85592F5-C5F2-2137-09CB-FEA80DFC1C69}"/>
              </a:ext>
            </a:extLst>
          </p:cNvPr>
          <p:cNvSpPr>
            <a:spLocks noGrp="1"/>
          </p:cNvSpPr>
          <p:nvPr>
            <p:ph idx="1"/>
          </p:nvPr>
        </p:nvSpPr>
        <p:spPr>
          <a:xfrm>
            <a:off x="777240" y="718457"/>
            <a:ext cx="10659110" cy="5458506"/>
          </a:xfrm>
        </p:spPr>
        <p:txBody>
          <a:bodyPr>
            <a:normAutofit/>
          </a:bodyPr>
          <a:lstStyle/>
          <a:p>
            <a:pPr marL="0" indent="0">
              <a:buNone/>
            </a:pPr>
            <a:r>
              <a:rPr lang="en-US" sz="2400" b="1" dirty="0"/>
              <a:t>Exploratory Data Analysis:</a:t>
            </a:r>
          </a:p>
          <a:p>
            <a:pPr marL="0" indent="0">
              <a:buNone/>
            </a:pPr>
            <a:r>
              <a:rPr lang="en-US" sz="2400" dirty="0"/>
              <a:t>Exploratory Data Analysis (EDA) is the </a:t>
            </a:r>
            <a:r>
              <a:rPr lang="en-US" sz="2400" b="1" dirty="0"/>
              <a:t>process of </a:t>
            </a:r>
            <a:r>
              <a:rPr lang="en-US" sz="2400" b="1" dirty="0">
                <a:solidFill>
                  <a:srgbClr val="C00000"/>
                </a:solidFill>
              </a:rPr>
              <a:t>analyzing</a:t>
            </a:r>
            <a:r>
              <a:rPr lang="en-US" sz="2400" b="1" dirty="0"/>
              <a:t> </a:t>
            </a:r>
            <a:r>
              <a:rPr lang="en-US" sz="2400" dirty="0"/>
              <a:t>and </a:t>
            </a:r>
            <a:r>
              <a:rPr lang="en-US" sz="2400" b="1" dirty="0">
                <a:solidFill>
                  <a:srgbClr val="C00000"/>
                </a:solidFill>
              </a:rPr>
              <a:t>summarizing</a:t>
            </a:r>
            <a:r>
              <a:rPr lang="en-US" sz="2400" dirty="0"/>
              <a:t> </a:t>
            </a:r>
            <a:r>
              <a:rPr lang="en-US" sz="2400" b="1" dirty="0"/>
              <a:t>datasets to</a:t>
            </a:r>
            <a:r>
              <a:rPr lang="en-US" sz="2400" dirty="0"/>
              <a:t>:</a:t>
            </a:r>
          </a:p>
          <a:p>
            <a:r>
              <a:rPr lang="en-US" sz="2400" dirty="0"/>
              <a:t>Understand their </a:t>
            </a:r>
            <a:r>
              <a:rPr lang="en-US" sz="2400" b="1" dirty="0">
                <a:solidFill>
                  <a:srgbClr val="002060"/>
                </a:solidFill>
              </a:rPr>
              <a:t>structure</a:t>
            </a:r>
          </a:p>
          <a:p>
            <a:r>
              <a:rPr lang="en-US" sz="2400" dirty="0"/>
              <a:t>Find </a:t>
            </a:r>
            <a:r>
              <a:rPr lang="en-US" sz="2400" b="1" dirty="0">
                <a:solidFill>
                  <a:srgbClr val="002060"/>
                </a:solidFill>
              </a:rPr>
              <a:t>patterns</a:t>
            </a:r>
            <a:r>
              <a:rPr lang="en-US" sz="2400" dirty="0"/>
              <a:t>, </a:t>
            </a:r>
            <a:r>
              <a:rPr lang="en-US" sz="2400" b="1" dirty="0">
                <a:solidFill>
                  <a:srgbClr val="002060"/>
                </a:solidFill>
              </a:rPr>
              <a:t>relationships</a:t>
            </a:r>
            <a:r>
              <a:rPr lang="en-US" sz="2400" dirty="0"/>
              <a:t>, and </a:t>
            </a:r>
            <a:r>
              <a:rPr lang="en-US" sz="2400" b="1" dirty="0">
                <a:solidFill>
                  <a:srgbClr val="002060"/>
                </a:solidFill>
              </a:rPr>
              <a:t>anomalies</a:t>
            </a:r>
          </a:p>
          <a:p>
            <a:r>
              <a:rPr lang="en-US" sz="2400" b="1" dirty="0">
                <a:solidFill>
                  <a:srgbClr val="002060"/>
                </a:solidFill>
              </a:rPr>
              <a:t>Prepare data </a:t>
            </a:r>
            <a:r>
              <a:rPr lang="en-US" sz="2400" dirty="0"/>
              <a:t>for further modeling or decision-making</a:t>
            </a:r>
          </a:p>
          <a:p>
            <a:pPr marL="0" indent="0">
              <a:buNone/>
            </a:pPr>
            <a:endParaRPr lang="en-US" sz="2400" dirty="0"/>
          </a:p>
          <a:p>
            <a:pPr marL="0" indent="0">
              <a:buNone/>
            </a:pPr>
            <a:r>
              <a:rPr lang="en-US" sz="2400" b="1" dirty="0"/>
              <a:t>Goal of EDA:</a:t>
            </a:r>
          </a:p>
          <a:p>
            <a:pPr marL="0" indent="0">
              <a:buNone/>
            </a:pPr>
            <a:r>
              <a:rPr lang="en-US" sz="2400" dirty="0"/>
              <a:t>“</a:t>
            </a:r>
            <a:r>
              <a:rPr lang="en-US" sz="2400" b="1" dirty="0">
                <a:solidFill>
                  <a:srgbClr val="C00000"/>
                </a:solidFill>
              </a:rPr>
              <a:t>Let the data speak!” </a:t>
            </a:r>
            <a:r>
              <a:rPr lang="en-US" sz="2400" dirty="0"/>
              <a:t>— Before building any model, understand </a:t>
            </a:r>
            <a:r>
              <a:rPr lang="en-US" sz="2400" b="1" dirty="0"/>
              <a:t>what the data looks like</a:t>
            </a:r>
            <a:r>
              <a:rPr lang="en-US" sz="2400" dirty="0"/>
              <a:t>.</a:t>
            </a:r>
            <a:endParaRPr lang="en-IN" sz="2400" dirty="0"/>
          </a:p>
        </p:txBody>
      </p:sp>
    </p:spTree>
    <p:extLst>
      <p:ext uri="{BB962C8B-B14F-4D97-AF65-F5344CB8AC3E}">
        <p14:creationId xmlns:p14="http://schemas.microsoft.com/office/powerpoint/2010/main" val="30843221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FF859-EA8B-057F-59A1-C7782D01B13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B59DB97-1426-D4EA-4861-D7B01670113C}"/>
              </a:ext>
            </a:extLst>
          </p:cNvPr>
          <p:cNvSpPr>
            <a:spLocks noGrp="1"/>
          </p:cNvSpPr>
          <p:nvPr>
            <p:ph idx="1"/>
          </p:nvPr>
        </p:nvSpPr>
        <p:spPr>
          <a:xfrm>
            <a:off x="777240" y="718457"/>
            <a:ext cx="10659110" cy="5458506"/>
          </a:xfrm>
        </p:spPr>
        <p:txBody>
          <a:bodyPr>
            <a:normAutofit/>
          </a:bodyPr>
          <a:lstStyle/>
          <a:p>
            <a:pPr marL="0" indent="0">
              <a:buNone/>
            </a:pPr>
            <a:r>
              <a:rPr lang="en-US" sz="2400" b="1" dirty="0"/>
              <a:t>Why is EDA Important?</a:t>
            </a:r>
          </a:p>
          <a:p>
            <a:r>
              <a:rPr lang="en-US" sz="2400" dirty="0"/>
              <a:t>Ensures data quality (no missing or wrong values)</a:t>
            </a:r>
          </a:p>
          <a:p>
            <a:r>
              <a:rPr lang="en-US" sz="2400" dirty="0"/>
              <a:t>Identifies patterns and trends</a:t>
            </a:r>
          </a:p>
          <a:p>
            <a:r>
              <a:rPr lang="en-US" sz="2400" dirty="0"/>
              <a:t>Detects outliers and noise</a:t>
            </a:r>
          </a:p>
          <a:p>
            <a:r>
              <a:rPr lang="en-US" sz="2400" dirty="0"/>
              <a:t>Helps choose the right machine learning model</a:t>
            </a:r>
          </a:p>
          <a:p>
            <a:pPr marL="0" indent="0">
              <a:buNone/>
            </a:pPr>
            <a:endParaRPr lang="en-IN" sz="1600" dirty="0"/>
          </a:p>
          <a:p>
            <a:pPr marL="0" indent="0">
              <a:buNone/>
            </a:pPr>
            <a:r>
              <a:rPr lang="en-IN" sz="2400" b="1" dirty="0"/>
              <a:t>Basic Steps in EDA:</a:t>
            </a:r>
          </a:p>
          <a:p>
            <a:pPr marL="0" indent="0">
              <a:buNone/>
            </a:pPr>
            <a:endParaRPr lang="en-IN" sz="2400" dirty="0"/>
          </a:p>
        </p:txBody>
      </p:sp>
      <p:graphicFrame>
        <p:nvGraphicFramePr>
          <p:cNvPr id="2" name="Table 1">
            <a:extLst>
              <a:ext uri="{FF2B5EF4-FFF2-40B4-BE49-F238E27FC236}">
                <a16:creationId xmlns:a16="http://schemas.microsoft.com/office/drawing/2014/main" id="{D852B827-11BF-9D79-8A94-11D8DC3B9C51}"/>
              </a:ext>
            </a:extLst>
          </p:cNvPr>
          <p:cNvGraphicFramePr>
            <a:graphicFrameLocks noGrp="1"/>
          </p:cNvGraphicFramePr>
          <p:nvPr>
            <p:extLst>
              <p:ext uri="{D42A27DB-BD31-4B8C-83A1-F6EECF244321}">
                <p14:modId xmlns:p14="http://schemas.microsoft.com/office/powerpoint/2010/main" val="996257177"/>
              </p:ext>
            </p:extLst>
          </p:nvPr>
        </p:nvGraphicFramePr>
        <p:xfrm>
          <a:off x="1458980" y="3783137"/>
          <a:ext cx="9274040" cy="2393826"/>
        </p:xfrm>
        <a:graphic>
          <a:graphicData uri="http://schemas.openxmlformats.org/drawingml/2006/table">
            <a:tbl>
              <a:tblPr firstRow="1" firstCol="1" bandRow="1">
                <a:tableStyleId>{5C22544A-7EE6-4342-B048-85BDC9FD1C3A}</a:tableStyleId>
              </a:tblPr>
              <a:tblGrid>
                <a:gridCol w="4002385">
                  <a:extLst>
                    <a:ext uri="{9D8B030D-6E8A-4147-A177-3AD203B41FA5}">
                      <a16:colId xmlns:a16="http://schemas.microsoft.com/office/drawing/2014/main" val="4224223845"/>
                    </a:ext>
                  </a:extLst>
                </a:gridCol>
                <a:gridCol w="5271655">
                  <a:extLst>
                    <a:ext uri="{9D8B030D-6E8A-4147-A177-3AD203B41FA5}">
                      <a16:colId xmlns:a16="http://schemas.microsoft.com/office/drawing/2014/main" val="1622235938"/>
                    </a:ext>
                  </a:extLst>
                </a:gridCol>
              </a:tblGrid>
              <a:tr h="381938">
                <a:tc>
                  <a:txBody>
                    <a:bodyPr/>
                    <a:lstStyle/>
                    <a:p>
                      <a:pPr>
                        <a:lnSpc>
                          <a:spcPct val="115000"/>
                        </a:lnSpc>
                        <a:spcAft>
                          <a:spcPts val="800"/>
                        </a:spcAft>
                        <a:buNone/>
                      </a:pPr>
                      <a:r>
                        <a:rPr lang="en-IN" sz="2400" kern="100">
                          <a:effectLst/>
                        </a:rPr>
                        <a:t>Step</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What You Do</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56688907"/>
                  </a:ext>
                </a:extLst>
              </a:tr>
              <a:tr h="381938">
                <a:tc>
                  <a:txBody>
                    <a:bodyPr/>
                    <a:lstStyle/>
                    <a:p>
                      <a:pPr>
                        <a:lnSpc>
                          <a:spcPct val="115000"/>
                        </a:lnSpc>
                        <a:spcAft>
                          <a:spcPts val="800"/>
                        </a:spcAft>
                        <a:buNone/>
                      </a:pPr>
                      <a:r>
                        <a:rPr lang="en-IN" sz="2400" kern="100">
                          <a:effectLst/>
                        </a:rPr>
                        <a:t>1. Load the data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Use pandas, Excel, etc.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8778726"/>
                  </a:ext>
                </a:extLst>
              </a:tr>
              <a:tr h="381938">
                <a:tc>
                  <a:txBody>
                    <a:bodyPr/>
                    <a:lstStyle/>
                    <a:p>
                      <a:pPr>
                        <a:lnSpc>
                          <a:spcPct val="115000"/>
                        </a:lnSpc>
                        <a:spcAft>
                          <a:spcPts val="800"/>
                        </a:spcAft>
                        <a:buNone/>
                      </a:pPr>
                      <a:r>
                        <a:rPr lang="en-IN" sz="2400" kern="100" dirty="0">
                          <a:effectLst/>
                        </a:rPr>
                        <a:t>2. Understand the structure</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Check rows, columns, types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14898363"/>
                  </a:ext>
                </a:extLst>
              </a:tr>
              <a:tr h="381938">
                <a:tc>
                  <a:txBody>
                    <a:bodyPr/>
                    <a:lstStyle/>
                    <a:p>
                      <a:pPr>
                        <a:lnSpc>
                          <a:spcPct val="115000"/>
                        </a:lnSpc>
                        <a:spcAft>
                          <a:spcPts val="800"/>
                        </a:spcAft>
                        <a:buNone/>
                      </a:pPr>
                      <a:r>
                        <a:rPr lang="en-IN" sz="2400" kern="100">
                          <a:effectLst/>
                        </a:rPr>
                        <a:t>3. Handle missing values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Remove or fill missing data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83017533"/>
                  </a:ext>
                </a:extLst>
              </a:tr>
              <a:tr h="381938">
                <a:tc>
                  <a:txBody>
                    <a:bodyPr/>
                    <a:lstStyle/>
                    <a:p>
                      <a:pPr>
                        <a:lnSpc>
                          <a:spcPct val="115000"/>
                        </a:lnSpc>
                        <a:spcAft>
                          <a:spcPts val="800"/>
                        </a:spcAft>
                        <a:buNone/>
                      </a:pPr>
                      <a:r>
                        <a:rPr lang="en-IN" sz="2400" kern="100">
                          <a:effectLst/>
                        </a:rPr>
                        <a:t>4. Summary statistics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Mean, median, min, max, std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65852852"/>
                  </a:ext>
                </a:extLst>
              </a:tr>
              <a:tr h="381938">
                <a:tc>
                  <a:txBody>
                    <a:bodyPr/>
                    <a:lstStyle/>
                    <a:p>
                      <a:pPr>
                        <a:lnSpc>
                          <a:spcPct val="115000"/>
                        </a:lnSpc>
                        <a:spcAft>
                          <a:spcPts val="800"/>
                        </a:spcAft>
                        <a:buNone/>
                      </a:pPr>
                      <a:r>
                        <a:rPr lang="en-IN" sz="2400" kern="100">
                          <a:effectLst/>
                        </a:rPr>
                        <a:t>5. Visualize the data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Use plots to explore patterns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21338341"/>
                  </a:ext>
                </a:extLst>
              </a:tr>
            </a:tbl>
          </a:graphicData>
        </a:graphic>
      </p:graphicFrame>
    </p:spTree>
    <p:extLst>
      <p:ext uri="{BB962C8B-B14F-4D97-AF65-F5344CB8AC3E}">
        <p14:creationId xmlns:p14="http://schemas.microsoft.com/office/powerpoint/2010/main" val="78400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102E4-9730-F42D-11A6-0AD28E82C3FF}"/>
            </a:ext>
          </a:extLst>
        </p:cNvPr>
        <p:cNvGrpSpPr/>
        <p:nvPr/>
      </p:nvGrpSpPr>
      <p:grpSpPr>
        <a:xfrm>
          <a:off x="0" y="0"/>
          <a:ext cx="0" cy="0"/>
          <a:chOff x="0" y="0"/>
          <a:chExt cx="0" cy="0"/>
        </a:xfrm>
      </p:grpSpPr>
      <p:pic>
        <p:nvPicPr>
          <p:cNvPr id="1026" name="Picture 2" descr="10 Types of Data Visualization Made Simple (Graphs &amp; Charts)">
            <a:extLst>
              <a:ext uri="{FF2B5EF4-FFF2-40B4-BE49-F238E27FC236}">
                <a16:creationId xmlns:a16="http://schemas.microsoft.com/office/drawing/2014/main" id="{17F86FA2-5AEE-CD61-9968-545AFC8FEFFE}"/>
              </a:ext>
            </a:extLst>
          </p:cNvPr>
          <p:cNvPicPr>
            <a:picLocks noGrp="1" noChangeAspect="1" noChangeArrowheads="1"/>
          </p:cNvPicPr>
          <p:nvPr>
            <p:ph idx="1"/>
          </p:nvPr>
        </p:nvPicPr>
        <p:blipFill>
          <a:blip r:embed="rId2">
            <a:alphaModFix/>
            <a:extLst>
              <a:ext uri="{28A0092B-C50C-407E-A947-70E740481C1C}">
                <a14:useLocalDpi xmlns:a14="http://schemas.microsoft.com/office/drawing/2010/main" val="0"/>
              </a:ext>
            </a:extLst>
          </a:blip>
          <a:srcRect t="5058" b="1192"/>
          <a:stretch/>
        </p:blipFill>
        <p:spPr bwMode="auto">
          <a:xfrm>
            <a:off x="-1" y="10"/>
            <a:ext cx="12192001" cy="685799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147B23C-373D-FE31-7BE5-6DB870E4F225}"/>
              </a:ext>
            </a:extLst>
          </p:cNvPr>
          <p:cNvSpPr txBox="1"/>
          <p:nvPr/>
        </p:nvSpPr>
        <p:spPr>
          <a:xfrm>
            <a:off x="2960914" y="3570905"/>
            <a:ext cx="3548743" cy="830997"/>
          </a:xfrm>
          <a:prstGeom prst="rect">
            <a:avLst/>
          </a:prstGeom>
          <a:noFill/>
        </p:spPr>
        <p:txBody>
          <a:bodyPr wrap="square">
            <a:spAutoFit/>
          </a:bodyPr>
          <a:lstStyle/>
          <a:p>
            <a:r>
              <a:rPr lang="en-IN" sz="4800" b="1" dirty="0">
                <a:solidFill>
                  <a:schemeClr val="bg1"/>
                </a:solidFill>
              </a:rPr>
              <a:t>Visualization </a:t>
            </a:r>
            <a:endParaRPr lang="en-IN" sz="4800" dirty="0">
              <a:solidFill>
                <a:schemeClr val="bg1"/>
              </a:solidFill>
            </a:endParaRPr>
          </a:p>
        </p:txBody>
      </p:sp>
      <p:sp>
        <p:nvSpPr>
          <p:cNvPr id="6" name="TextBox 5">
            <a:extLst>
              <a:ext uri="{FF2B5EF4-FFF2-40B4-BE49-F238E27FC236}">
                <a16:creationId xmlns:a16="http://schemas.microsoft.com/office/drawing/2014/main" id="{82E45884-D165-01B9-674A-39E135654C39}"/>
              </a:ext>
            </a:extLst>
          </p:cNvPr>
          <p:cNvSpPr txBox="1"/>
          <p:nvPr/>
        </p:nvSpPr>
        <p:spPr>
          <a:xfrm>
            <a:off x="10614385" y="1746396"/>
            <a:ext cx="1614417" cy="769441"/>
          </a:xfrm>
          <a:prstGeom prst="rect">
            <a:avLst/>
          </a:prstGeom>
          <a:noFill/>
        </p:spPr>
        <p:txBody>
          <a:bodyPr wrap="square">
            <a:spAutoFit/>
          </a:bodyPr>
          <a:lstStyle/>
          <a:p>
            <a:r>
              <a:rPr lang="en-IN" sz="4000" b="1" dirty="0">
                <a:solidFill>
                  <a:schemeClr val="bg1"/>
                </a:solidFill>
              </a:rPr>
              <a:t>Data</a:t>
            </a:r>
            <a:r>
              <a:rPr lang="en-IN" sz="4400" b="1" dirty="0">
                <a:solidFill>
                  <a:schemeClr val="bg1"/>
                </a:solidFill>
              </a:rPr>
              <a:t> </a:t>
            </a:r>
            <a:endParaRPr lang="en-IN" sz="4400" dirty="0"/>
          </a:p>
        </p:txBody>
      </p:sp>
      <p:sp>
        <p:nvSpPr>
          <p:cNvPr id="7" name="TextBox 6">
            <a:extLst>
              <a:ext uri="{FF2B5EF4-FFF2-40B4-BE49-F238E27FC236}">
                <a16:creationId xmlns:a16="http://schemas.microsoft.com/office/drawing/2014/main" id="{628AD3A5-8444-48C5-31F9-F26722553FAC}"/>
              </a:ext>
            </a:extLst>
          </p:cNvPr>
          <p:cNvSpPr txBox="1"/>
          <p:nvPr/>
        </p:nvSpPr>
        <p:spPr>
          <a:xfrm>
            <a:off x="2088955" y="745769"/>
            <a:ext cx="1920946" cy="584775"/>
          </a:xfrm>
          <a:prstGeom prst="rect">
            <a:avLst/>
          </a:prstGeom>
          <a:noFill/>
        </p:spPr>
        <p:txBody>
          <a:bodyPr wrap="square">
            <a:spAutoFit/>
          </a:bodyPr>
          <a:lstStyle/>
          <a:p>
            <a:r>
              <a:rPr lang="en-IN" sz="3200" b="1" dirty="0">
                <a:solidFill>
                  <a:schemeClr val="bg1"/>
                </a:solidFill>
              </a:rPr>
              <a:t>Numpy </a:t>
            </a:r>
            <a:endParaRPr lang="en-IN" sz="3200" dirty="0"/>
          </a:p>
        </p:txBody>
      </p:sp>
      <p:sp>
        <p:nvSpPr>
          <p:cNvPr id="9" name="TextBox 8">
            <a:extLst>
              <a:ext uri="{FF2B5EF4-FFF2-40B4-BE49-F238E27FC236}">
                <a16:creationId xmlns:a16="http://schemas.microsoft.com/office/drawing/2014/main" id="{08CDFAF0-19FA-85E5-EF9F-A430420514A8}"/>
              </a:ext>
            </a:extLst>
          </p:cNvPr>
          <p:cNvSpPr txBox="1"/>
          <p:nvPr/>
        </p:nvSpPr>
        <p:spPr>
          <a:xfrm rot="16200000">
            <a:off x="-915118" y="3105833"/>
            <a:ext cx="2340429" cy="646331"/>
          </a:xfrm>
          <a:prstGeom prst="rect">
            <a:avLst/>
          </a:prstGeom>
          <a:noFill/>
        </p:spPr>
        <p:txBody>
          <a:bodyPr wrap="square">
            <a:spAutoFit/>
          </a:bodyPr>
          <a:lstStyle/>
          <a:p>
            <a:r>
              <a:rPr lang="en-IN" sz="3600" b="1" dirty="0">
                <a:solidFill>
                  <a:schemeClr val="bg1"/>
                </a:solidFill>
              </a:rPr>
              <a:t>Matplotlib</a:t>
            </a:r>
            <a:endParaRPr lang="en-IN" sz="3600" dirty="0">
              <a:solidFill>
                <a:schemeClr val="bg1"/>
              </a:solidFill>
            </a:endParaRPr>
          </a:p>
        </p:txBody>
      </p:sp>
    </p:spTree>
    <p:extLst>
      <p:ext uri="{BB962C8B-B14F-4D97-AF65-F5344CB8AC3E}">
        <p14:creationId xmlns:p14="http://schemas.microsoft.com/office/powerpoint/2010/main" val="1965190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F246AE-0828-9BF0-A88E-805501506A5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C03C51-40C2-3F37-6806-0939F94BA6E7}"/>
              </a:ext>
            </a:extLst>
          </p:cNvPr>
          <p:cNvSpPr>
            <a:spLocks noGrp="1"/>
          </p:cNvSpPr>
          <p:nvPr>
            <p:ph idx="1"/>
          </p:nvPr>
        </p:nvSpPr>
        <p:spPr>
          <a:xfrm>
            <a:off x="777240" y="794657"/>
            <a:ext cx="10659110" cy="5382306"/>
          </a:xfrm>
        </p:spPr>
        <p:txBody>
          <a:bodyPr>
            <a:normAutofit/>
          </a:bodyPr>
          <a:lstStyle/>
          <a:p>
            <a:pPr marL="0" indent="0">
              <a:buNone/>
            </a:pPr>
            <a:r>
              <a:rPr lang="en-IN" sz="3200" b="1" dirty="0">
                <a:solidFill>
                  <a:srgbClr val="002060"/>
                </a:solidFill>
              </a:rPr>
              <a:t>Data Visualization:</a:t>
            </a:r>
          </a:p>
          <a:p>
            <a:pPr marL="0" indent="0">
              <a:buNone/>
            </a:pPr>
            <a:r>
              <a:rPr lang="en-US" sz="2400" dirty="0"/>
              <a:t>Data Visualization is the </a:t>
            </a:r>
            <a:r>
              <a:rPr lang="en-US" sz="2400" b="1" dirty="0">
                <a:solidFill>
                  <a:srgbClr val="C00000"/>
                </a:solidFill>
              </a:rPr>
              <a:t>graphical representation </a:t>
            </a:r>
            <a:r>
              <a:rPr lang="en-US" sz="2400" dirty="0"/>
              <a:t>of </a:t>
            </a:r>
            <a:r>
              <a:rPr lang="en-US" sz="2400" b="1" dirty="0"/>
              <a:t>data</a:t>
            </a:r>
            <a:r>
              <a:rPr lang="en-US" sz="2400" dirty="0"/>
              <a:t> and </a:t>
            </a:r>
            <a:r>
              <a:rPr lang="en-US" sz="2400" b="1" dirty="0"/>
              <a:t>information</a:t>
            </a:r>
            <a:r>
              <a:rPr lang="en-US" sz="2400" dirty="0"/>
              <a:t>. It helps in identifying </a:t>
            </a:r>
            <a:r>
              <a:rPr lang="en-US" sz="2400" b="1" dirty="0">
                <a:solidFill>
                  <a:srgbClr val="002060"/>
                </a:solidFill>
              </a:rPr>
              <a:t>trends</a:t>
            </a:r>
            <a:r>
              <a:rPr lang="en-US" sz="2400" dirty="0"/>
              <a:t>, </a:t>
            </a:r>
            <a:r>
              <a:rPr lang="en-US" sz="2400" b="1" dirty="0">
                <a:solidFill>
                  <a:srgbClr val="002060"/>
                </a:solidFill>
              </a:rPr>
              <a:t>patterns</a:t>
            </a:r>
            <a:r>
              <a:rPr lang="en-US" sz="2400" dirty="0"/>
              <a:t>, and </a:t>
            </a:r>
            <a:r>
              <a:rPr lang="en-US" sz="2400" b="1" dirty="0">
                <a:solidFill>
                  <a:srgbClr val="002060"/>
                </a:solidFill>
              </a:rPr>
              <a:t>insights</a:t>
            </a:r>
            <a:r>
              <a:rPr lang="en-US" sz="2400" dirty="0"/>
              <a:t> in large datasets by using visual elements like </a:t>
            </a:r>
            <a:r>
              <a:rPr lang="en-US" sz="2400" b="1" dirty="0">
                <a:solidFill>
                  <a:srgbClr val="00B0F0"/>
                </a:solidFill>
              </a:rPr>
              <a:t>charts</a:t>
            </a:r>
            <a:r>
              <a:rPr lang="en-US" sz="2400" dirty="0"/>
              <a:t>, </a:t>
            </a:r>
            <a:r>
              <a:rPr lang="en-US" sz="2400" b="1" dirty="0">
                <a:solidFill>
                  <a:srgbClr val="00B0F0"/>
                </a:solidFill>
              </a:rPr>
              <a:t>graphs</a:t>
            </a:r>
            <a:r>
              <a:rPr lang="en-US" sz="2400" dirty="0"/>
              <a:t>, </a:t>
            </a:r>
            <a:r>
              <a:rPr lang="en-US" sz="2400" b="1" dirty="0">
                <a:solidFill>
                  <a:srgbClr val="00B0F0"/>
                </a:solidFill>
              </a:rPr>
              <a:t>maps</a:t>
            </a:r>
            <a:r>
              <a:rPr lang="en-US" sz="2400" dirty="0"/>
              <a:t>, and </a:t>
            </a:r>
            <a:r>
              <a:rPr lang="en-US" sz="2400" b="1" dirty="0">
                <a:solidFill>
                  <a:srgbClr val="00B0F0"/>
                </a:solidFill>
              </a:rPr>
              <a:t>dashboards</a:t>
            </a:r>
            <a:r>
              <a:rPr lang="en-US" sz="2400" dirty="0"/>
              <a:t>.</a:t>
            </a:r>
          </a:p>
          <a:p>
            <a:pPr marL="0" indent="0">
              <a:buNone/>
            </a:pPr>
            <a:endParaRPr lang="en-US" sz="800" dirty="0"/>
          </a:p>
          <a:p>
            <a:pPr marL="0" indent="0">
              <a:buNone/>
            </a:pPr>
            <a:r>
              <a:rPr lang="en-US" sz="2400" b="1" dirty="0"/>
              <a:t>Why is Data Visualization Important?</a:t>
            </a:r>
          </a:p>
          <a:p>
            <a:r>
              <a:rPr lang="en-US" sz="2400" b="1" dirty="0"/>
              <a:t>Better Data Understanding </a:t>
            </a:r>
            <a:r>
              <a:rPr lang="en-US" sz="2400" dirty="0"/>
              <a:t>– Makes </a:t>
            </a:r>
            <a:r>
              <a:rPr lang="en-US" sz="2400" b="1" dirty="0">
                <a:solidFill>
                  <a:srgbClr val="C00000"/>
                </a:solidFill>
              </a:rPr>
              <a:t>complex</a:t>
            </a:r>
            <a:r>
              <a:rPr lang="en-US" sz="2400" dirty="0"/>
              <a:t> </a:t>
            </a:r>
            <a:r>
              <a:rPr lang="en-US" sz="2400" b="1" dirty="0">
                <a:solidFill>
                  <a:srgbClr val="C00000"/>
                </a:solidFill>
              </a:rPr>
              <a:t>data</a:t>
            </a:r>
            <a:r>
              <a:rPr lang="en-US" sz="2400" dirty="0"/>
              <a:t> easier to comprehend.</a:t>
            </a:r>
          </a:p>
          <a:p>
            <a:r>
              <a:rPr lang="en-US" sz="2400" b="1" dirty="0"/>
              <a:t>Identifies Trends and Patterns </a:t>
            </a:r>
            <a:r>
              <a:rPr lang="en-US" sz="2400" dirty="0"/>
              <a:t>– Helps </a:t>
            </a:r>
            <a:r>
              <a:rPr lang="en-US" sz="2400" b="1" dirty="0">
                <a:solidFill>
                  <a:srgbClr val="C00000"/>
                </a:solidFill>
              </a:rPr>
              <a:t>spot correlations</a:t>
            </a:r>
            <a:r>
              <a:rPr lang="en-US" sz="2400" dirty="0">
                <a:solidFill>
                  <a:srgbClr val="C00000"/>
                </a:solidFill>
              </a:rPr>
              <a:t> </a:t>
            </a:r>
            <a:r>
              <a:rPr lang="en-US" sz="2400" dirty="0"/>
              <a:t>and </a:t>
            </a:r>
            <a:r>
              <a:rPr lang="en-US" sz="2400" b="1" dirty="0">
                <a:solidFill>
                  <a:srgbClr val="C00000"/>
                </a:solidFill>
              </a:rPr>
              <a:t>anomalies</a:t>
            </a:r>
            <a:r>
              <a:rPr lang="en-US" sz="2400" dirty="0"/>
              <a:t> quickly.</a:t>
            </a:r>
          </a:p>
          <a:p>
            <a:r>
              <a:rPr lang="en-US" sz="2400" b="1" dirty="0"/>
              <a:t>Improves Decision Making </a:t>
            </a:r>
            <a:r>
              <a:rPr lang="en-US" sz="2400" dirty="0"/>
              <a:t>– Supports </a:t>
            </a:r>
            <a:r>
              <a:rPr lang="en-US" sz="2400" b="1" dirty="0">
                <a:solidFill>
                  <a:srgbClr val="C00000"/>
                </a:solidFill>
              </a:rPr>
              <a:t>data-driven</a:t>
            </a:r>
            <a:r>
              <a:rPr lang="en-US" sz="2400" dirty="0"/>
              <a:t> business strategies.</a:t>
            </a:r>
          </a:p>
          <a:p>
            <a:r>
              <a:rPr lang="en-US" sz="2400" b="1" dirty="0"/>
              <a:t>Enhances Communication </a:t>
            </a:r>
            <a:r>
              <a:rPr lang="en-US" sz="2400" dirty="0"/>
              <a:t>– </a:t>
            </a:r>
            <a:r>
              <a:rPr lang="en-US" sz="2400" b="1" dirty="0">
                <a:solidFill>
                  <a:srgbClr val="C00000"/>
                </a:solidFill>
              </a:rPr>
              <a:t>Presents</a:t>
            </a:r>
            <a:r>
              <a:rPr lang="en-US" sz="2400" dirty="0"/>
              <a:t> data effectively for both technical and non-technical audiences.</a:t>
            </a:r>
          </a:p>
          <a:p>
            <a:pPr marL="0" indent="0">
              <a:buNone/>
            </a:pPr>
            <a:endParaRPr lang="en-US" sz="2400" dirty="0"/>
          </a:p>
        </p:txBody>
      </p:sp>
    </p:spTree>
    <p:extLst>
      <p:ext uri="{BB962C8B-B14F-4D97-AF65-F5344CB8AC3E}">
        <p14:creationId xmlns:p14="http://schemas.microsoft.com/office/powerpoint/2010/main" val="10728649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CDC00-A536-9B5D-9C0B-4BB72B84320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93BA16-3A9E-24DC-6954-BB75E0667600}"/>
              </a:ext>
            </a:extLst>
          </p:cNvPr>
          <p:cNvSpPr>
            <a:spLocks noGrp="1"/>
          </p:cNvSpPr>
          <p:nvPr>
            <p:ph idx="1"/>
          </p:nvPr>
        </p:nvSpPr>
        <p:spPr>
          <a:xfrm>
            <a:off x="777240" y="794657"/>
            <a:ext cx="10659110" cy="5382306"/>
          </a:xfrm>
        </p:spPr>
        <p:txBody>
          <a:bodyPr>
            <a:normAutofit/>
          </a:bodyPr>
          <a:lstStyle/>
          <a:p>
            <a:pPr marL="0" indent="0">
              <a:buNone/>
            </a:pPr>
            <a:r>
              <a:rPr lang="en-US" sz="2800" b="1" dirty="0"/>
              <a:t>Common Data Visualization Types</a:t>
            </a:r>
          </a:p>
          <a:p>
            <a:r>
              <a:rPr lang="en-US" sz="2800" b="1" dirty="0"/>
              <a:t>Bar Chart </a:t>
            </a:r>
            <a:r>
              <a:rPr lang="en-US" sz="2800" dirty="0"/>
              <a:t>– Compares different categories.</a:t>
            </a:r>
          </a:p>
          <a:p>
            <a:r>
              <a:rPr lang="en-US" sz="2800" b="1" dirty="0"/>
              <a:t>Line Chart </a:t>
            </a:r>
            <a:r>
              <a:rPr lang="en-US" sz="2800" dirty="0"/>
              <a:t>– Shows trends over time.</a:t>
            </a:r>
          </a:p>
          <a:p>
            <a:r>
              <a:rPr lang="en-US" sz="2800" b="1" dirty="0"/>
              <a:t>Pie Chart </a:t>
            </a:r>
            <a:r>
              <a:rPr lang="en-US" sz="2800" dirty="0"/>
              <a:t>– Represents proportions.</a:t>
            </a:r>
          </a:p>
          <a:p>
            <a:r>
              <a:rPr lang="en-US" sz="2800" b="1" dirty="0"/>
              <a:t>Scatter Plot </a:t>
            </a:r>
            <a:r>
              <a:rPr lang="en-US" sz="2800" dirty="0"/>
              <a:t>– Displays relationships between variables.</a:t>
            </a:r>
          </a:p>
          <a:p>
            <a:r>
              <a:rPr lang="en-US" sz="2800" b="1" dirty="0"/>
              <a:t>Heatmap</a:t>
            </a:r>
            <a:r>
              <a:rPr lang="en-US" sz="2800" dirty="0"/>
              <a:t> – Highlights data intensity with color variations.</a:t>
            </a:r>
          </a:p>
          <a:p>
            <a:r>
              <a:rPr lang="en-US" sz="2800" b="1" dirty="0"/>
              <a:t>Histogram</a:t>
            </a:r>
            <a:r>
              <a:rPr lang="en-US" sz="2800" dirty="0"/>
              <a:t> – Represents frequency distribution.</a:t>
            </a:r>
          </a:p>
          <a:p>
            <a:r>
              <a:rPr lang="en-US" sz="2800" b="1" dirty="0"/>
              <a:t>Dashboard</a:t>
            </a:r>
            <a:r>
              <a:rPr lang="en-US" sz="2800" dirty="0"/>
              <a:t> – Combines multiple visualizations for an overview.</a:t>
            </a:r>
            <a:endParaRPr lang="en-IN" sz="2800" dirty="0"/>
          </a:p>
          <a:p>
            <a:pPr marL="0" indent="0">
              <a:buNone/>
            </a:pPr>
            <a:endParaRPr lang="en-IN" sz="2800" dirty="0"/>
          </a:p>
        </p:txBody>
      </p:sp>
    </p:spTree>
    <p:extLst>
      <p:ext uri="{BB962C8B-B14F-4D97-AF65-F5344CB8AC3E}">
        <p14:creationId xmlns:p14="http://schemas.microsoft.com/office/powerpoint/2010/main" val="1860809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069E7-D447-F512-FE8E-5424E15511E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6CB03B-FFDE-593C-07B4-D62975E909ED}"/>
              </a:ext>
            </a:extLst>
          </p:cNvPr>
          <p:cNvSpPr>
            <a:spLocks noGrp="1"/>
          </p:cNvSpPr>
          <p:nvPr>
            <p:ph idx="1"/>
          </p:nvPr>
        </p:nvSpPr>
        <p:spPr>
          <a:xfrm>
            <a:off x="777240" y="1132113"/>
            <a:ext cx="10659110" cy="5044849"/>
          </a:xfrm>
        </p:spPr>
        <p:txBody>
          <a:bodyPr>
            <a:normAutofit/>
          </a:bodyPr>
          <a:lstStyle/>
          <a:p>
            <a:pPr marL="0" indent="0">
              <a:buNone/>
            </a:pPr>
            <a:r>
              <a:rPr lang="en-IN" sz="3600" b="1" dirty="0"/>
              <a:t>Popular Data Visualization Tools</a:t>
            </a:r>
          </a:p>
          <a:p>
            <a:r>
              <a:rPr lang="en-IN" sz="3200" dirty="0"/>
              <a:t>Tableau</a:t>
            </a:r>
          </a:p>
          <a:p>
            <a:r>
              <a:rPr lang="en-IN" sz="3200" dirty="0"/>
              <a:t>Power BI</a:t>
            </a:r>
          </a:p>
          <a:p>
            <a:r>
              <a:rPr lang="en-IN" sz="3200" b="1" dirty="0">
                <a:solidFill>
                  <a:srgbClr val="C00000"/>
                </a:solidFill>
              </a:rPr>
              <a:t>Matplotlib &amp; Seaborn (Python)</a:t>
            </a:r>
          </a:p>
          <a:p>
            <a:r>
              <a:rPr lang="en-IN" sz="3200" dirty="0"/>
              <a:t>D3.js (JavaScript)</a:t>
            </a:r>
          </a:p>
          <a:p>
            <a:r>
              <a:rPr lang="en-IN" sz="3200" dirty="0"/>
              <a:t>Google Data Studio</a:t>
            </a:r>
          </a:p>
        </p:txBody>
      </p:sp>
    </p:spTree>
    <p:extLst>
      <p:ext uri="{BB962C8B-B14F-4D97-AF65-F5344CB8AC3E}">
        <p14:creationId xmlns:p14="http://schemas.microsoft.com/office/powerpoint/2010/main" val="38297202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3A372-781A-2C1B-2785-BEE06A4BF59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A8E07D-090E-F706-81FF-A5F81DF13388}"/>
              </a:ext>
            </a:extLst>
          </p:cNvPr>
          <p:cNvSpPr>
            <a:spLocks noGrp="1"/>
          </p:cNvSpPr>
          <p:nvPr>
            <p:ph idx="1"/>
          </p:nvPr>
        </p:nvSpPr>
        <p:spPr>
          <a:xfrm>
            <a:off x="777240" y="718457"/>
            <a:ext cx="10659110" cy="5458506"/>
          </a:xfrm>
        </p:spPr>
        <p:txBody>
          <a:bodyPr>
            <a:normAutofit/>
          </a:bodyPr>
          <a:lstStyle/>
          <a:p>
            <a:pPr marL="0" indent="0">
              <a:buNone/>
            </a:pPr>
            <a:r>
              <a:rPr lang="en-US" sz="2800" b="1" dirty="0"/>
              <a:t>Data Visualization </a:t>
            </a:r>
            <a:r>
              <a:rPr lang="en-US" sz="2800" b="1" dirty="0">
                <a:solidFill>
                  <a:srgbClr val="C00000"/>
                </a:solidFill>
              </a:rPr>
              <a:t>Techniques</a:t>
            </a:r>
          </a:p>
          <a:p>
            <a:pPr marL="0" indent="0">
              <a:buNone/>
            </a:pPr>
            <a:r>
              <a:rPr lang="en-US" sz="2800" b="1" dirty="0"/>
              <a:t>Data Visualization Techniques</a:t>
            </a:r>
            <a:r>
              <a:rPr lang="en-US" sz="2800" dirty="0"/>
              <a:t> are methods used to represent data graphically, making complex data more understandable and actionable. They help identify patterns, trends, and outliers in data by converting numerical and textual data into visual formats.</a:t>
            </a:r>
            <a:endParaRPr lang="en-IN" sz="2800" b="1" dirty="0"/>
          </a:p>
        </p:txBody>
      </p:sp>
    </p:spTree>
    <p:extLst>
      <p:ext uri="{BB962C8B-B14F-4D97-AF65-F5344CB8AC3E}">
        <p14:creationId xmlns:p14="http://schemas.microsoft.com/office/powerpoint/2010/main" val="33602852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A7D13-D6E0-2FAA-AD1F-5BB3BA2649B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DB50A0-9235-A2C3-12CD-7528A2B9AF14}"/>
              </a:ext>
            </a:extLst>
          </p:cNvPr>
          <p:cNvSpPr>
            <a:spLocks noGrp="1"/>
          </p:cNvSpPr>
          <p:nvPr>
            <p:ph idx="1"/>
          </p:nvPr>
        </p:nvSpPr>
        <p:spPr>
          <a:xfrm>
            <a:off x="777240" y="293914"/>
            <a:ext cx="10659110" cy="5883049"/>
          </a:xfrm>
        </p:spPr>
        <p:txBody>
          <a:bodyPr>
            <a:normAutofit/>
          </a:bodyPr>
          <a:lstStyle/>
          <a:p>
            <a:pPr marL="0" indent="0">
              <a:buNone/>
            </a:pPr>
            <a:r>
              <a:rPr lang="en-US" sz="2400" b="1" dirty="0"/>
              <a:t>1. Bar Chart</a:t>
            </a:r>
          </a:p>
          <a:p>
            <a:r>
              <a:rPr lang="en-US" sz="2400" b="1" dirty="0"/>
              <a:t>Use:</a:t>
            </a:r>
            <a:r>
              <a:rPr lang="en-US" sz="2400" dirty="0"/>
              <a:t> Compare quantities of different categories.</a:t>
            </a:r>
          </a:p>
          <a:p>
            <a:r>
              <a:rPr lang="en-US" sz="2400" b="1" dirty="0"/>
              <a:t>Example:</a:t>
            </a:r>
            <a:r>
              <a:rPr lang="en-US" sz="2400" dirty="0"/>
              <a:t> Comparing sales across different regions.</a:t>
            </a:r>
          </a:p>
          <a:p>
            <a:pPr marL="0" indent="0">
              <a:buNone/>
            </a:pPr>
            <a:endParaRPr lang="en-US" sz="2400" dirty="0"/>
          </a:p>
          <a:p>
            <a:pPr marL="0" indent="0">
              <a:buNone/>
            </a:pPr>
            <a:endParaRPr lang="en-US" sz="2400" dirty="0"/>
          </a:p>
          <a:p>
            <a:pPr marL="0" indent="0">
              <a:buNone/>
            </a:pPr>
            <a:endParaRPr lang="en-IN" sz="2400" dirty="0"/>
          </a:p>
        </p:txBody>
      </p:sp>
      <p:pic>
        <p:nvPicPr>
          <p:cNvPr id="2" name="Picture 1" descr="A graph of green bars">
            <a:extLst>
              <a:ext uri="{FF2B5EF4-FFF2-40B4-BE49-F238E27FC236}">
                <a16:creationId xmlns:a16="http://schemas.microsoft.com/office/drawing/2014/main" id="{27FCF3A5-CBB0-3E47-20A1-98C845C025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95302" y="1720598"/>
            <a:ext cx="6624897" cy="4968673"/>
          </a:xfrm>
          <a:prstGeom prst="rect">
            <a:avLst/>
          </a:prstGeom>
        </p:spPr>
      </p:pic>
    </p:spTree>
    <p:extLst>
      <p:ext uri="{BB962C8B-B14F-4D97-AF65-F5344CB8AC3E}">
        <p14:creationId xmlns:p14="http://schemas.microsoft.com/office/powerpoint/2010/main" val="11879645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4A65E-F08A-1A93-5AC8-DA2AC2E8154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EB036D-0558-2BC0-9F78-491761DCA79A}"/>
              </a:ext>
            </a:extLst>
          </p:cNvPr>
          <p:cNvSpPr>
            <a:spLocks noGrp="1"/>
          </p:cNvSpPr>
          <p:nvPr>
            <p:ph idx="1"/>
          </p:nvPr>
        </p:nvSpPr>
        <p:spPr>
          <a:xfrm>
            <a:off x="777240" y="342899"/>
            <a:ext cx="10659110" cy="5834064"/>
          </a:xfrm>
        </p:spPr>
        <p:txBody>
          <a:bodyPr>
            <a:normAutofit/>
          </a:bodyPr>
          <a:lstStyle/>
          <a:p>
            <a:pPr marL="0" indent="0">
              <a:buNone/>
            </a:pPr>
            <a:r>
              <a:rPr lang="en-US" sz="2400" b="1" dirty="0"/>
              <a:t>2. Line Chart</a:t>
            </a:r>
          </a:p>
          <a:p>
            <a:r>
              <a:rPr lang="en-US" sz="2400" b="1" dirty="0"/>
              <a:t>Use:</a:t>
            </a:r>
            <a:r>
              <a:rPr lang="en-US" sz="2400" dirty="0"/>
              <a:t> Show trends over time (time series data).</a:t>
            </a:r>
          </a:p>
          <a:p>
            <a:r>
              <a:rPr lang="en-US" sz="2400" b="1" dirty="0"/>
              <a:t>Example:</a:t>
            </a:r>
            <a:r>
              <a:rPr lang="en-US" sz="2400" dirty="0"/>
              <a:t> Sales Tred Over Time.</a:t>
            </a:r>
          </a:p>
          <a:p>
            <a:pPr marL="0" indent="0">
              <a:buNone/>
            </a:pPr>
            <a:endParaRPr lang="en-IN" sz="2400" dirty="0"/>
          </a:p>
        </p:txBody>
      </p:sp>
      <p:pic>
        <p:nvPicPr>
          <p:cNvPr id="2" name="Content Placeholder 3" descr="A graph with a line and a line">
            <a:extLst>
              <a:ext uri="{FF2B5EF4-FFF2-40B4-BE49-F238E27FC236}">
                <a16:creationId xmlns:a16="http://schemas.microsoft.com/office/drawing/2014/main" id="{AF651079-0868-9ADE-B568-1181FACB13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19883" y="1858194"/>
            <a:ext cx="6238417" cy="4678813"/>
          </a:xfrm>
          <a:prstGeom prst="rect">
            <a:avLst/>
          </a:prstGeom>
        </p:spPr>
      </p:pic>
    </p:spTree>
    <p:extLst>
      <p:ext uri="{BB962C8B-B14F-4D97-AF65-F5344CB8AC3E}">
        <p14:creationId xmlns:p14="http://schemas.microsoft.com/office/powerpoint/2010/main" val="2119348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D883B-C67E-FFA7-0011-3BA06B74491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5AD4B4-8F30-2EB0-4CBC-F0E4F72637C9}"/>
              </a:ext>
            </a:extLst>
          </p:cNvPr>
          <p:cNvSpPr>
            <a:spLocks noGrp="1"/>
          </p:cNvSpPr>
          <p:nvPr>
            <p:ph idx="1"/>
          </p:nvPr>
        </p:nvSpPr>
        <p:spPr>
          <a:xfrm>
            <a:off x="777240" y="718457"/>
            <a:ext cx="10659110" cy="5458506"/>
          </a:xfrm>
        </p:spPr>
        <p:txBody>
          <a:bodyPr>
            <a:normAutofit/>
          </a:bodyPr>
          <a:lstStyle/>
          <a:p>
            <a:pPr marL="0" indent="0">
              <a:buNone/>
            </a:pPr>
            <a:r>
              <a:rPr lang="en-US" sz="2400" b="1" dirty="0"/>
              <a:t>3. Pie Chart</a:t>
            </a:r>
          </a:p>
          <a:p>
            <a:r>
              <a:rPr lang="en-US" sz="2400" b="1" dirty="0"/>
              <a:t>Use:</a:t>
            </a:r>
            <a:r>
              <a:rPr lang="en-US" sz="2400" dirty="0"/>
              <a:t> Show percentage or proportion of parts within a whole.</a:t>
            </a:r>
          </a:p>
          <a:p>
            <a:r>
              <a:rPr lang="en-US" sz="2400" b="1" dirty="0"/>
              <a:t>Example</a:t>
            </a:r>
            <a:r>
              <a:rPr lang="en-US" sz="2400" dirty="0"/>
              <a:t>: Programming Language Popularity.</a:t>
            </a:r>
          </a:p>
        </p:txBody>
      </p:sp>
      <p:pic>
        <p:nvPicPr>
          <p:cNvPr id="4" name="Content Placeholder 3" descr="A pie chart with different colored circles">
            <a:extLst>
              <a:ext uri="{FF2B5EF4-FFF2-40B4-BE49-F238E27FC236}">
                <a16:creationId xmlns:a16="http://schemas.microsoft.com/office/drawing/2014/main" id="{316D0F91-07C8-D2EC-51A7-0E95C81F37F9}"/>
              </a:ext>
            </a:extLst>
          </p:cNvPr>
          <p:cNvPicPr>
            <a:picLocks noChangeAspect="1"/>
          </p:cNvPicPr>
          <p:nvPr/>
        </p:nvPicPr>
        <p:blipFill>
          <a:blip r:embed="rId2">
            <a:extLst>
              <a:ext uri="{28A0092B-C50C-407E-A947-70E740481C1C}">
                <a14:useLocalDpi xmlns:a14="http://schemas.microsoft.com/office/drawing/2010/main" val="0"/>
              </a:ext>
            </a:extLst>
          </a:blip>
          <a:srcRect l="15045" t="3703" r="9943" b="11070"/>
          <a:stretch>
            <a:fillRect/>
          </a:stretch>
        </p:blipFill>
        <p:spPr>
          <a:xfrm>
            <a:off x="3261360" y="2026988"/>
            <a:ext cx="5669280" cy="4831012"/>
          </a:xfrm>
          <a:prstGeom prst="rect">
            <a:avLst/>
          </a:prstGeom>
        </p:spPr>
      </p:pic>
    </p:spTree>
    <p:extLst>
      <p:ext uri="{BB962C8B-B14F-4D97-AF65-F5344CB8AC3E}">
        <p14:creationId xmlns:p14="http://schemas.microsoft.com/office/powerpoint/2010/main" val="1204103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1FEAC-D90C-9B69-DF9D-9FFD93B475D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E1D04E7-5013-00B6-EFEA-E75669B13335}"/>
              </a:ext>
            </a:extLst>
          </p:cNvPr>
          <p:cNvSpPr>
            <a:spLocks noGrp="1"/>
          </p:cNvSpPr>
          <p:nvPr>
            <p:ph idx="1"/>
          </p:nvPr>
        </p:nvSpPr>
        <p:spPr>
          <a:xfrm>
            <a:off x="766445" y="699747"/>
            <a:ext cx="10659110" cy="5458506"/>
          </a:xfrm>
        </p:spPr>
        <p:txBody>
          <a:bodyPr>
            <a:normAutofit/>
          </a:bodyPr>
          <a:lstStyle/>
          <a:p>
            <a:pPr marL="0" indent="0">
              <a:buNone/>
            </a:pPr>
            <a:r>
              <a:rPr lang="en-US" sz="2400" b="1" dirty="0"/>
              <a:t>4. Histogram</a:t>
            </a:r>
          </a:p>
          <a:p>
            <a:r>
              <a:rPr lang="en-US" sz="2400" b="1" dirty="0"/>
              <a:t>Use:</a:t>
            </a:r>
            <a:r>
              <a:rPr lang="en-US" sz="2400" dirty="0"/>
              <a:t> Show the distribution of numerical data.</a:t>
            </a:r>
          </a:p>
          <a:p>
            <a:r>
              <a:rPr lang="en-US" sz="2400" b="1" dirty="0"/>
              <a:t>Example:</a:t>
            </a:r>
            <a:r>
              <a:rPr lang="en-US" sz="2400" dirty="0"/>
              <a:t> Exam scores of students.</a:t>
            </a:r>
          </a:p>
          <a:p>
            <a:pPr marL="0" indent="0">
              <a:buNone/>
            </a:pPr>
            <a:endParaRPr lang="en-IN" sz="2400" dirty="0"/>
          </a:p>
        </p:txBody>
      </p:sp>
      <p:pic>
        <p:nvPicPr>
          <p:cNvPr id="2" name="Picture 1" descr="A graph of a graph&#10;&#10;Description automatically generated">
            <a:extLst>
              <a:ext uri="{FF2B5EF4-FFF2-40B4-BE49-F238E27FC236}">
                <a16:creationId xmlns:a16="http://schemas.microsoft.com/office/drawing/2014/main" id="{88B8AD4C-72C6-4DF0-1A14-8065C2D9EF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93200" y="1658484"/>
            <a:ext cx="6521206" cy="4890905"/>
          </a:xfrm>
          <a:prstGeom prst="rect">
            <a:avLst/>
          </a:prstGeom>
        </p:spPr>
      </p:pic>
    </p:spTree>
    <p:extLst>
      <p:ext uri="{BB962C8B-B14F-4D97-AF65-F5344CB8AC3E}">
        <p14:creationId xmlns:p14="http://schemas.microsoft.com/office/powerpoint/2010/main" val="25705277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A9B64-4EEA-3F42-9F79-2987D365821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CEA28E0-FF14-45C2-2A09-4C7335FBB9EB}"/>
              </a:ext>
            </a:extLst>
          </p:cNvPr>
          <p:cNvSpPr>
            <a:spLocks noGrp="1"/>
          </p:cNvSpPr>
          <p:nvPr>
            <p:ph idx="1"/>
          </p:nvPr>
        </p:nvSpPr>
        <p:spPr>
          <a:xfrm>
            <a:off x="777240" y="718457"/>
            <a:ext cx="10659110" cy="5458506"/>
          </a:xfrm>
        </p:spPr>
        <p:txBody>
          <a:bodyPr>
            <a:normAutofit/>
          </a:bodyPr>
          <a:lstStyle/>
          <a:p>
            <a:r>
              <a:rPr lang="en-US" sz="2400" b="1" dirty="0"/>
              <a:t>5. Scatter Plot</a:t>
            </a:r>
          </a:p>
          <a:p>
            <a:r>
              <a:rPr lang="en-US" sz="2400" b="1" dirty="0"/>
              <a:t>Use:</a:t>
            </a:r>
            <a:r>
              <a:rPr lang="en-US" sz="2400" dirty="0"/>
              <a:t> Show correlation or relationship between two numeric variables.</a:t>
            </a:r>
          </a:p>
          <a:p>
            <a:r>
              <a:rPr lang="en-US" sz="2400" b="1" dirty="0"/>
              <a:t>Example:</a:t>
            </a:r>
            <a:r>
              <a:rPr lang="en-US" sz="2400" dirty="0"/>
              <a:t> Hours studied vs. exam score.</a:t>
            </a:r>
          </a:p>
          <a:p>
            <a:pPr marL="0" indent="0">
              <a:buNone/>
            </a:pPr>
            <a:endParaRPr lang="en-IN" sz="2400" dirty="0"/>
          </a:p>
        </p:txBody>
      </p:sp>
      <p:pic>
        <p:nvPicPr>
          <p:cNvPr id="2" name="Content Placeholder 3" descr="A graph with red dots">
            <a:extLst>
              <a:ext uri="{FF2B5EF4-FFF2-40B4-BE49-F238E27FC236}">
                <a16:creationId xmlns:a16="http://schemas.microsoft.com/office/drawing/2014/main" id="{A20390F7-5A83-90A8-FABF-283C346B52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56038" y="2163408"/>
            <a:ext cx="6259455" cy="4694591"/>
          </a:xfrm>
          <a:prstGeom prst="rect">
            <a:avLst/>
          </a:prstGeom>
        </p:spPr>
      </p:pic>
    </p:spTree>
    <p:extLst>
      <p:ext uri="{BB962C8B-B14F-4D97-AF65-F5344CB8AC3E}">
        <p14:creationId xmlns:p14="http://schemas.microsoft.com/office/powerpoint/2010/main" val="1219252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BD67D-B038-CBE0-6E6F-819399A254E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7BD57EB-5130-B4FA-8433-2DA9D2D2F3F1}"/>
              </a:ext>
            </a:extLst>
          </p:cNvPr>
          <p:cNvSpPr>
            <a:spLocks noGrp="1"/>
          </p:cNvSpPr>
          <p:nvPr>
            <p:ph idx="1"/>
          </p:nvPr>
        </p:nvSpPr>
        <p:spPr>
          <a:xfrm>
            <a:off x="393518" y="517749"/>
            <a:ext cx="5867400" cy="5382306"/>
          </a:xfrm>
        </p:spPr>
        <p:txBody>
          <a:bodyPr>
            <a:normAutofit/>
          </a:bodyPr>
          <a:lstStyle/>
          <a:p>
            <a:pPr marL="0" indent="0">
              <a:buNone/>
            </a:pPr>
            <a:r>
              <a:rPr lang="en-US" sz="2800" b="1" dirty="0"/>
              <a:t>7. Heatmap</a:t>
            </a:r>
          </a:p>
          <a:p>
            <a:r>
              <a:rPr lang="en-US" sz="2800" b="1" dirty="0"/>
              <a:t>Use:</a:t>
            </a:r>
            <a:r>
              <a:rPr lang="en-US" sz="2800" dirty="0"/>
              <a:t> Show values in a matrix using colors.</a:t>
            </a:r>
          </a:p>
          <a:p>
            <a:r>
              <a:rPr lang="en-US" sz="2800" b="1" dirty="0"/>
              <a:t>Example:</a:t>
            </a:r>
            <a:r>
              <a:rPr lang="en-US" sz="2800" dirty="0"/>
              <a:t> Correlation matrix of variables.</a:t>
            </a:r>
            <a:endParaRPr lang="en-US" sz="2800" b="1" dirty="0"/>
          </a:p>
          <a:p>
            <a:pPr marL="0" indent="0">
              <a:buNone/>
            </a:pPr>
            <a:endParaRPr lang="en-US" sz="1100" b="1" dirty="0"/>
          </a:p>
          <a:p>
            <a:pPr marL="0" indent="0">
              <a:buNone/>
            </a:pPr>
            <a:r>
              <a:rPr lang="en-US" sz="2800" b="1" dirty="0"/>
              <a:t>What It Shows:</a:t>
            </a:r>
          </a:p>
          <a:p>
            <a:r>
              <a:rPr lang="en-US" sz="2800" b="1" dirty="0"/>
              <a:t>Grid view: </a:t>
            </a:r>
            <a:r>
              <a:rPr lang="en-US" sz="2800" dirty="0"/>
              <a:t>subjects vs students</a:t>
            </a:r>
          </a:p>
          <a:p>
            <a:r>
              <a:rPr lang="en-US" sz="2800" dirty="0"/>
              <a:t>Colors show marks → darker = higher</a:t>
            </a:r>
          </a:p>
          <a:p>
            <a:r>
              <a:rPr lang="en-US" sz="2800" dirty="0"/>
              <a:t>Student C scored highest in Math &amp; English</a:t>
            </a:r>
            <a:endParaRPr lang="en-IN" sz="2800" dirty="0"/>
          </a:p>
        </p:txBody>
      </p:sp>
      <p:pic>
        <p:nvPicPr>
          <p:cNvPr id="4" name="Picture 3">
            <a:extLst>
              <a:ext uri="{FF2B5EF4-FFF2-40B4-BE49-F238E27FC236}">
                <a16:creationId xmlns:a16="http://schemas.microsoft.com/office/drawing/2014/main" id="{BD624008-D434-6501-6FF8-00F8226FA0BE}"/>
              </a:ext>
            </a:extLst>
          </p:cNvPr>
          <p:cNvPicPr>
            <a:picLocks noChangeAspect="1"/>
          </p:cNvPicPr>
          <p:nvPr/>
        </p:nvPicPr>
        <p:blipFill>
          <a:blip r:embed="rId2">
            <a:extLst>
              <a:ext uri="{28A0092B-C50C-407E-A947-70E740481C1C}">
                <a14:useLocalDpi xmlns:a14="http://schemas.microsoft.com/office/drawing/2010/main" val="0"/>
              </a:ext>
            </a:extLst>
          </a:blip>
          <a:srcRect l="6377" r="8238"/>
          <a:stretch>
            <a:fillRect/>
          </a:stretch>
        </p:blipFill>
        <p:spPr>
          <a:xfrm>
            <a:off x="6324600" y="593951"/>
            <a:ext cx="5867400" cy="5153706"/>
          </a:xfrm>
          <a:prstGeom prst="rect">
            <a:avLst/>
          </a:prstGeom>
        </p:spPr>
      </p:pic>
    </p:spTree>
    <p:extLst>
      <p:ext uri="{BB962C8B-B14F-4D97-AF65-F5344CB8AC3E}">
        <p14:creationId xmlns:p14="http://schemas.microsoft.com/office/powerpoint/2010/main" val="2271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508F9-42A8-06A0-63F7-5FD13B8D7D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0043F0-EEE0-3D92-7236-2F94DDEFCBB5}"/>
              </a:ext>
            </a:extLst>
          </p:cNvPr>
          <p:cNvSpPr>
            <a:spLocks noGrp="1"/>
          </p:cNvSpPr>
          <p:nvPr>
            <p:ph idx="1"/>
          </p:nvPr>
        </p:nvSpPr>
        <p:spPr>
          <a:xfrm>
            <a:off x="777240" y="718457"/>
            <a:ext cx="10659110" cy="5458506"/>
          </a:xfrm>
        </p:spPr>
        <p:txBody>
          <a:bodyPr>
            <a:normAutofit/>
          </a:bodyPr>
          <a:lstStyle/>
          <a:p>
            <a:pPr marL="0" indent="0">
              <a:buNone/>
            </a:pPr>
            <a:r>
              <a:rPr lang="en-US" sz="2800" b="1" dirty="0"/>
              <a:t>Statistical Analysis and Hypothesis Testing:</a:t>
            </a:r>
          </a:p>
          <a:p>
            <a:pPr marL="0" indent="0">
              <a:buNone/>
            </a:pPr>
            <a:r>
              <a:rPr lang="en-US" sz="2800" dirty="0"/>
              <a:t>Statistical Analysis is the process of </a:t>
            </a:r>
            <a:r>
              <a:rPr lang="en-US" sz="2800" b="1" dirty="0">
                <a:solidFill>
                  <a:srgbClr val="C00000"/>
                </a:solidFill>
              </a:rPr>
              <a:t>using math </a:t>
            </a:r>
            <a:r>
              <a:rPr lang="en-US" sz="2800" dirty="0"/>
              <a:t>to understand patterns in data.</a:t>
            </a:r>
          </a:p>
          <a:p>
            <a:pPr marL="0" indent="0">
              <a:buNone/>
            </a:pPr>
            <a:endParaRPr lang="en-US" sz="2800" b="1" dirty="0"/>
          </a:p>
          <a:p>
            <a:pPr marL="0" indent="0">
              <a:buNone/>
            </a:pPr>
            <a:r>
              <a:rPr lang="en-US" sz="2800" b="1" dirty="0"/>
              <a:t>It helps in:</a:t>
            </a:r>
          </a:p>
          <a:p>
            <a:r>
              <a:rPr lang="en-US" sz="2800" dirty="0"/>
              <a:t>Understanding </a:t>
            </a:r>
            <a:r>
              <a:rPr lang="en-US" sz="2800" b="1" dirty="0">
                <a:solidFill>
                  <a:srgbClr val="C00000"/>
                </a:solidFill>
              </a:rPr>
              <a:t>relationships</a:t>
            </a:r>
            <a:r>
              <a:rPr lang="en-US" sz="2800" dirty="0"/>
              <a:t> between variables</a:t>
            </a:r>
          </a:p>
          <a:p>
            <a:r>
              <a:rPr lang="en-US" sz="2800" dirty="0"/>
              <a:t>Identifying </a:t>
            </a:r>
            <a:r>
              <a:rPr lang="en-US" sz="2800" b="1" dirty="0">
                <a:solidFill>
                  <a:srgbClr val="C00000"/>
                </a:solidFill>
              </a:rPr>
              <a:t>trends</a:t>
            </a:r>
            <a:r>
              <a:rPr lang="en-US" sz="2800" dirty="0"/>
              <a:t>, </a:t>
            </a:r>
            <a:r>
              <a:rPr lang="en-US" sz="2800" b="1" dirty="0">
                <a:solidFill>
                  <a:srgbClr val="C00000"/>
                </a:solidFill>
              </a:rPr>
              <a:t>outliers</a:t>
            </a:r>
            <a:r>
              <a:rPr lang="en-US" sz="2800" dirty="0"/>
              <a:t>, and </a:t>
            </a:r>
            <a:r>
              <a:rPr lang="en-US" sz="2800" b="1" dirty="0">
                <a:solidFill>
                  <a:srgbClr val="C00000"/>
                </a:solidFill>
              </a:rPr>
              <a:t>distributions</a:t>
            </a:r>
          </a:p>
          <a:p>
            <a:r>
              <a:rPr lang="en-US" sz="2800" b="1" dirty="0">
                <a:solidFill>
                  <a:srgbClr val="C00000"/>
                </a:solidFill>
              </a:rPr>
              <a:t>Making</a:t>
            </a:r>
            <a:r>
              <a:rPr lang="en-US" sz="2800" dirty="0"/>
              <a:t> </a:t>
            </a:r>
            <a:r>
              <a:rPr lang="en-US" sz="2800" b="1" dirty="0"/>
              <a:t>predictions</a:t>
            </a:r>
            <a:r>
              <a:rPr lang="en-US" sz="2800" dirty="0"/>
              <a:t> and </a:t>
            </a:r>
            <a:r>
              <a:rPr lang="en-US" sz="2800" b="1" dirty="0"/>
              <a:t>decisions</a:t>
            </a:r>
          </a:p>
          <a:p>
            <a:pPr marL="0" indent="0">
              <a:buNone/>
            </a:pPr>
            <a:endParaRPr lang="en-US" sz="2800" dirty="0"/>
          </a:p>
        </p:txBody>
      </p:sp>
    </p:spTree>
    <p:extLst>
      <p:ext uri="{BB962C8B-B14F-4D97-AF65-F5344CB8AC3E}">
        <p14:creationId xmlns:p14="http://schemas.microsoft.com/office/powerpoint/2010/main" val="35525773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20CDB-9C1A-D217-E858-91E36D980EC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E05C1F-9592-7121-CDBC-2B3EEB91510B}"/>
              </a:ext>
            </a:extLst>
          </p:cNvPr>
          <p:cNvSpPr>
            <a:spLocks noGrp="1"/>
          </p:cNvSpPr>
          <p:nvPr>
            <p:ph idx="1"/>
          </p:nvPr>
        </p:nvSpPr>
        <p:spPr>
          <a:xfrm>
            <a:off x="777240" y="315686"/>
            <a:ext cx="10659110" cy="5861277"/>
          </a:xfrm>
        </p:spPr>
        <p:txBody>
          <a:bodyPr>
            <a:normAutofit lnSpcReduction="10000"/>
          </a:bodyPr>
          <a:lstStyle/>
          <a:p>
            <a:pPr marL="0" indent="0">
              <a:buNone/>
            </a:pPr>
            <a:r>
              <a:rPr lang="en-US" sz="2400" b="1" dirty="0"/>
              <a:t>Example:</a:t>
            </a:r>
          </a:p>
          <a:p>
            <a:pPr marL="0" indent="0">
              <a:buNone/>
            </a:pPr>
            <a:r>
              <a:rPr lang="en-US" sz="2400" dirty="0"/>
              <a:t>Imagine you're teaching students, and you want to know:</a:t>
            </a:r>
          </a:p>
          <a:p>
            <a:pPr marL="0" indent="0">
              <a:buNone/>
            </a:pPr>
            <a:r>
              <a:rPr lang="en-US" sz="2400" dirty="0"/>
              <a:t>Do students who study more hours </a:t>
            </a:r>
            <a:r>
              <a:rPr lang="en-US" sz="2400" b="1" dirty="0"/>
              <a:t>get better scores?</a:t>
            </a:r>
          </a:p>
          <a:p>
            <a:pPr marL="0" indent="0">
              <a:buNone/>
            </a:pPr>
            <a:r>
              <a:rPr lang="en-US" sz="2400" dirty="0"/>
              <a:t>You can collect data like:</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r>
              <a:rPr lang="en-US" sz="2400" dirty="0"/>
              <a:t>Then you use statistical tools (like correlation) to check if more study hours = higher scores.</a:t>
            </a:r>
          </a:p>
          <a:p>
            <a:pPr marL="0" indent="0">
              <a:buNone/>
            </a:pPr>
            <a:endParaRPr lang="en-US" sz="2400" dirty="0"/>
          </a:p>
          <a:p>
            <a:pPr marL="0" indent="0">
              <a:buNone/>
            </a:pPr>
            <a:endParaRPr lang="en-IN" sz="2400" dirty="0"/>
          </a:p>
        </p:txBody>
      </p:sp>
      <p:graphicFrame>
        <p:nvGraphicFramePr>
          <p:cNvPr id="2" name="Table 1">
            <a:extLst>
              <a:ext uri="{FF2B5EF4-FFF2-40B4-BE49-F238E27FC236}">
                <a16:creationId xmlns:a16="http://schemas.microsoft.com/office/drawing/2014/main" id="{19240EF0-7936-23E7-3237-FD1446AA6DD9}"/>
              </a:ext>
            </a:extLst>
          </p:cNvPr>
          <p:cNvGraphicFramePr>
            <a:graphicFrameLocks noGrp="1"/>
          </p:cNvGraphicFramePr>
          <p:nvPr>
            <p:extLst>
              <p:ext uri="{D42A27DB-BD31-4B8C-83A1-F6EECF244321}">
                <p14:modId xmlns:p14="http://schemas.microsoft.com/office/powerpoint/2010/main" val="3691687601"/>
              </p:ext>
            </p:extLst>
          </p:nvPr>
        </p:nvGraphicFramePr>
        <p:xfrm>
          <a:off x="4273459" y="1697208"/>
          <a:ext cx="4369798" cy="3463584"/>
        </p:xfrm>
        <a:graphic>
          <a:graphicData uri="http://schemas.openxmlformats.org/drawingml/2006/table">
            <a:tbl>
              <a:tblPr firstRow="1" firstCol="1" bandRow="1">
                <a:tableStyleId>{5C22544A-7EE6-4342-B048-85BDC9FD1C3A}</a:tableStyleId>
              </a:tblPr>
              <a:tblGrid>
                <a:gridCol w="2256181">
                  <a:extLst>
                    <a:ext uri="{9D8B030D-6E8A-4147-A177-3AD203B41FA5}">
                      <a16:colId xmlns:a16="http://schemas.microsoft.com/office/drawing/2014/main" val="4147185918"/>
                    </a:ext>
                  </a:extLst>
                </a:gridCol>
                <a:gridCol w="2113617">
                  <a:extLst>
                    <a:ext uri="{9D8B030D-6E8A-4147-A177-3AD203B41FA5}">
                      <a16:colId xmlns:a16="http://schemas.microsoft.com/office/drawing/2014/main" val="3538957239"/>
                    </a:ext>
                  </a:extLst>
                </a:gridCol>
              </a:tblGrid>
              <a:tr h="577264">
                <a:tc>
                  <a:txBody>
                    <a:bodyPr/>
                    <a:lstStyle/>
                    <a:p>
                      <a:pPr algn="ctr">
                        <a:lnSpc>
                          <a:spcPct val="115000"/>
                        </a:lnSpc>
                        <a:spcAft>
                          <a:spcPts val="800"/>
                        </a:spcAft>
                        <a:buNone/>
                      </a:pPr>
                      <a:r>
                        <a:rPr lang="en-IN" sz="2400" kern="100" dirty="0">
                          <a:effectLst/>
                        </a:rPr>
                        <a:t>Hours Studied</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tc>
                  <a:txBody>
                    <a:bodyPr/>
                    <a:lstStyle/>
                    <a:p>
                      <a:pPr algn="ctr">
                        <a:lnSpc>
                          <a:spcPct val="115000"/>
                        </a:lnSpc>
                        <a:spcAft>
                          <a:spcPts val="800"/>
                        </a:spcAft>
                        <a:buNone/>
                      </a:pPr>
                      <a:r>
                        <a:rPr lang="en-IN" sz="2400" kern="100">
                          <a:effectLst/>
                        </a:rPr>
                        <a:t>     Exam Score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extLst>
                  <a:ext uri="{0D108BD9-81ED-4DB2-BD59-A6C34878D82A}">
                    <a16:rowId xmlns:a16="http://schemas.microsoft.com/office/drawing/2014/main" val="2327689138"/>
                  </a:ext>
                </a:extLst>
              </a:tr>
              <a:tr h="577264">
                <a:tc>
                  <a:txBody>
                    <a:bodyPr/>
                    <a:lstStyle/>
                    <a:p>
                      <a:pPr algn="ctr">
                        <a:lnSpc>
                          <a:spcPct val="115000"/>
                        </a:lnSpc>
                        <a:spcAft>
                          <a:spcPts val="800"/>
                        </a:spcAft>
                        <a:buNone/>
                      </a:pPr>
                      <a:r>
                        <a:rPr lang="en-IN" sz="2400" kern="100" dirty="0">
                          <a:effectLst/>
                        </a:rPr>
                        <a:t>  1   </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tc>
                  <a:txBody>
                    <a:bodyPr/>
                    <a:lstStyle/>
                    <a:p>
                      <a:pPr algn="ctr">
                        <a:lnSpc>
                          <a:spcPct val="115000"/>
                        </a:lnSpc>
                        <a:spcAft>
                          <a:spcPts val="800"/>
                        </a:spcAft>
                        <a:buNone/>
                      </a:pPr>
                      <a:r>
                        <a:rPr lang="en-IN" sz="2400" kern="100" dirty="0">
                          <a:effectLst/>
                        </a:rPr>
                        <a:t>40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extLst>
                  <a:ext uri="{0D108BD9-81ED-4DB2-BD59-A6C34878D82A}">
                    <a16:rowId xmlns:a16="http://schemas.microsoft.com/office/drawing/2014/main" val="202178564"/>
                  </a:ext>
                </a:extLst>
              </a:tr>
              <a:tr h="577264">
                <a:tc>
                  <a:txBody>
                    <a:bodyPr/>
                    <a:lstStyle/>
                    <a:p>
                      <a:pPr algn="ctr">
                        <a:lnSpc>
                          <a:spcPct val="115000"/>
                        </a:lnSpc>
                        <a:spcAft>
                          <a:spcPts val="800"/>
                        </a:spcAft>
                        <a:buNone/>
                      </a:pPr>
                      <a:r>
                        <a:rPr lang="en-IN" sz="2400" kern="100" dirty="0">
                          <a:effectLst/>
                        </a:rPr>
                        <a:t>  2      </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tc>
                  <a:txBody>
                    <a:bodyPr/>
                    <a:lstStyle/>
                    <a:p>
                      <a:pPr algn="ctr">
                        <a:lnSpc>
                          <a:spcPct val="115000"/>
                        </a:lnSpc>
                        <a:spcAft>
                          <a:spcPts val="800"/>
                        </a:spcAft>
                        <a:buNone/>
                      </a:pPr>
                      <a:r>
                        <a:rPr lang="en-IN" sz="2400" kern="100" dirty="0">
                          <a:effectLst/>
                        </a:rPr>
                        <a:t>55</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extLst>
                  <a:ext uri="{0D108BD9-81ED-4DB2-BD59-A6C34878D82A}">
                    <a16:rowId xmlns:a16="http://schemas.microsoft.com/office/drawing/2014/main" val="700783630"/>
                  </a:ext>
                </a:extLst>
              </a:tr>
              <a:tr h="577264">
                <a:tc>
                  <a:txBody>
                    <a:bodyPr/>
                    <a:lstStyle/>
                    <a:p>
                      <a:pPr algn="ctr">
                        <a:lnSpc>
                          <a:spcPct val="115000"/>
                        </a:lnSpc>
                        <a:spcAft>
                          <a:spcPts val="800"/>
                        </a:spcAft>
                        <a:buNone/>
                      </a:pPr>
                      <a:r>
                        <a:rPr lang="en-IN" sz="2400" kern="100">
                          <a:effectLst/>
                        </a:rPr>
                        <a:t>  3     </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tc>
                  <a:txBody>
                    <a:bodyPr/>
                    <a:lstStyle/>
                    <a:p>
                      <a:pPr algn="ctr">
                        <a:lnSpc>
                          <a:spcPct val="115000"/>
                        </a:lnSpc>
                        <a:spcAft>
                          <a:spcPts val="800"/>
                        </a:spcAft>
                        <a:buNone/>
                      </a:pPr>
                      <a:r>
                        <a:rPr lang="en-IN" sz="2400" kern="100" dirty="0">
                          <a:effectLst/>
                        </a:rPr>
                        <a:t>60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extLst>
                  <a:ext uri="{0D108BD9-81ED-4DB2-BD59-A6C34878D82A}">
                    <a16:rowId xmlns:a16="http://schemas.microsoft.com/office/drawing/2014/main" val="2185979882"/>
                  </a:ext>
                </a:extLst>
              </a:tr>
              <a:tr h="577264">
                <a:tc>
                  <a:txBody>
                    <a:bodyPr/>
                    <a:lstStyle/>
                    <a:p>
                      <a:pPr algn="ctr">
                        <a:lnSpc>
                          <a:spcPct val="115000"/>
                        </a:lnSpc>
                        <a:spcAft>
                          <a:spcPts val="800"/>
                        </a:spcAft>
                        <a:buNone/>
                      </a:pPr>
                      <a:r>
                        <a:rPr lang="en-IN" sz="2400" kern="100">
                          <a:effectLst/>
                        </a:rPr>
                        <a:t>  5     </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tc>
                  <a:txBody>
                    <a:bodyPr/>
                    <a:lstStyle/>
                    <a:p>
                      <a:pPr algn="ctr">
                        <a:lnSpc>
                          <a:spcPct val="115000"/>
                        </a:lnSpc>
                        <a:spcAft>
                          <a:spcPts val="800"/>
                        </a:spcAft>
                        <a:buNone/>
                      </a:pPr>
                      <a:r>
                        <a:rPr lang="en-IN" sz="2400" kern="100" dirty="0">
                          <a:effectLst/>
                        </a:rPr>
                        <a:t>75</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extLst>
                  <a:ext uri="{0D108BD9-81ED-4DB2-BD59-A6C34878D82A}">
                    <a16:rowId xmlns:a16="http://schemas.microsoft.com/office/drawing/2014/main" val="2888115497"/>
                  </a:ext>
                </a:extLst>
              </a:tr>
              <a:tr h="577264">
                <a:tc>
                  <a:txBody>
                    <a:bodyPr/>
                    <a:lstStyle/>
                    <a:p>
                      <a:pPr algn="ctr">
                        <a:lnSpc>
                          <a:spcPct val="115000"/>
                        </a:lnSpc>
                        <a:spcAft>
                          <a:spcPts val="800"/>
                        </a:spcAft>
                        <a:buNone/>
                      </a:pPr>
                      <a:r>
                        <a:rPr lang="en-IN" sz="2400" kern="100" dirty="0">
                          <a:effectLst/>
                        </a:rPr>
                        <a:t>  6   </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tc>
                  <a:txBody>
                    <a:bodyPr/>
                    <a:lstStyle/>
                    <a:p>
                      <a:pPr algn="ctr">
                        <a:lnSpc>
                          <a:spcPct val="115000"/>
                        </a:lnSpc>
                        <a:spcAft>
                          <a:spcPts val="800"/>
                        </a:spcAft>
                        <a:buNone/>
                      </a:pPr>
                      <a:r>
                        <a:rPr lang="en-IN" sz="2400" kern="100" dirty="0">
                          <a:effectLst/>
                        </a:rPr>
                        <a:t>80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50800" marR="50800" marT="50800" marB="50800"/>
                </a:tc>
                <a:extLst>
                  <a:ext uri="{0D108BD9-81ED-4DB2-BD59-A6C34878D82A}">
                    <a16:rowId xmlns:a16="http://schemas.microsoft.com/office/drawing/2014/main" val="1234551387"/>
                  </a:ext>
                </a:extLst>
              </a:tr>
            </a:tbl>
          </a:graphicData>
        </a:graphic>
      </p:graphicFrame>
    </p:spTree>
    <p:extLst>
      <p:ext uri="{BB962C8B-B14F-4D97-AF65-F5344CB8AC3E}">
        <p14:creationId xmlns:p14="http://schemas.microsoft.com/office/powerpoint/2010/main" val="42236483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B61E7-8DBF-7321-FD87-C4F7DD949E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8E79253-0D92-056C-ACEE-FD5CA31C3201}"/>
              </a:ext>
            </a:extLst>
          </p:cNvPr>
          <p:cNvSpPr>
            <a:spLocks noGrp="1"/>
          </p:cNvSpPr>
          <p:nvPr>
            <p:ph idx="1"/>
          </p:nvPr>
        </p:nvSpPr>
        <p:spPr>
          <a:xfrm>
            <a:off x="777240" y="435429"/>
            <a:ext cx="10659110" cy="5741534"/>
          </a:xfrm>
        </p:spPr>
        <p:txBody>
          <a:bodyPr>
            <a:normAutofit/>
          </a:bodyPr>
          <a:lstStyle/>
          <a:p>
            <a:pPr marL="0" indent="0">
              <a:buNone/>
            </a:pPr>
            <a:r>
              <a:rPr lang="en-US" sz="2400" b="1" dirty="0"/>
              <a:t>What is </a:t>
            </a:r>
            <a:r>
              <a:rPr lang="en-US" sz="2400" b="1" dirty="0">
                <a:solidFill>
                  <a:srgbClr val="C00000"/>
                </a:solidFill>
              </a:rPr>
              <a:t>Hypothesis</a:t>
            </a:r>
            <a:r>
              <a:rPr lang="en-US" sz="2400" b="1" dirty="0"/>
              <a:t> Testing?</a:t>
            </a:r>
          </a:p>
          <a:p>
            <a:pPr marL="0" indent="0">
              <a:buNone/>
            </a:pPr>
            <a:r>
              <a:rPr lang="en-US" sz="2400" dirty="0"/>
              <a:t>Hypothesis Testing is a way to </a:t>
            </a:r>
            <a:r>
              <a:rPr lang="en-US" sz="2400" b="1" dirty="0">
                <a:solidFill>
                  <a:srgbClr val="C00000"/>
                </a:solidFill>
              </a:rPr>
              <a:t>test assumptions </a:t>
            </a:r>
            <a:r>
              <a:rPr lang="en-US" sz="2400" b="1" dirty="0"/>
              <a:t>about a dataset</a:t>
            </a:r>
            <a:r>
              <a:rPr lang="en-US" sz="2400" dirty="0"/>
              <a:t>.</a:t>
            </a:r>
          </a:p>
          <a:p>
            <a:pPr marL="0" indent="0">
              <a:buNone/>
            </a:pPr>
            <a:endParaRPr lang="en-US" sz="2400" dirty="0"/>
          </a:p>
          <a:p>
            <a:pPr marL="0" indent="0">
              <a:buNone/>
            </a:pPr>
            <a:r>
              <a:rPr lang="en-US" sz="2400" dirty="0"/>
              <a:t>It answers the question:</a:t>
            </a:r>
          </a:p>
          <a:p>
            <a:pPr marL="0" indent="0">
              <a:buNone/>
            </a:pPr>
            <a:r>
              <a:rPr lang="en-US" sz="2400" dirty="0"/>
              <a:t>	</a:t>
            </a:r>
            <a:r>
              <a:rPr lang="en-US" sz="2400" b="1" dirty="0"/>
              <a:t>"Is what I'm seeing in the data </a:t>
            </a:r>
            <a:r>
              <a:rPr lang="en-US" sz="2400" b="1" dirty="0">
                <a:solidFill>
                  <a:srgbClr val="C00000"/>
                </a:solidFill>
              </a:rPr>
              <a:t>real</a:t>
            </a:r>
            <a:r>
              <a:rPr lang="en-US" sz="2400" b="1" dirty="0"/>
              <a:t>, or just due to </a:t>
            </a:r>
            <a:r>
              <a:rPr lang="en-US" sz="2400" b="1" dirty="0">
                <a:solidFill>
                  <a:srgbClr val="C00000"/>
                </a:solidFill>
              </a:rPr>
              <a:t>chance</a:t>
            </a:r>
            <a:r>
              <a:rPr lang="en-US" sz="2400" b="1" dirty="0"/>
              <a:t>?“</a:t>
            </a:r>
          </a:p>
          <a:p>
            <a:pPr marL="0" indent="0">
              <a:buNone/>
            </a:pPr>
            <a:endParaRPr lang="en-US" sz="2400" b="1" dirty="0"/>
          </a:p>
          <a:p>
            <a:pPr marL="0" indent="0">
              <a:buNone/>
            </a:pPr>
            <a:endParaRPr lang="en-IN" sz="2400" b="1" dirty="0"/>
          </a:p>
        </p:txBody>
      </p:sp>
      <p:graphicFrame>
        <p:nvGraphicFramePr>
          <p:cNvPr id="4" name="Table 3">
            <a:extLst>
              <a:ext uri="{FF2B5EF4-FFF2-40B4-BE49-F238E27FC236}">
                <a16:creationId xmlns:a16="http://schemas.microsoft.com/office/drawing/2014/main" id="{1624B069-6B83-71F6-8E23-35F9B65FE66F}"/>
              </a:ext>
            </a:extLst>
          </p:cNvPr>
          <p:cNvGraphicFramePr>
            <a:graphicFrameLocks noGrp="1"/>
          </p:cNvGraphicFramePr>
          <p:nvPr>
            <p:extLst>
              <p:ext uri="{D42A27DB-BD31-4B8C-83A1-F6EECF244321}">
                <p14:modId xmlns:p14="http://schemas.microsoft.com/office/powerpoint/2010/main" val="1638268290"/>
              </p:ext>
            </p:extLst>
          </p:nvPr>
        </p:nvGraphicFramePr>
        <p:xfrm>
          <a:off x="990600" y="3028002"/>
          <a:ext cx="10025743" cy="3296600"/>
        </p:xfrm>
        <a:graphic>
          <a:graphicData uri="http://schemas.openxmlformats.org/drawingml/2006/table">
            <a:tbl>
              <a:tblPr firstRow="1" firstCol="1" bandRow="1">
                <a:tableStyleId>{5C22544A-7EE6-4342-B048-85BDC9FD1C3A}</a:tableStyleId>
              </a:tblPr>
              <a:tblGrid>
                <a:gridCol w="4134579">
                  <a:extLst>
                    <a:ext uri="{9D8B030D-6E8A-4147-A177-3AD203B41FA5}">
                      <a16:colId xmlns:a16="http://schemas.microsoft.com/office/drawing/2014/main" val="1666020089"/>
                    </a:ext>
                  </a:extLst>
                </a:gridCol>
                <a:gridCol w="5891164">
                  <a:extLst>
                    <a:ext uri="{9D8B030D-6E8A-4147-A177-3AD203B41FA5}">
                      <a16:colId xmlns:a16="http://schemas.microsoft.com/office/drawing/2014/main" val="3237553437"/>
                    </a:ext>
                  </a:extLst>
                </a:gridCol>
              </a:tblGrid>
              <a:tr h="406559">
                <a:tc>
                  <a:txBody>
                    <a:bodyPr/>
                    <a:lstStyle/>
                    <a:p>
                      <a:pPr>
                        <a:lnSpc>
                          <a:spcPct val="115000"/>
                        </a:lnSpc>
                        <a:spcAft>
                          <a:spcPts val="800"/>
                        </a:spcAft>
                        <a:buNone/>
                      </a:pPr>
                      <a:r>
                        <a:rPr lang="en-IN" sz="2400" kern="100" dirty="0">
                          <a:effectLst/>
                        </a:rPr>
                        <a:t>Term</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Simple Meaning</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43252510"/>
                  </a:ext>
                </a:extLst>
              </a:tr>
              <a:tr h="406559">
                <a:tc>
                  <a:txBody>
                    <a:bodyPr/>
                    <a:lstStyle/>
                    <a:p>
                      <a:pPr>
                        <a:lnSpc>
                          <a:spcPct val="115000"/>
                        </a:lnSpc>
                        <a:spcAft>
                          <a:spcPts val="800"/>
                        </a:spcAft>
                        <a:buNone/>
                      </a:pPr>
                      <a:r>
                        <a:rPr lang="en-IN" sz="2400" kern="100" dirty="0">
                          <a:effectLst/>
                        </a:rPr>
                        <a:t>Hypothesis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A guess/claim we want to test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3445686"/>
                  </a:ext>
                </a:extLst>
              </a:tr>
              <a:tr h="406559">
                <a:tc>
                  <a:txBody>
                    <a:bodyPr/>
                    <a:lstStyle/>
                    <a:p>
                      <a:pPr>
                        <a:lnSpc>
                          <a:spcPct val="115000"/>
                        </a:lnSpc>
                        <a:spcAft>
                          <a:spcPts val="800"/>
                        </a:spcAft>
                        <a:buNone/>
                      </a:pPr>
                      <a:r>
                        <a:rPr lang="en-IN" sz="2400" kern="100" dirty="0">
                          <a:effectLst/>
                        </a:rPr>
                        <a:t>Null Hypothesis (H₀)</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"There is no effect or difference"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92097938"/>
                  </a:ext>
                </a:extLst>
              </a:tr>
              <a:tr h="406559">
                <a:tc>
                  <a:txBody>
                    <a:bodyPr/>
                    <a:lstStyle/>
                    <a:p>
                      <a:pPr>
                        <a:lnSpc>
                          <a:spcPct val="115000"/>
                        </a:lnSpc>
                        <a:spcAft>
                          <a:spcPts val="800"/>
                        </a:spcAft>
                        <a:buNone/>
                      </a:pPr>
                      <a:r>
                        <a:rPr lang="en-IN" sz="2400" kern="100">
                          <a:effectLst/>
                        </a:rPr>
                        <a:t>Alternate Hypothesis (H₁)</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"There is an effect or difference"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92516468"/>
                  </a:ext>
                </a:extLst>
              </a:tr>
              <a:tr h="835182">
                <a:tc>
                  <a:txBody>
                    <a:bodyPr/>
                    <a:lstStyle/>
                    <a:p>
                      <a:pPr>
                        <a:lnSpc>
                          <a:spcPct val="115000"/>
                        </a:lnSpc>
                        <a:spcAft>
                          <a:spcPts val="800"/>
                        </a:spcAft>
                        <a:buNone/>
                      </a:pPr>
                      <a:r>
                        <a:rPr lang="en-IN" sz="2400" kern="100">
                          <a:effectLst/>
                        </a:rPr>
                        <a:t>P-value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Probability that results happened by chance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326162"/>
                  </a:ext>
                </a:extLst>
              </a:tr>
              <a:tr h="835182">
                <a:tc>
                  <a:txBody>
                    <a:bodyPr/>
                    <a:lstStyle/>
                    <a:p>
                      <a:pPr>
                        <a:lnSpc>
                          <a:spcPct val="115000"/>
                        </a:lnSpc>
                        <a:spcAft>
                          <a:spcPts val="800"/>
                        </a:spcAft>
                        <a:buNone/>
                      </a:pPr>
                      <a:r>
                        <a:rPr lang="en-IN" sz="2400" kern="100">
                          <a:effectLst/>
                        </a:rPr>
                        <a:t>Significance level (α)</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The cutoff (usually 0.05) to decide if we reject H₀</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63952102"/>
                  </a:ext>
                </a:extLst>
              </a:tr>
            </a:tbl>
          </a:graphicData>
        </a:graphic>
      </p:graphicFrame>
    </p:spTree>
    <p:extLst>
      <p:ext uri="{BB962C8B-B14F-4D97-AF65-F5344CB8AC3E}">
        <p14:creationId xmlns:p14="http://schemas.microsoft.com/office/powerpoint/2010/main" val="6797356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0CD6B-B71E-A700-4D8C-E170123C906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3BF8C2-805A-B040-721E-A38EF24D6825}"/>
              </a:ext>
            </a:extLst>
          </p:cNvPr>
          <p:cNvSpPr>
            <a:spLocks noGrp="1"/>
          </p:cNvSpPr>
          <p:nvPr>
            <p:ph idx="1"/>
          </p:nvPr>
        </p:nvSpPr>
        <p:spPr>
          <a:xfrm>
            <a:off x="777240" y="489857"/>
            <a:ext cx="10659110" cy="5932714"/>
          </a:xfrm>
        </p:spPr>
        <p:txBody>
          <a:bodyPr>
            <a:normAutofit lnSpcReduction="10000"/>
          </a:bodyPr>
          <a:lstStyle/>
          <a:p>
            <a:pPr marL="0" indent="0">
              <a:buNone/>
            </a:pPr>
            <a:r>
              <a:rPr lang="en-US" sz="2400" b="1" dirty="0"/>
              <a:t>Example:</a:t>
            </a:r>
          </a:p>
          <a:p>
            <a:pPr marL="0" indent="0">
              <a:buNone/>
            </a:pPr>
            <a:r>
              <a:rPr lang="en-US" sz="2400" dirty="0"/>
              <a:t>You built a </a:t>
            </a:r>
            <a:r>
              <a:rPr lang="en-US" sz="2400" b="1" dirty="0"/>
              <a:t>new teaching method</a:t>
            </a:r>
            <a:r>
              <a:rPr lang="en-US" sz="2400" dirty="0"/>
              <a:t>. You want to test if it really improves student scores.</a:t>
            </a:r>
          </a:p>
          <a:p>
            <a:r>
              <a:rPr lang="en-US" sz="2400" b="1" dirty="0"/>
              <a:t>H₀ (</a:t>
            </a:r>
            <a:r>
              <a:rPr lang="en-US" sz="2400" b="1" dirty="0">
                <a:solidFill>
                  <a:srgbClr val="C00000"/>
                </a:solidFill>
              </a:rPr>
              <a:t>Null</a:t>
            </a:r>
            <a:r>
              <a:rPr lang="en-US" sz="2400" b="1" dirty="0"/>
              <a:t> Hypothesis): </a:t>
            </a:r>
            <a:r>
              <a:rPr lang="en-US" sz="2400" dirty="0"/>
              <a:t>New method has no effect.</a:t>
            </a:r>
          </a:p>
          <a:p>
            <a:r>
              <a:rPr lang="en-US" sz="2400" b="1" dirty="0"/>
              <a:t>H₁ (</a:t>
            </a:r>
            <a:r>
              <a:rPr lang="en-US" sz="2400" b="1" dirty="0">
                <a:solidFill>
                  <a:srgbClr val="C00000"/>
                </a:solidFill>
              </a:rPr>
              <a:t>Alternate</a:t>
            </a:r>
            <a:r>
              <a:rPr lang="en-US" sz="2400" b="1" dirty="0"/>
              <a:t> Hypothesis): </a:t>
            </a:r>
            <a:r>
              <a:rPr lang="en-US" sz="2400" dirty="0"/>
              <a:t>New method improves scores.</a:t>
            </a:r>
          </a:p>
          <a:p>
            <a:pPr marL="0" indent="0">
              <a:buNone/>
            </a:pPr>
            <a:endParaRPr lang="en-US" sz="1700" dirty="0"/>
          </a:p>
          <a:p>
            <a:pPr marL="0" indent="0">
              <a:buNone/>
            </a:pPr>
            <a:r>
              <a:rPr lang="en-US" sz="2400" dirty="0"/>
              <a:t>You teach two groups:</a:t>
            </a:r>
          </a:p>
          <a:p>
            <a:r>
              <a:rPr lang="en-US" sz="2400" b="1" dirty="0"/>
              <a:t>Group A: </a:t>
            </a:r>
            <a:r>
              <a:rPr lang="en-US" sz="2400" dirty="0"/>
              <a:t>Old method → Avg score = 70</a:t>
            </a:r>
          </a:p>
          <a:p>
            <a:r>
              <a:rPr lang="en-US" sz="2400" b="1" dirty="0"/>
              <a:t>Group B: </a:t>
            </a:r>
            <a:r>
              <a:rPr lang="en-US" sz="2400" dirty="0"/>
              <a:t>New method → Avg score = 78</a:t>
            </a:r>
          </a:p>
          <a:p>
            <a:pPr marL="0" indent="0">
              <a:buNone/>
            </a:pPr>
            <a:endParaRPr lang="en-US" sz="1500" dirty="0"/>
          </a:p>
          <a:p>
            <a:pPr marL="0" indent="0">
              <a:buNone/>
            </a:pPr>
            <a:r>
              <a:rPr lang="en-US" sz="2400" dirty="0"/>
              <a:t>Now you do </a:t>
            </a:r>
            <a:r>
              <a:rPr lang="en-US" sz="2400" b="1" dirty="0">
                <a:solidFill>
                  <a:srgbClr val="C00000"/>
                </a:solidFill>
              </a:rPr>
              <a:t>hypothesis testing </a:t>
            </a:r>
            <a:r>
              <a:rPr lang="en-US" sz="2400" dirty="0"/>
              <a:t>to check:</a:t>
            </a:r>
          </a:p>
          <a:p>
            <a:pPr marL="0" indent="0">
              <a:buNone/>
            </a:pPr>
            <a:r>
              <a:rPr lang="en-US" sz="2400" dirty="0"/>
              <a:t>👉 Is the difference (78 vs. 70) real or just by luck?</a:t>
            </a:r>
          </a:p>
          <a:p>
            <a:pPr marL="0" indent="0">
              <a:buNone/>
            </a:pPr>
            <a:endParaRPr lang="en-US" sz="1800" dirty="0"/>
          </a:p>
          <a:p>
            <a:pPr marL="0" indent="0">
              <a:buNone/>
            </a:pPr>
            <a:r>
              <a:rPr lang="en-US" sz="2400" dirty="0"/>
              <a:t>If p-value &lt; 0.05 → </a:t>
            </a:r>
            <a:r>
              <a:rPr lang="en-US" sz="2400" b="1" dirty="0">
                <a:solidFill>
                  <a:srgbClr val="C00000"/>
                </a:solidFill>
              </a:rPr>
              <a:t>Reject</a:t>
            </a:r>
            <a:r>
              <a:rPr lang="en-US" sz="2400" dirty="0"/>
              <a:t> H₀ </a:t>
            </a:r>
          </a:p>
          <a:p>
            <a:pPr marL="0" indent="0">
              <a:buNone/>
            </a:pPr>
            <a:r>
              <a:rPr lang="en-US" sz="2400" dirty="0"/>
              <a:t>If p-value ≥ 0.05 → </a:t>
            </a:r>
            <a:r>
              <a:rPr lang="en-US" sz="2400" b="1" dirty="0">
                <a:solidFill>
                  <a:srgbClr val="C00000"/>
                </a:solidFill>
              </a:rPr>
              <a:t>Don’t</a:t>
            </a:r>
            <a:r>
              <a:rPr lang="en-US" sz="2400" dirty="0"/>
              <a:t> </a:t>
            </a:r>
            <a:r>
              <a:rPr lang="en-US" sz="2400" b="1" dirty="0">
                <a:solidFill>
                  <a:srgbClr val="C00000"/>
                </a:solidFill>
              </a:rPr>
              <a:t>reject</a:t>
            </a:r>
            <a:r>
              <a:rPr lang="en-US" sz="2400" dirty="0"/>
              <a:t> H₀ </a:t>
            </a:r>
          </a:p>
          <a:p>
            <a:pPr marL="0" indent="0">
              <a:buNone/>
            </a:pPr>
            <a:endParaRPr lang="en-IN" sz="2400" dirty="0"/>
          </a:p>
        </p:txBody>
      </p:sp>
    </p:spTree>
    <p:extLst>
      <p:ext uri="{BB962C8B-B14F-4D97-AF65-F5344CB8AC3E}">
        <p14:creationId xmlns:p14="http://schemas.microsoft.com/office/powerpoint/2010/main" val="36744288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9FE1B-6DAB-7720-821B-F6B2305469E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1C1877-5F6D-1939-C86F-CA3994777B44}"/>
              </a:ext>
            </a:extLst>
          </p:cNvPr>
          <p:cNvSpPr>
            <a:spLocks noGrp="1"/>
          </p:cNvSpPr>
          <p:nvPr>
            <p:ph idx="1"/>
          </p:nvPr>
        </p:nvSpPr>
        <p:spPr>
          <a:xfrm>
            <a:off x="777240" y="1404257"/>
            <a:ext cx="10659110" cy="4772706"/>
          </a:xfrm>
        </p:spPr>
        <p:txBody>
          <a:bodyPr>
            <a:normAutofit/>
          </a:bodyPr>
          <a:lstStyle/>
          <a:p>
            <a:pPr marL="0" indent="0">
              <a:buNone/>
            </a:pPr>
            <a:r>
              <a:rPr lang="en-US" sz="2800" b="1" dirty="0"/>
              <a:t>Why is Hypothesis Testing Important in ML?</a:t>
            </a:r>
          </a:p>
          <a:p>
            <a:r>
              <a:rPr lang="en-US" sz="2800" dirty="0"/>
              <a:t>In </a:t>
            </a:r>
            <a:r>
              <a:rPr lang="en-US" sz="2800" b="1" dirty="0"/>
              <a:t>Machine Learning</a:t>
            </a:r>
            <a:r>
              <a:rPr lang="en-US" sz="2800" dirty="0"/>
              <a:t>, we:</a:t>
            </a:r>
          </a:p>
          <a:p>
            <a:pPr lvl="1"/>
            <a:r>
              <a:rPr lang="en-US" sz="2800" dirty="0"/>
              <a:t>Test if one feature really </a:t>
            </a:r>
            <a:r>
              <a:rPr lang="en-US" sz="2800" b="1" dirty="0">
                <a:solidFill>
                  <a:srgbClr val="C00000"/>
                </a:solidFill>
              </a:rPr>
              <a:t>affects</a:t>
            </a:r>
            <a:r>
              <a:rPr lang="en-US" sz="2800" dirty="0"/>
              <a:t> the result</a:t>
            </a:r>
          </a:p>
          <a:p>
            <a:pPr lvl="1"/>
            <a:r>
              <a:rPr lang="en-US" sz="2800" dirty="0"/>
              <a:t>Decide if a </a:t>
            </a:r>
            <a:r>
              <a:rPr lang="en-US" sz="2800" b="1" dirty="0">
                <a:solidFill>
                  <a:srgbClr val="C00000"/>
                </a:solidFill>
              </a:rPr>
              <a:t>new model </a:t>
            </a:r>
            <a:r>
              <a:rPr lang="en-US" sz="2800" dirty="0"/>
              <a:t>is </a:t>
            </a:r>
            <a:r>
              <a:rPr lang="en-US" sz="2800" b="1" dirty="0"/>
              <a:t>better</a:t>
            </a:r>
            <a:r>
              <a:rPr lang="en-US" sz="2800" dirty="0"/>
              <a:t> than an </a:t>
            </a:r>
            <a:r>
              <a:rPr lang="en-US" sz="2800" b="1" dirty="0"/>
              <a:t>old one</a:t>
            </a:r>
          </a:p>
          <a:p>
            <a:pPr lvl="1"/>
            <a:r>
              <a:rPr lang="en-US" sz="2800" dirty="0"/>
              <a:t>Avoid making decisions based on </a:t>
            </a:r>
            <a:r>
              <a:rPr lang="en-US" sz="2800" b="1" dirty="0"/>
              <a:t>random patterns</a:t>
            </a:r>
            <a:endParaRPr lang="en-US" sz="2800" dirty="0"/>
          </a:p>
        </p:txBody>
      </p:sp>
    </p:spTree>
    <p:extLst>
      <p:ext uri="{BB962C8B-B14F-4D97-AF65-F5344CB8AC3E}">
        <p14:creationId xmlns:p14="http://schemas.microsoft.com/office/powerpoint/2010/main" val="10905394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DD37A-FE6E-AEED-904B-9EBACED2A38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DF406B-B291-499C-0904-27D9E492AC6D}"/>
              </a:ext>
            </a:extLst>
          </p:cNvPr>
          <p:cNvSpPr>
            <a:spLocks noGrp="1"/>
          </p:cNvSpPr>
          <p:nvPr>
            <p:ph idx="1"/>
          </p:nvPr>
        </p:nvSpPr>
        <p:spPr>
          <a:xfrm>
            <a:off x="777240" y="718457"/>
            <a:ext cx="10659110" cy="5458506"/>
          </a:xfrm>
        </p:spPr>
        <p:txBody>
          <a:bodyPr>
            <a:normAutofit/>
          </a:bodyPr>
          <a:lstStyle/>
          <a:p>
            <a:pPr marL="0" indent="0">
              <a:buNone/>
            </a:pPr>
            <a:r>
              <a:rPr lang="en-US" sz="2800" b="1" dirty="0"/>
              <a:t>Identifying patterns and insights from data</a:t>
            </a:r>
          </a:p>
          <a:p>
            <a:r>
              <a:rPr lang="en-US" sz="2400" b="1" dirty="0"/>
              <a:t>What does "Identifying Patterns and Insights" mean?</a:t>
            </a:r>
          </a:p>
          <a:p>
            <a:r>
              <a:rPr lang="en-US" sz="2400" dirty="0"/>
              <a:t>It means </a:t>
            </a:r>
            <a:r>
              <a:rPr lang="en-US" sz="2400" b="1" dirty="0"/>
              <a:t>looking at data</a:t>
            </a:r>
            <a:r>
              <a:rPr lang="en-US" sz="2400" dirty="0"/>
              <a:t> and finding </a:t>
            </a:r>
            <a:r>
              <a:rPr lang="en-US" sz="2400" b="1" dirty="0"/>
              <a:t>useful information</a:t>
            </a:r>
            <a:r>
              <a:rPr lang="en-US" sz="2400" dirty="0"/>
              <a:t> — things that </a:t>
            </a:r>
            <a:r>
              <a:rPr lang="en-US" sz="2400" b="1" dirty="0">
                <a:solidFill>
                  <a:srgbClr val="C00000"/>
                </a:solidFill>
              </a:rPr>
              <a:t>repeat</a:t>
            </a:r>
            <a:r>
              <a:rPr lang="en-US" sz="2400" dirty="0"/>
              <a:t>, </a:t>
            </a:r>
            <a:r>
              <a:rPr lang="en-US" sz="2400" b="1" dirty="0">
                <a:solidFill>
                  <a:srgbClr val="C00000"/>
                </a:solidFill>
              </a:rPr>
              <a:t>stand</a:t>
            </a:r>
            <a:r>
              <a:rPr lang="en-US" sz="2400" b="1" dirty="0"/>
              <a:t> </a:t>
            </a:r>
            <a:r>
              <a:rPr lang="en-US" sz="2400" b="1" dirty="0">
                <a:solidFill>
                  <a:srgbClr val="C00000"/>
                </a:solidFill>
              </a:rPr>
              <a:t>out</a:t>
            </a:r>
            <a:r>
              <a:rPr lang="en-US" sz="2400" dirty="0"/>
              <a:t>, or </a:t>
            </a:r>
            <a:r>
              <a:rPr lang="en-US" sz="2400" b="1" dirty="0">
                <a:solidFill>
                  <a:srgbClr val="C00000"/>
                </a:solidFill>
              </a:rPr>
              <a:t>tell</a:t>
            </a:r>
            <a:r>
              <a:rPr lang="en-US" sz="2400" b="1" dirty="0"/>
              <a:t> </a:t>
            </a:r>
            <a:r>
              <a:rPr lang="en-US" sz="2400" b="1" dirty="0">
                <a:solidFill>
                  <a:srgbClr val="C00000"/>
                </a:solidFill>
              </a:rPr>
              <a:t>a</a:t>
            </a:r>
            <a:r>
              <a:rPr lang="en-US" sz="2400" b="1" dirty="0"/>
              <a:t> </a:t>
            </a:r>
            <a:r>
              <a:rPr lang="en-US" sz="2400" b="1" dirty="0">
                <a:solidFill>
                  <a:srgbClr val="C00000"/>
                </a:solidFill>
              </a:rPr>
              <a:t>story</a:t>
            </a:r>
            <a:r>
              <a:rPr lang="en-US" sz="2400" dirty="0"/>
              <a:t>.</a:t>
            </a:r>
          </a:p>
          <a:p>
            <a:r>
              <a:rPr lang="en-US" sz="2400" dirty="0"/>
              <a:t>It’s like being a </a:t>
            </a:r>
            <a:r>
              <a:rPr lang="en-US" sz="2400" b="1" dirty="0">
                <a:solidFill>
                  <a:srgbClr val="C00000"/>
                </a:solidFill>
              </a:rPr>
              <a:t>detective</a:t>
            </a:r>
            <a:r>
              <a:rPr lang="en-US" sz="2400" dirty="0"/>
              <a:t> and using data as clues!</a:t>
            </a:r>
          </a:p>
          <a:p>
            <a:pPr marL="0" indent="0">
              <a:buNone/>
            </a:pPr>
            <a:endParaRPr lang="en-US" sz="2400" dirty="0"/>
          </a:p>
          <a:p>
            <a:pPr marL="0" indent="0">
              <a:buNone/>
            </a:pPr>
            <a:r>
              <a:rPr lang="en-US" sz="2400" b="1" dirty="0"/>
              <a:t>Why do we do this?</a:t>
            </a:r>
          </a:p>
          <a:p>
            <a:r>
              <a:rPr lang="en-US" sz="2400" dirty="0"/>
              <a:t>To answer questions like:</a:t>
            </a:r>
          </a:p>
          <a:p>
            <a:r>
              <a:rPr lang="en-US" sz="2400" dirty="0"/>
              <a:t>What is happening in the data?</a:t>
            </a:r>
          </a:p>
          <a:p>
            <a:r>
              <a:rPr lang="en-US" sz="2400" dirty="0"/>
              <a:t>Why is it happening?</a:t>
            </a:r>
          </a:p>
          <a:p>
            <a:r>
              <a:rPr lang="en-US" sz="2400" dirty="0"/>
              <a:t>What can we do based on it?</a:t>
            </a:r>
          </a:p>
          <a:p>
            <a:pPr marL="0" indent="0">
              <a:buNone/>
            </a:pPr>
            <a:endParaRPr lang="en-US" sz="2400" dirty="0"/>
          </a:p>
          <a:p>
            <a:pPr marL="0" indent="0">
              <a:buNone/>
            </a:pPr>
            <a:endParaRPr lang="en-IN" sz="2400" b="1" dirty="0"/>
          </a:p>
        </p:txBody>
      </p:sp>
    </p:spTree>
    <p:extLst>
      <p:ext uri="{BB962C8B-B14F-4D97-AF65-F5344CB8AC3E}">
        <p14:creationId xmlns:p14="http://schemas.microsoft.com/office/powerpoint/2010/main" val="14292532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C740D-81C4-88D2-07D1-3B03853684B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B372CF-4E68-0273-0308-A9F6D84CC788}"/>
              </a:ext>
            </a:extLst>
          </p:cNvPr>
          <p:cNvSpPr>
            <a:spLocks noGrp="1"/>
          </p:cNvSpPr>
          <p:nvPr>
            <p:ph idx="1"/>
          </p:nvPr>
        </p:nvSpPr>
        <p:spPr>
          <a:xfrm>
            <a:off x="777240" y="718457"/>
            <a:ext cx="10659110" cy="5458506"/>
          </a:xfrm>
        </p:spPr>
        <p:txBody>
          <a:bodyPr>
            <a:normAutofit/>
          </a:bodyPr>
          <a:lstStyle/>
          <a:p>
            <a:pPr marL="0" indent="0">
              <a:buNone/>
            </a:pPr>
            <a:r>
              <a:rPr lang="en-US" sz="2400" b="1" dirty="0"/>
              <a:t>Real-life Examples:</a:t>
            </a:r>
          </a:p>
          <a:p>
            <a:pPr marL="0" indent="0">
              <a:buNone/>
            </a:pPr>
            <a:r>
              <a:rPr lang="en-US" sz="2400" b="1" dirty="0"/>
              <a:t>1. Student Performance</a:t>
            </a:r>
          </a:p>
          <a:p>
            <a:pPr marL="0" indent="0">
              <a:buNone/>
            </a:pPr>
            <a:r>
              <a:rPr lang="en-US" sz="2400" b="1" dirty="0"/>
              <a:t>Data</a:t>
            </a:r>
            <a:r>
              <a:rPr lang="en-US" sz="2400" dirty="0"/>
              <a:t>: Marks of students in all subjects</a:t>
            </a:r>
          </a:p>
          <a:p>
            <a:r>
              <a:rPr lang="en-US" sz="2400" b="1" dirty="0">
                <a:solidFill>
                  <a:srgbClr val="C00000"/>
                </a:solidFill>
              </a:rPr>
              <a:t>Pattern</a:t>
            </a:r>
            <a:r>
              <a:rPr lang="en-US" sz="2400" dirty="0"/>
              <a:t>: Most students who fail in </a:t>
            </a:r>
            <a:r>
              <a:rPr lang="en-US" sz="2400" dirty="0" err="1"/>
              <a:t>Maths</a:t>
            </a:r>
            <a:r>
              <a:rPr lang="en-US" sz="2400" dirty="0"/>
              <a:t> also score low in Physics</a:t>
            </a:r>
          </a:p>
          <a:p>
            <a:r>
              <a:rPr lang="en-US" sz="2400" b="1" dirty="0">
                <a:solidFill>
                  <a:srgbClr val="C00000"/>
                </a:solidFill>
              </a:rPr>
              <a:t>Insight</a:t>
            </a:r>
            <a:r>
              <a:rPr lang="en-US" sz="2400" dirty="0"/>
              <a:t>: Students struggle with problem-solving subjects</a:t>
            </a:r>
          </a:p>
          <a:p>
            <a:r>
              <a:rPr lang="en-US" sz="2400" b="1" dirty="0">
                <a:solidFill>
                  <a:srgbClr val="C00000"/>
                </a:solidFill>
              </a:rPr>
              <a:t>Action</a:t>
            </a:r>
            <a:r>
              <a:rPr lang="en-US" sz="2400" dirty="0"/>
              <a:t>: Plan extra problem-solving sessions</a:t>
            </a:r>
          </a:p>
          <a:p>
            <a:pPr marL="0" indent="0">
              <a:buNone/>
            </a:pPr>
            <a:endParaRPr lang="en-US" dirty="0"/>
          </a:p>
          <a:p>
            <a:pPr marL="0" indent="0">
              <a:buNone/>
            </a:pPr>
            <a:r>
              <a:rPr lang="en-US" sz="2400" b="1" dirty="0"/>
              <a:t>2. Online Shopping</a:t>
            </a:r>
          </a:p>
          <a:p>
            <a:pPr marL="0" indent="0">
              <a:buNone/>
            </a:pPr>
            <a:r>
              <a:rPr lang="en-US" sz="2400" b="1" dirty="0"/>
              <a:t>Data</a:t>
            </a:r>
            <a:r>
              <a:rPr lang="en-US" sz="2400" dirty="0"/>
              <a:t>: Products people buy</a:t>
            </a:r>
          </a:p>
          <a:p>
            <a:r>
              <a:rPr lang="en-US" sz="2400" b="1" dirty="0">
                <a:solidFill>
                  <a:srgbClr val="C00000"/>
                </a:solidFill>
              </a:rPr>
              <a:t>Pattern</a:t>
            </a:r>
            <a:r>
              <a:rPr lang="en-US" sz="2400" b="1" dirty="0"/>
              <a:t>: </a:t>
            </a:r>
            <a:r>
              <a:rPr lang="en-US" sz="2400" dirty="0"/>
              <a:t>People who buy laptops also buy laptop bags</a:t>
            </a:r>
          </a:p>
          <a:p>
            <a:r>
              <a:rPr lang="en-US" sz="2400" b="1" dirty="0">
                <a:solidFill>
                  <a:srgbClr val="C00000"/>
                </a:solidFill>
              </a:rPr>
              <a:t>Insight</a:t>
            </a:r>
            <a:r>
              <a:rPr lang="en-US" sz="2400" b="1" dirty="0"/>
              <a:t>: </a:t>
            </a:r>
            <a:r>
              <a:rPr lang="en-US" sz="2400" dirty="0"/>
              <a:t>There’s a link between these two products</a:t>
            </a:r>
          </a:p>
          <a:p>
            <a:r>
              <a:rPr lang="en-US" sz="2400" b="1" dirty="0">
                <a:solidFill>
                  <a:srgbClr val="C00000"/>
                </a:solidFill>
              </a:rPr>
              <a:t>Action:</a:t>
            </a:r>
            <a:r>
              <a:rPr lang="en-US" sz="2400" b="1" dirty="0"/>
              <a:t> </a:t>
            </a:r>
            <a:r>
              <a:rPr lang="en-US" sz="2400" dirty="0"/>
              <a:t>Show laptop bags as “suggested items”</a:t>
            </a:r>
          </a:p>
          <a:p>
            <a:pPr marL="0" indent="0">
              <a:buNone/>
            </a:pPr>
            <a:endParaRPr lang="en-US" sz="2400" dirty="0"/>
          </a:p>
        </p:txBody>
      </p:sp>
    </p:spTree>
    <p:extLst>
      <p:ext uri="{BB962C8B-B14F-4D97-AF65-F5344CB8AC3E}">
        <p14:creationId xmlns:p14="http://schemas.microsoft.com/office/powerpoint/2010/main" val="27357701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DC1B6-325B-CD2D-7D4A-B127F1713AF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D51E151-E20E-66A4-B960-F6A0554253C2}"/>
              </a:ext>
            </a:extLst>
          </p:cNvPr>
          <p:cNvSpPr>
            <a:spLocks noGrp="1"/>
          </p:cNvSpPr>
          <p:nvPr>
            <p:ph idx="1"/>
          </p:nvPr>
        </p:nvSpPr>
        <p:spPr>
          <a:xfrm>
            <a:off x="777240" y="522514"/>
            <a:ext cx="10659110" cy="5900057"/>
          </a:xfrm>
        </p:spPr>
        <p:txBody>
          <a:bodyPr>
            <a:normAutofit/>
          </a:bodyPr>
          <a:lstStyle/>
          <a:p>
            <a:pPr marL="0" indent="0">
              <a:buNone/>
            </a:pPr>
            <a:r>
              <a:rPr lang="en-US" sz="2400" b="1" dirty="0"/>
              <a:t>How do we identify patterns?</a:t>
            </a:r>
          </a:p>
          <a:p>
            <a:pPr marL="0" indent="0">
              <a:buNone/>
            </a:pPr>
            <a:r>
              <a:rPr lang="en-US" sz="2400" b="1" dirty="0"/>
              <a:t>1. Data Visualization</a:t>
            </a:r>
          </a:p>
          <a:p>
            <a:r>
              <a:rPr lang="en-US" sz="2400" b="1" dirty="0"/>
              <a:t>Graphs</a:t>
            </a:r>
            <a:r>
              <a:rPr lang="en-US" sz="2400" dirty="0"/>
              <a:t> help us </a:t>
            </a:r>
            <a:r>
              <a:rPr lang="en-US" sz="2400" b="1" dirty="0"/>
              <a:t>see patterns clearly</a:t>
            </a:r>
            <a:endParaRPr lang="en-US" sz="2400" dirty="0"/>
          </a:p>
          <a:p>
            <a:r>
              <a:rPr lang="en-US" sz="2400" b="1" dirty="0"/>
              <a:t>Bar charts </a:t>
            </a:r>
            <a:r>
              <a:rPr lang="en-US" sz="2400" dirty="0"/>
              <a:t>→ Which category is most common?</a:t>
            </a:r>
          </a:p>
          <a:p>
            <a:r>
              <a:rPr lang="en-US" sz="2400" b="1" dirty="0"/>
              <a:t>Line charts </a:t>
            </a:r>
            <a:r>
              <a:rPr lang="en-US" sz="2400" dirty="0"/>
              <a:t>→ What’s increasing or decreasing over time?</a:t>
            </a:r>
          </a:p>
          <a:p>
            <a:r>
              <a:rPr lang="en-US" sz="2400" b="1" dirty="0"/>
              <a:t>Heatmaps</a:t>
            </a:r>
            <a:r>
              <a:rPr lang="en-US" sz="2400" dirty="0"/>
              <a:t> → Where are values strong or weak?</a:t>
            </a:r>
          </a:p>
          <a:p>
            <a:endParaRPr lang="en-US" sz="2400" dirty="0"/>
          </a:p>
          <a:p>
            <a:pPr marL="0" indent="0">
              <a:buNone/>
            </a:pPr>
            <a:r>
              <a:rPr lang="en-US" sz="2400" b="1" dirty="0"/>
              <a:t>2. Statistical Measures</a:t>
            </a:r>
          </a:p>
          <a:p>
            <a:r>
              <a:rPr lang="en-US" sz="2400" b="1" dirty="0"/>
              <a:t>Mean / Median / Mode</a:t>
            </a:r>
            <a:r>
              <a:rPr lang="en-US" sz="2400" dirty="0"/>
              <a:t> → Find central values</a:t>
            </a:r>
          </a:p>
          <a:p>
            <a:r>
              <a:rPr lang="en-US" sz="2400" b="1" dirty="0"/>
              <a:t>Correlation</a:t>
            </a:r>
            <a:r>
              <a:rPr lang="en-US" sz="2400" dirty="0"/>
              <a:t> → See if two things rise/fall together</a:t>
            </a:r>
            <a:br>
              <a:rPr lang="en-US" sz="2400" dirty="0"/>
            </a:br>
            <a:r>
              <a:rPr lang="en-US" sz="2400" dirty="0"/>
              <a:t>e.g., More hours studied = Higher marks?</a:t>
            </a:r>
          </a:p>
          <a:p>
            <a:endParaRPr lang="en-US" sz="2400" dirty="0"/>
          </a:p>
        </p:txBody>
      </p:sp>
    </p:spTree>
    <p:extLst>
      <p:ext uri="{BB962C8B-B14F-4D97-AF65-F5344CB8AC3E}">
        <p14:creationId xmlns:p14="http://schemas.microsoft.com/office/powerpoint/2010/main" val="21556083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BB6E2-3E86-1657-39B6-1B83B0EF0BC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5DBB0A-B2B8-AE79-9340-110821745B7D}"/>
              </a:ext>
            </a:extLst>
          </p:cNvPr>
          <p:cNvSpPr>
            <a:spLocks noGrp="1"/>
          </p:cNvSpPr>
          <p:nvPr>
            <p:ph idx="1"/>
          </p:nvPr>
        </p:nvSpPr>
        <p:spPr>
          <a:xfrm>
            <a:off x="777240" y="718457"/>
            <a:ext cx="10659110" cy="5458506"/>
          </a:xfrm>
        </p:spPr>
        <p:txBody>
          <a:bodyPr>
            <a:normAutofit/>
          </a:bodyPr>
          <a:lstStyle/>
          <a:p>
            <a:pPr marL="0" indent="0">
              <a:buNone/>
            </a:pPr>
            <a:r>
              <a:rPr lang="en-US" sz="2800" b="1" dirty="0"/>
              <a:t>3. Clustering</a:t>
            </a:r>
          </a:p>
          <a:p>
            <a:r>
              <a:rPr lang="en-US" sz="2800" dirty="0"/>
              <a:t>Group similar data together</a:t>
            </a:r>
            <a:br>
              <a:rPr lang="en-US" sz="2800" dirty="0"/>
            </a:br>
            <a:r>
              <a:rPr lang="en-US" sz="2800" dirty="0"/>
              <a:t>E.g., </a:t>
            </a:r>
            <a:r>
              <a:rPr lang="en-US" sz="2800" b="1" dirty="0">
                <a:solidFill>
                  <a:srgbClr val="C00000"/>
                </a:solidFill>
              </a:rPr>
              <a:t>Segment</a:t>
            </a:r>
            <a:r>
              <a:rPr lang="en-US" sz="2800" b="1" dirty="0"/>
              <a:t> customers </a:t>
            </a:r>
            <a:r>
              <a:rPr lang="en-US" sz="2800" dirty="0"/>
              <a:t>into groups based on age &amp; spending.</a:t>
            </a:r>
          </a:p>
          <a:p>
            <a:endParaRPr lang="en-US" sz="2800" dirty="0"/>
          </a:p>
          <a:p>
            <a:pPr marL="0" indent="0">
              <a:buNone/>
            </a:pPr>
            <a:r>
              <a:rPr lang="en-US" sz="2800" b="1" dirty="0"/>
              <a:t>4. Anomaly Detection</a:t>
            </a:r>
          </a:p>
          <a:p>
            <a:r>
              <a:rPr lang="en-US" sz="2800" dirty="0"/>
              <a:t>Spot unusual data</a:t>
            </a:r>
            <a:br>
              <a:rPr lang="en-US" sz="2800" dirty="0"/>
            </a:br>
            <a:r>
              <a:rPr lang="en-US" sz="2800" dirty="0"/>
              <a:t>E.g., A </a:t>
            </a:r>
            <a:r>
              <a:rPr lang="en-US" sz="2800" b="1" dirty="0">
                <a:solidFill>
                  <a:srgbClr val="C00000"/>
                </a:solidFill>
              </a:rPr>
              <a:t>sudden drop </a:t>
            </a:r>
            <a:r>
              <a:rPr lang="en-US" sz="2800" dirty="0"/>
              <a:t>in website traffic</a:t>
            </a:r>
          </a:p>
          <a:p>
            <a:pPr marL="0" indent="0">
              <a:buNone/>
            </a:pPr>
            <a:endParaRPr lang="en-IN" sz="2800" dirty="0"/>
          </a:p>
        </p:txBody>
      </p:sp>
    </p:spTree>
    <p:extLst>
      <p:ext uri="{BB962C8B-B14F-4D97-AF65-F5344CB8AC3E}">
        <p14:creationId xmlns:p14="http://schemas.microsoft.com/office/powerpoint/2010/main" val="149401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00D74-4D1F-56BA-4D69-F7D92BC7B3E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BABF299-2538-17F6-A1EB-FDBF26DD487C}"/>
              </a:ext>
            </a:extLst>
          </p:cNvPr>
          <p:cNvSpPr>
            <a:spLocks noGrp="1"/>
          </p:cNvSpPr>
          <p:nvPr>
            <p:ph idx="1"/>
          </p:nvPr>
        </p:nvSpPr>
        <p:spPr>
          <a:xfrm>
            <a:off x="777240" y="718457"/>
            <a:ext cx="10659110" cy="5458506"/>
          </a:xfrm>
        </p:spPr>
        <p:txBody>
          <a:bodyPr>
            <a:normAutofit/>
          </a:bodyPr>
          <a:lstStyle/>
          <a:p>
            <a:pPr marL="0" indent="0">
              <a:buNone/>
            </a:pPr>
            <a:endParaRPr lang="en-IN" sz="2400" dirty="0"/>
          </a:p>
        </p:txBody>
      </p:sp>
    </p:spTree>
    <p:extLst>
      <p:ext uri="{BB962C8B-B14F-4D97-AF65-F5344CB8AC3E}">
        <p14:creationId xmlns:p14="http://schemas.microsoft.com/office/powerpoint/2010/main" val="36739450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99A0-73DD-E98A-E04B-670AC1C0FA6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3849899-94F5-7389-3888-2F8C0153EB16}"/>
              </a:ext>
            </a:extLst>
          </p:cNvPr>
          <p:cNvSpPr>
            <a:spLocks noGrp="1"/>
          </p:cNvSpPr>
          <p:nvPr>
            <p:ph idx="1"/>
          </p:nvPr>
        </p:nvSpPr>
        <p:spPr>
          <a:xfrm>
            <a:off x="743688" y="947057"/>
            <a:ext cx="10900568" cy="5192486"/>
          </a:xfrm>
        </p:spPr>
        <p:txBody>
          <a:bodyPr>
            <a:normAutofit lnSpcReduction="10000"/>
          </a:bodyPr>
          <a:lstStyle/>
          <a:p>
            <a:pPr marL="0" indent="0">
              <a:buNone/>
            </a:pPr>
            <a:r>
              <a:rPr lang="en-US" sz="3200" b="1" dirty="0">
                <a:solidFill>
                  <a:srgbClr val="C00000"/>
                </a:solidFill>
              </a:rPr>
              <a:t>Module-5: </a:t>
            </a:r>
            <a:r>
              <a:rPr lang="en-US" sz="3200" b="1" dirty="0">
                <a:solidFill>
                  <a:schemeClr val="accent3">
                    <a:lumMod val="50000"/>
                  </a:schemeClr>
                </a:solidFill>
              </a:rPr>
              <a:t>Data Analytics and Real-World Applications: </a:t>
            </a:r>
          </a:p>
          <a:p>
            <a:pPr marL="0" indent="0">
              <a:buNone/>
            </a:pPr>
            <a:r>
              <a:rPr lang="en-US" sz="3200" b="1" dirty="0"/>
              <a:t>Exploratory Data Analysis (EDA): Data visualization techniques</a:t>
            </a:r>
            <a:r>
              <a:rPr lang="en-US" sz="3200" dirty="0"/>
              <a:t>, </a:t>
            </a:r>
            <a:r>
              <a:rPr lang="en-US" sz="3200" b="1" dirty="0"/>
              <a:t>Statistical analysis and hypothesis testing</a:t>
            </a:r>
            <a:r>
              <a:rPr lang="en-US" sz="3200" dirty="0"/>
              <a:t>, </a:t>
            </a:r>
            <a:r>
              <a:rPr lang="en-US" sz="3200" b="1" dirty="0"/>
              <a:t>Identifying patterns and insights from data.  </a:t>
            </a:r>
          </a:p>
          <a:p>
            <a:pPr marL="0" indent="0">
              <a:buNone/>
            </a:pPr>
            <a:r>
              <a:rPr lang="en-US" sz="3200" b="1" dirty="0"/>
              <a:t>Time Series Analysis:  </a:t>
            </a:r>
            <a:r>
              <a:rPr lang="en-US" sz="3200" dirty="0"/>
              <a:t>Introduction to time series data, Time series forecasting using ARIMA and Prophet, Evaluating time series models.  </a:t>
            </a:r>
          </a:p>
          <a:p>
            <a:pPr marL="0" indent="0">
              <a:buNone/>
            </a:pPr>
            <a:r>
              <a:rPr lang="en-US" sz="3200" b="1" dirty="0"/>
              <a:t>Integrating Machine Learning Models: </a:t>
            </a:r>
            <a:r>
              <a:rPr lang="en-US" sz="3200" dirty="0"/>
              <a:t>Deployment of machine learning models, Building web applications with Flask and Django, Case studies on real-world applications of machine    learning.</a:t>
            </a:r>
            <a:endParaRPr lang="en-IN" sz="3200" dirty="0"/>
          </a:p>
        </p:txBody>
      </p:sp>
    </p:spTree>
    <p:extLst>
      <p:ext uri="{BB962C8B-B14F-4D97-AF65-F5344CB8AC3E}">
        <p14:creationId xmlns:p14="http://schemas.microsoft.com/office/powerpoint/2010/main" val="2830705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FACA4-BDEC-802A-C866-B7B1895DC24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9F1C89-752C-8454-B218-335D4E83347D}"/>
              </a:ext>
            </a:extLst>
          </p:cNvPr>
          <p:cNvSpPr>
            <a:spLocks noGrp="1"/>
          </p:cNvSpPr>
          <p:nvPr>
            <p:ph idx="1"/>
          </p:nvPr>
        </p:nvSpPr>
        <p:spPr>
          <a:xfrm>
            <a:off x="777240" y="718457"/>
            <a:ext cx="10659110" cy="5458506"/>
          </a:xfrm>
        </p:spPr>
        <p:txBody>
          <a:bodyPr>
            <a:normAutofit/>
          </a:bodyPr>
          <a:lstStyle/>
          <a:p>
            <a:pPr marL="0" indent="0">
              <a:buNone/>
            </a:pPr>
            <a:endParaRPr lang="en-IN" sz="2400" dirty="0"/>
          </a:p>
        </p:txBody>
      </p:sp>
    </p:spTree>
    <p:extLst>
      <p:ext uri="{BB962C8B-B14F-4D97-AF65-F5344CB8AC3E}">
        <p14:creationId xmlns:p14="http://schemas.microsoft.com/office/powerpoint/2010/main" val="14161462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518969-6453-B5BE-7F54-110D8CB569D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A7F664F-FD37-EBDF-7BC3-6906FC3AA554}"/>
              </a:ext>
            </a:extLst>
          </p:cNvPr>
          <p:cNvSpPr>
            <a:spLocks noGrp="1"/>
          </p:cNvSpPr>
          <p:nvPr>
            <p:ph idx="1"/>
          </p:nvPr>
        </p:nvSpPr>
        <p:spPr>
          <a:xfrm>
            <a:off x="777240" y="718457"/>
            <a:ext cx="10659110" cy="5458506"/>
          </a:xfrm>
        </p:spPr>
        <p:txBody>
          <a:bodyPr>
            <a:normAutofit/>
          </a:bodyPr>
          <a:lstStyle/>
          <a:p>
            <a:pPr marL="0" indent="0">
              <a:buNone/>
            </a:pPr>
            <a:endParaRPr lang="en-IN" sz="2400" dirty="0"/>
          </a:p>
        </p:txBody>
      </p:sp>
    </p:spTree>
    <p:extLst>
      <p:ext uri="{BB962C8B-B14F-4D97-AF65-F5344CB8AC3E}">
        <p14:creationId xmlns:p14="http://schemas.microsoft.com/office/powerpoint/2010/main" val="18555949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BCA96-E0F6-980F-C082-9DDB8716248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1E7B3A5-2A67-D45F-EDBF-27F41756A106}"/>
              </a:ext>
            </a:extLst>
          </p:cNvPr>
          <p:cNvSpPr>
            <a:spLocks noGrp="1"/>
          </p:cNvSpPr>
          <p:nvPr>
            <p:ph idx="1"/>
          </p:nvPr>
        </p:nvSpPr>
        <p:spPr>
          <a:xfrm>
            <a:off x="777240" y="718457"/>
            <a:ext cx="10659110" cy="5458506"/>
          </a:xfrm>
        </p:spPr>
        <p:txBody>
          <a:bodyPr>
            <a:normAutofit/>
          </a:bodyPr>
          <a:lstStyle/>
          <a:p>
            <a:pPr marL="0" indent="0">
              <a:buNone/>
            </a:pPr>
            <a:endParaRPr lang="en-IN" sz="2400" dirty="0"/>
          </a:p>
        </p:txBody>
      </p:sp>
    </p:spTree>
    <p:extLst>
      <p:ext uri="{BB962C8B-B14F-4D97-AF65-F5344CB8AC3E}">
        <p14:creationId xmlns:p14="http://schemas.microsoft.com/office/powerpoint/2010/main" val="38135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0A298-83DB-DFB8-C195-650769CFDFC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6F6D0ED-2996-4108-5108-F20492C2FA3A}"/>
              </a:ext>
            </a:extLst>
          </p:cNvPr>
          <p:cNvSpPr>
            <a:spLocks noGrp="1"/>
          </p:cNvSpPr>
          <p:nvPr>
            <p:ph idx="1"/>
          </p:nvPr>
        </p:nvSpPr>
        <p:spPr>
          <a:xfrm>
            <a:off x="777240" y="718457"/>
            <a:ext cx="10659110" cy="5458506"/>
          </a:xfrm>
        </p:spPr>
        <p:txBody>
          <a:bodyPr>
            <a:normAutofit/>
          </a:bodyPr>
          <a:lstStyle/>
          <a:p>
            <a:pPr marL="0" indent="0">
              <a:buNone/>
            </a:pPr>
            <a:endParaRPr lang="en-IN" sz="2400" dirty="0"/>
          </a:p>
        </p:txBody>
      </p:sp>
    </p:spTree>
    <p:extLst>
      <p:ext uri="{BB962C8B-B14F-4D97-AF65-F5344CB8AC3E}">
        <p14:creationId xmlns:p14="http://schemas.microsoft.com/office/powerpoint/2010/main" val="3637732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4EDA1A-B1A7-EFED-EA25-85AC5EE4329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7488ED-4226-F62D-8364-FA2EE49ACC65}"/>
              </a:ext>
            </a:extLst>
          </p:cNvPr>
          <p:cNvSpPr>
            <a:spLocks noGrp="1"/>
          </p:cNvSpPr>
          <p:nvPr>
            <p:ph idx="1"/>
          </p:nvPr>
        </p:nvSpPr>
        <p:spPr>
          <a:xfrm>
            <a:off x="777240" y="718457"/>
            <a:ext cx="10659110" cy="5458506"/>
          </a:xfrm>
        </p:spPr>
        <p:txBody>
          <a:bodyPr>
            <a:normAutofit/>
          </a:bodyPr>
          <a:lstStyle/>
          <a:p>
            <a:pPr marL="0" indent="0">
              <a:buNone/>
            </a:pPr>
            <a:endParaRPr lang="en-IN" sz="2400" dirty="0"/>
          </a:p>
        </p:txBody>
      </p:sp>
    </p:spTree>
    <p:extLst>
      <p:ext uri="{BB962C8B-B14F-4D97-AF65-F5344CB8AC3E}">
        <p14:creationId xmlns:p14="http://schemas.microsoft.com/office/powerpoint/2010/main" val="2863045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7C36A-5F8E-9899-BC44-97D4A10A992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174BFB8-34D1-292A-6E8D-A5FD081EEE08}"/>
              </a:ext>
            </a:extLst>
          </p:cNvPr>
          <p:cNvSpPr>
            <a:spLocks noGrp="1"/>
          </p:cNvSpPr>
          <p:nvPr>
            <p:ph idx="1"/>
          </p:nvPr>
        </p:nvSpPr>
        <p:spPr>
          <a:xfrm>
            <a:off x="777240" y="718457"/>
            <a:ext cx="10659110" cy="5458506"/>
          </a:xfrm>
        </p:spPr>
        <p:txBody>
          <a:bodyPr>
            <a:normAutofit/>
          </a:bodyPr>
          <a:lstStyle/>
          <a:p>
            <a:pPr marL="0" indent="0">
              <a:buNone/>
            </a:pPr>
            <a:endParaRPr lang="en-IN" sz="2400" dirty="0"/>
          </a:p>
        </p:txBody>
      </p:sp>
    </p:spTree>
    <p:extLst>
      <p:ext uri="{BB962C8B-B14F-4D97-AF65-F5344CB8AC3E}">
        <p14:creationId xmlns:p14="http://schemas.microsoft.com/office/powerpoint/2010/main" val="5501426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1B518-17F0-66CB-41D6-24872B31CD4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187EB3-0646-559B-F70E-CE7EE246024A}"/>
              </a:ext>
            </a:extLst>
          </p:cNvPr>
          <p:cNvSpPr>
            <a:spLocks noGrp="1"/>
          </p:cNvSpPr>
          <p:nvPr>
            <p:ph idx="1"/>
          </p:nvPr>
        </p:nvSpPr>
        <p:spPr>
          <a:xfrm>
            <a:off x="777240" y="718457"/>
            <a:ext cx="10659110" cy="5458506"/>
          </a:xfrm>
        </p:spPr>
        <p:txBody>
          <a:bodyPr>
            <a:normAutofit/>
          </a:bodyPr>
          <a:lstStyle/>
          <a:p>
            <a:pPr marL="0" indent="0">
              <a:buNone/>
            </a:pPr>
            <a:endParaRPr lang="en-IN" sz="2400" dirty="0"/>
          </a:p>
        </p:txBody>
      </p:sp>
    </p:spTree>
    <p:extLst>
      <p:ext uri="{BB962C8B-B14F-4D97-AF65-F5344CB8AC3E}">
        <p14:creationId xmlns:p14="http://schemas.microsoft.com/office/powerpoint/2010/main" val="4282425090"/>
      </p:ext>
    </p:extLst>
  </p:cSld>
  <p:clrMapOvr>
    <a:masterClrMapping/>
  </p:clrMapOvr>
</p:sld>
</file>

<file path=ppt/theme/theme1.xml><?xml version="1.0" encoding="utf-8"?>
<a:theme xmlns:a="http://schemas.openxmlformats.org/drawingml/2006/main" name="ConfettiVTI">
  <a:themeElements>
    <a:clrScheme name="Custom 30">
      <a:dk1>
        <a:sysClr val="windowText" lastClr="000000"/>
      </a:dk1>
      <a:lt1>
        <a:sysClr val="window" lastClr="FFFFFF"/>
      </a:lt1>
      <a:dk2>
        <a:srgbClr val="420023"/>
      </a:dk2>
      <a:lt2>
        <a:srgbClr val="FDFBF9"/>
      </a:lt2>
      <a:accent1>
        <a:srgbClr val="97446E"/>
      </a:accent1>
      <a:accent2>
        <a:srgbClr val="A40056"/>
      </a:accent2>
      <a:accent3>
        <a:srgbClr val="24BEEE"/>
      </a:accent3>
      <a:accent4>
        <a:srgbClr val="91274F"/>
      </a:accent4>
      <a:accent5>
        <a:srgbClr val="F39E29"/>
      </a:accent5>
      <a:accent6>
        <a:srgbClr val="E87450"/>
      </a:accent6>
      <a:hlink>
        <a:srgbClr val="F55D5D"/>
      </a:hlink>
      <a:folHlink>
        <a:srgbClr val="EA3A60"/>
      </a:folHlink>
    </a:clrScheme>
    <a:fontScheme name="Custom 10">
      <a:majorFont>
        <a:latin typeface="Gill Sans Nov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nfettiVTI" id="{B5618F7C-B4F0-4D28-83B4-440D0519681F}" vid="{5F84EFDF-E14E-48C6-955C-990A32085A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395</TotalTime>
  <Words>1327</Words>
  <Application>Microsoft Office PowerPoint</Application>
  <PresentationFormat>Widescreen</PresentationFormat>
  <Paragraphs>192</Paragraphs>
  <Slides>32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Aptos</vt:lpstr>
      <vt:lpstr>Arial</vt:lpstr>
      <vt:lpstr>Calibri</vt:lpstr>
      <vt:lpstr>Gill Sans Nova</vt:lpstr>
      <vt:lpstr>ConfettiVTI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PRAMOD NAIK</dc:creator>
  <cp:lastModifiedBy>Pramod Naik</cp:lastModifiedBy>
  <cp:revision>39</cp:revision>
  <dcterms:created xsi:type="dcterms:W3CDTF">2024-11-25T17:19:06Z</dcterms:created>
  <dcterms:modified xsi:type="dcterms:W3CDTF">2025-08-04T19:20:04Z</dcterms:modified>
</cp:coreProperties>
</file>