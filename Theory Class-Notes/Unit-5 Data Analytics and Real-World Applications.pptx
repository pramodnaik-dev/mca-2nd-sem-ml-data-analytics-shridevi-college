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9"/>
  </p:notesMasterIdLst>
  <p:sldIdLst>
    <p:sldId id="430" r:id="rId2"/>
    <p:sldId id="431" r:id="rId3"/>
    <p:sldId id="432" r:id="rId4"/>
    <p:sldId id="433" r:id="rId5"/>
    <p:sldId id="434" r:id="rId6"/>
    <p:sldId id="436" r:id="rId7"/>
    <p:sldId id="43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BEA762-7B14-4232-B8DE-5CDB9EE15F62}" v="15" dt="2025-08-02T18:06:52.9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7BEA762-7B14-4232-B8DE-5CDB9EE15F62}"/>
    <pc:docChg chg="undo custSel addSld delSld modSld">
      <pc:chgData name="Pramod Naik" userId="ceb6df04-ef15-4d9b-a141-998a03559d75" providerId="ADAL" clId="{67BEA762-7B14-4232-B8DE-5CDB9EE15F62}" dt="2025-08-02T18:06:52.993" v="75"/>
      <pc:docMkLst>
        <pc:docMk/>
      </pc:docMkLst>
      <pc:sldChg chg="del">
        <pc:chgData name="Pramod Naik" userId="ceb6df04-ef15-4d9b-a141-998a03559d75" providerId="ADAL" clId="{67BEA762-7B14-4232-B8DE-5CDB9EE15F62}" dt="2025-08-02T18:00:09.815" v="3" actId="47"/>
        <pc:sldMkLst>
          <pc:docMk/>
          <pc:sldMk cId="707598842" sldId="258"/>
        </pc:sldMkLst>
      </pc:sldChg>
      <pc:sldChg chg="del">
        <pc:chgData name="Pramod Naik" userId="ceb6df04-ef15-4d9b-a141-998a03559d75" providerId="ADAL" clId="{67BEA762-7B14-4232-B8DE-5CDB9EE15F62}" dt="2025-08-02T18:00:08.687" v="1" actId="47"/>
        <pc:sldMkLst>
          <pc:docMk/>
          <pc:sldMk cId="2833866201" sldId="272"/>
        </pc:sldMkLst>
      </pc:sldChg>
      <pc:sldChg chg="del">
        <pc:chgData name="Pramod Naik" userId="ceb6df04-ef15-4d9b-a141-998a03559d75" providerId="ADAL" clId="{67BEA762-7B14-4232-B8DE-5CDB9EE15F62}" dt="2025-08-02T18:00:09.184" v="2" actId="47"/>
        <pc:sldMkLst>
          <pc:docMk/>
          <pc:sldMk cId="1139735195" sldId="280"/>
        </pc:sldMkLst>
      </pc:sldChg>
      <pc:sldChg chg="del">
        <pc:chgData name="Pramod Naik" userId="ceb6df04-ef15-4d9b-a141-998a03559d75" providerId="ADAL" clId="{67BEA762-7B14-4232-B8DE-5CDB9EE15F62}" dt="2025-08-02T18:00:13.144" v="7" actId="47"/>
        <pc:sldMkLst>
          <pc:docMk/>
          <pc:sldMk cId="769431239" sldId="422"/>
        </pc:sldMkLst>
      </pc:sldChg>
      <pc:sldChg chg="del">
        <pc:chgData name="Pramod Naik" userId="ceb6df04-ef15-4d9b-a141-998a03559d75" providerId="ADAL" clId="{67BEA762-7B14-4232-B8DE-5CDB9EE15F62}" dt="2025-08-02T18:00:13.409" v="8" actId="47"/>
        <pc:sldMkLst>
          <pc:docMk/>
          <pc:sldMk cId="4028213141" sldId="423"/>
        </pc:sldMkLst>
      </pc:sldChg>
      <pc:sldChg chg="del">
        <pc:chgData name="Pramod Naik" userId="ceb6df04-ef15-4d9b-a141-998a03559d75" providerId="ADAL" clId="{67BEA762-7B14-4232-B8DE-5CDB9EE15F62}" dt="2025-08-02T18:00:08.305" v="0" actId="47"/>
        <pc:sldMkLst>
          <pc:docMk/>
          <pc:sldMk cId="3682881203" sldId="426"/>
        </pc:sldMkLst>
      </pc:sldChg>
      <pc:sldChg chg="del">
        <pc:chgData name="Pramod Naik" userId="ceb6df04-ef15-4d9b-a141-998a03559d75" providerId="ADAL" clId="{67BEA762-7B14-4232-B8DE-5CDB9EE15F62}" dt="2025-08-02T18:00:10.194" v="4" actId="47"/>
        <pc:sldMkLst>
          <pc:docMk/>
          <pc:sldMk cId="1148078753" sldId="427"/>
        </pc:sldMkLst>
      </pc:sldChg>
      <pc:sldChg chg="del">
        <pc:chgData name="Pramod Naik" userId="ceb6df04-ef15-4d9b-a141-998a03559d75" providerId="ADAL" clId="{67BEA762-7B14-4232-B8DE-5CDB9EE15F62}" dt="2025-08-02T18:00:10.925" v="5" actId="47"/>
        <pc:sldMkLst>
          <pc:docMk/>
          <pc:sldMk cId="3664504081" sldId="428"/>
        </pc:sldMkLst>
      </pc:sldChg>
      <pc:sldChg chg="del">
        <pc:chgData name="Pramod Naik" userId="ceb6df04-ef15-4d9b-a141-998a03559d75" providerId="ADAL" clId="{67BEA762-7B14-4232-B8DE-5CDB9EE15F62}" dt="2025-08-02T18:00:11.433" v="6" actId="47"/>
        <pc:sldMkLst>
          <pc:docMk/>
          <pc:sldMk cId="3619533614" sldId="429"/>
        </pc:sldMkLst>
      </pc:sldChg>
      <pc:sldChg chg="addSp delSp modSp new mod">
        <pc:chgData name="Pramod Naik" userId="ceb6df04-ef15-4d9b-a141-998a03559d75" providerId="ADAL" clId="{67BEA762-7B14-4232-B8DE-5CDB9EE15F62}" dt="2025-08-02T18:04:53.544" v="48" actId="113"/>
        <pc:sldMkLst>
          <pc:docMk/>
          <pc:sldMk cId="3084322114" sldId="431"/>
        </pc:sldMkLst>
        <pc:spChg chg="del">
          <ac:chgData name="Pramod Naik" userId="ceb6df04-ef15-4d9b-a141-998a03559d75" providerId="ADAL" clId="{67BEA762-7B14-4232-B8DE-5CDB9EE15F62}" dt="2025-08-02T18:00:21.152" v="11" actId="478"/>
          <ac:spMkLst>
            <pc:docMk/>
            <pc:sldMk cId="3084322114" sldId="431"/>
            <ac:spMk id="2" creationId="{34851D87-BD85-9BB6-3A84-58AA05A534AB}"/>
          </ac:spMkLst>
        </pc:spChg>
        <pc:spChg chg="mod">
          <ac:chgData name="Pramod Naik" userId="ceb6df04-ef15-4d9b-a141-998a03559d75" providerId="ADAL" clId="{67BEA762-7B14-4232-B8DE-5CDB9EE15F62}" dt="2025-08-02T18:04:53.544" v="48" actId="113"/>
          <ac:spMkLst>
            <pc:docMk/>
            <pc:sldMk cId="3084322114" sldId="431"/>
            <ac:spMk id="3" creationId="{185592F5-C5F2-2137-09CB-FEA80DFC1C69}"/>
          </ac:spMkLst>
        </pc:spChg>
        <pc:spChg chg="add">
          <ac:chgData name="Pramod Naik" userId="ceb6df04-ef15-4d9b-a141-998a03559d75" providerId="ADAL" clId="{67BEA762-7B14-4232-B8DE-5CDB9EE15F62}" dt="2025-08-02T18:03:23.751" v="23"/>
          <ac:spMkLst>
            <pc:docMk/>
            <pc:sldMk cId="3084322114" sldId="431"/>
            <ac:spMk id="4" creationId="{2C3703F6-7FC0-1045-1E83-0A986088F696}"/>
          </ac:spMkLst>
        </pc:spChg>
        <pc:spChg chg="add">
          <ac:chgData name="Pramod Naik" userId="ceb6df04-ef15-4d9b-a141-998a03559d75" providerId="ADAL" clId="{67BEA762-7B14-4232-B8DE-5CDB9EE15F62}" dt="2025-08-02T18:04:13.775" v="42"/>
          <ac:spMkLst>
            <pc:docMk/>
            <pc:sldMk cId="3084322114" sldId="431"/>
            <ac:spMk id="5" creationId="{031AAAA1-DAA1-1130-32C5-6458BC983710}"/>
          </ac:spMkLst>
        </pc:spChg>
      </pc:sldChg>
      <pc:sldChg chg="del">
        <pc:chgData name="Pramod Naik" userId="ceb6df04-ef15-4d9b-a141-998a03559d75" providerId="ADAL" clId="{67BEA762-7B14-4232-B8DE-5CDB9EE15F62}" dt="2025-08-02T18:00:13.671" v="9" actId="47"/>
        <pc:sldMkLst>
          <pc:docMk/>
          <pc:sldMk cId="290281724" sldId="432"/>
        </pc:sldMkLst>
      </pc:sldChg>
      <pc:sldChg chg="addSp modSp add mod">
        <pc:chgData name="Pramod Naik" userId="ceb6df04-ef15-4d9b-a141-998a03559d75" providerId="ADAL" clId="{67BEA762-7B14-4232-B8DE-5CDB9EE15F62}" dt="2025-08-02T18:06:30.611" v="74" actId="1076"/>
        <pc:sldMkLst>
          <pc:docMk/>
          <pc:sldMk cId="784002003" sldId="432"/>
        </pc:sldMkLst>
        <pc:spChg chg="mod">
          <ac:chgData name="Pramod Naik" userId="ceb6df04-ef15-4d9b-a141-998a03559d75" providerId="ADAL" clId="{67BEA762-7B14-4232-B8DE-5CDB9EE15F62}" dt="2025-08-02T18:06:17.613" v="69" actId="404"/>
          <ac:spMkLst>
            <pc:docMk/>
            <pc:sldMk cId="784002003" sldId="432"/>
            <ac:spMk id="3" creationId="{FB59DB97-1426-D4EA-4861-D7B01670113C}"/>
          </ac:spMkLst>
        </pc:spChg>
        <pc:graphicFrameChg chg="add mod modGraphic">
          <ac:chgData name="Pramod Naik" userId="ceb6df04-ef15-4d9b-a141-998a03559d75" providerId="ADAL" clId="{67BEA762-7B14-4232-B8DE-5CDB9EE15F62}" dt="2025-08-02T18:06:30.611" v="74" actId="1076"/>
          <ac:graphicFrameMkLst>
            <pc:docMk/>
            <pc:sldMk cId="784002003" sldId="432"/>
            <ac:graphicFrameMk id="2" creationId="{D852B827-11BF-9D79-8A94-11D8DC3B9C51}"/>
          </ac:graphicFrameMkLst>
        </pc:graphicFrameChg>
      </pc:sldChg>
      <pc:sldChg chg="add">
        <pc:chgData name="Pramod Naik" userId="ceb6df04-ef15-4d9b-a141-998a03559d75" providerId="ADAL" clId="{67BEA762-7B14-4232-B8DE-5CDB9EE15F62}" dt="2025-08-02T18:01:04.302" v="16"/>
        <pc:sldMkLst>
          <pc:docMk/>
          <pc:sldMk cId="3360285261" sldId="433"/>
        </pc:sldMkLst>
      </pc:sldChg>
      <pc:sldChg chg="add">
        <pc:chgData name="Pramod Naik" userId="ceb6df04-ef15-4d9b-a141-998a03559d75" providerId="ADAL" clId="{67BEA762-7B14-4232-B8DE-5CDB9EE15F62}" dt="2025-08-02T18:01:04.632" v="17"/>
        <pc:sldMkLst>
          <pc:docMk/>
          <pc:sldMk cId="1187964585" sldId="434"/>
        </pc:sldMkLst>
      </pc:sldChg>
      <pc:sldChg chg="add">
        <pc:chgData name="Pramod Naik" userId="ceb6df04-ef15-4d9b-a141-998a03559d75" providerId="ADAL" clId="{67BEA762-7B14-4232-B8DE-5CDB9EE15F62}" dt="2025-08-02T18:01:04.884" v="18"/>
        <pc:sldMkLst>
          <pc:docMk/>
          <pc:sldMk cId="2119348874" sldId="435"/>
        </pc:sldMkLst>
      </pc:sldChg>
      <pc:sldChg chg="add">
        <pc:chgData name="Pramod Naik" userId="ceb6df04-ef15-4d9b-a141-998a03559d75" providerId="ADAL" clId="{67BEA762-7B14-4232-B8DE-5CDB9EE15F62}" dt="2025-08-02T18:06:52.993" v="75"/>
        <pc:sldMkLst>
          <pc:docMk/>
          <pc:sldMk cId="2830705072" sldId="436"/>
        </pc:sldMkLst>
      </pc:sldChg>
    </pc:docChg>
  </pc:docChgLst>
  <pc:docChgLst>
    <pc:chgData name="Pramod Naik" userId="ceb6df04-ef15-4d9b-a141-998a03559d75" providerId="ADAL" clId="{A3D4129C-72EA-45F2-AA77-F6ECFB27FD89}"/>
    <pc:docChg chg="modSld">
      <pc:chgData name="Pramod Naik" userId="ceb6df04-ef15-4d9b-a141-998a03559d75" providerId="ADAL" clId="{A3D4129C-72EA-45F2-AA77-F6ECFB27FD89}" dt="2025-07-19T10:57:35.360" v="0" actId="20577"/>
      <pc:docMkLst>
        <pc:docMk/>
      </pc:docMkLst>
      <pc:sldChg chg="modSp mod">
        <pc:chgData name="Pramod Naik" userId="ceb6df04-ef15-4d9b-a141-998a03559d75" providerId="ADAL" clId="{A3D4129C-72EA-45F2-AA77-F6ECFB27FD89}" dt="2025-07-19T10:57:35.360" v="0" actId="20577"/>
        <pc:sldMkLst>
          <pc:docMk/>
          <pc:sldMk cId="693359045" sldId="430"/>
        </pc:sldMkLst>
        <pc:spChg chg="mod">
          <ac:chgData name="Pramod Naik" userId="ceb6df04-ef15-4d9b-a141-998a03559d75" providerId="ADAL" clId="{A3D4129C-72EA-45F2-AA77-F6ECFB27FD89}" dt="2025-07-19T10:57:35.360" v="0" actId="20577"/>
          <ac:spMkLst>
            <pc:docMk/>
            <pc:sldMk cId="693359045" sldId="430"/>
            <ac:spMk id="3" creationId="{4F086CB9-AB03-31C2-A35E-EFD91E1BB16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02-08-2025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8/2/2025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8/2/2025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8/2/2025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8/2/2025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8/2/2025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8/2/2025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8/2/2025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8/2/2025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6B1A5-EF17-EC4C-28B1-E806CF029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6CB9-AB03-31C2-A35E-EFD91E1BB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" y="947057"/>
            <a:ext cx="10900568" cy="519248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Module-5: </a:t>
            </a:r>
            <a:r>
              <a:rPr lang="en-US" sz="3200" b="1" dirty="0">
                <a:solidFill>
                  <a:schemeClr val="accent3">
                    <a:lumMod val="50000"/>
                  </a:schemeClr>
                </a:solidFill>
              </a:rPr>
              <a:t>Data Analytics and Real-World Applications: </a:t>
            </a:r>
          </a:p>
          <a:p>
            <a:pPr marL="0" indent="0">
              <a:buNone/>
            </a:pPr>
            <a:r>
              <a:rPr lang="en-US" sz="3200" b="1" dirty="0"/>
              <a:t>Exploratory Data Analysis (EDA): </a:t>
            </a:r>
            <a:r>
              <a:rPr lang="en-US" sz="3200" dirty="0"/>
              <a:t>Data visualization techniques, Statistical analysis and hypothesis testing, Identifying patterns and insights from data.  </a:t>
            </a:r>
          </a:p>
          <a:p>
            <a:pPr marL="0" indent="0">
              <a:buNone/>
            </a:pPr>
            <a:r>
              <a:rPr lang="en-US" sz="3200" b="1" dirty="0"/>
              <a:t>Time Series Analysis:  </a:t>
            </a:r>
            <a:r>
              <a:rPr lang="en-US" sz="3200" dirty="0"/>
              <a:t>Introduction to time series data, Time series forecasting using ARIMA and Prophet, Evaluating time series models.  </a:t>
            </a:r>
          </a:p>
          <a:p>
            <a:pPr marL="0" indent="0">
              <a:buNone/>
            </a:pPr>
            <a:r>
              <a:rPr lang="en-US" sz="3200" b="1" dirty="0"/>
              <a:t>Integrating Machine Learning Models: </a:t>
            </a:r>
            <a:r>
              <a:rPr lang="en-US" sz="3200" dirty="0"/>
              <a:t>Deployment of machine learning models, Building web applications with Flask and Django, Case studies on real-world applications of machine    learning.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6933590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92F5-C5F2-2137-09CB-FEA80DFC1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Exploratory Data Analysis:</a:t>
            </a:r>
          </a:p>
          <a:p>
            <a:pPr marL="0" indent="0">
              <a:buNone/>
            </a:pPr>
            <a:r>
              <a:rPr lang="en-US" sz="2400" dirty="0"/>
              <a:t>Exploratory Data Analysis (EDA) is the </a:t>
            </a:r>
            <a:r>
              <a:rPr lang="en-US" sz="2400" b="1" dirty="0"/>
              <a:t>process of </a:t>
            </a:r>
            <a:r>
              <a:rPr lang="en-US" sz="2400" b="1" dirty="0">
                <a:solidFill>
                  <a:srgbClr val="C00000"/>
                </a:solidFill>
              </a:rPr>
              <a:t>analyzing</a:t>
            </a:r>
            <a:r>
              <a:rPr lang="en-US" sz="2400" b="1" dirty="0"/>
              <a:t>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C00000"/>
                </a:solidFill>
              </a:rPr>
              <a:t>summarizing</a:t>
            </a:r>
            <a:r>
              <a:rPr lang="en-US" sz="2400" dirty="0"/>
              <a:t> </a:t>
            </a:r>
            <a:r>
              <a:rPr lang="en-US" sz="2400" b="1" dirty="0"/>
              <a:t>datasets to</a:t>
            </a:r>
            <a:r>
              <a:rPr lang="en-US" sz="2400" dirty="0"/>
              <a:t>:</a:t>
            </a:r>
          </a:p>
          <a:p>
            <a:r>
              <a:rPr lang="en-US" sz="2400" dirty="0"/>
              <a:t>Understand their </a:t>
            </a:r>
            <a:r>
              <a:rPr lang="en-US" sz="2400" b="1" dirty="0">
                <a:solidFill>
                  <a:srgbClr val="002060"/>
                </a:solidFill>
              </a:rPr>
              <a:t>structure</a:t>
            </a:r>
          </a:p>
          <a:p>
            <a:r>
              <a:rPr lang="en-US" sz="2400" dirty="0"/>
              <a:t>Find </a:t>
            </a:r>
            <a:r>
              <a:rPr lang="en-US" sz="2400" b="1" dirty="0">
                <a:solidFill>
                  <a:srgbClr val="002060"/>
                </a:solidFill>
              </a:rPr>
              <a:t>patterns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2060"/>
                </a:solidFill>
              </a:rPr>
              <a:t>relationships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002060"/>
                </a:solidFill>
              </a:rPr>
              <a:t>anomalies</a:t>
            </a:r>
          </a:p>
          <a:p>
            <a:r>
              <a:rPr lang="en-US" sz="2400" b="1" dirty="0">
                <a:solidFill>
                  <a:srgbClr val="002060"/>
                </a:solidFill>
              </a:rPr>
              <a:t>Prepare data </a:t>
            </a:r>
            <a:r>
              <a:rPr lang="en-US" sz="2400" dirty="0"/>
              <a:t>for further modeling or decision-making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Goal of EDA:</a:t>
            </a:r>
          </a:p>
          <a:p>
            <a:pPr marL="0" indent="0">
              <a:buNone/>
            </a:pPr>
            <a:r>
              <a:rPr lang="en-US" sz="2400" dirty="0"/>
              <a:t>“</a:t>
            </a:r>
            <a:r>
              <a:rPr lang="en-US" sz="2400" b="1" dirty="0">
                <a:solidFill>
                  <a:srgbClr val="C00000"/>
                </a:solidFill>
              </a:rPr>
              <a:t>Let the data speak!” </a:t>
            </a:r>
            <a:r>
              <a:rPr lang="en-US" sz="2400" dirty="0"/>
              <a:t>— Before building any model, understand </a:t>
            </a:r>
            <a:r>
              <a:rPr lang="en-US" sz="2400" b="1" dirty="0"/>
              <a:t>what the data looks like</a:t>
            </a:r>
            <a:r>
              <a:rPr lang="en-US" sz="2400" dirty="0"/>
              <a:t>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084322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FF859-EA8B-057F-59A1-C7782D01B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9DB97-1426-D4EA-4861-D7B016701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Why is EDA Important?</a:t>
            </a:r>
          </a:p>
          <a:p>
            <a:r>
              <a:rPr lang="en-US" sz="2400" dirty="0"/>
              <a:t>Ensures data quality (no missing or wrong values)</a:t>
            </a:r>
          </a:p>
          <a:p>
            <a:r>
              <a:rPr lang="en-US" sz="2400" dirty="0"/>
              <a:t>Identifies patterns and trends</a:t>
            </a:r>
          </a:p>
          <a:p>
            <a:r>
              <a:rPr lang="en-US" sz="2400" dirty="0"/>
              <a:t>Detects outliers and noise</a:t>
            </a:r>
          </a:p>
          <a:p>
            <a:r>
              <a:rPr lang="en-US" sz="2400" dirty="0"/>
              <a:t>Helps choose the right machine learning model</a:t>
            </a:r>
          </a:p>
          <a:p>
            <a:pPr marL="0" indent="0">
              <a:buNone/>
            </a:pPr>
            <a:endParaRPr lang="en-IN" sz="1600" dirty="0"/>
          </a:p>
          <a:p>
            <a:pPr marL="0" indent="0">
              <a:buNone/>
            </a:pPr>
            <a:r>
              <a:rPr lang="en-IN" sz="2400" b="1" dirty="0"/>
              <a:t>Basic Steps in EDA: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52B827-11BF-9D79-8A94-11D8DC3B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257177"/>
              </p:ext>
            </p:extLst>
          </p:nvPr>
        </p:nvGraphicFramePr>
        <p:xfrm>
          <a:off x="1458980" y="3783137"/>
          <a:ext cx="9274040" cy="23938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02385">
                  <a:extLst>
                    <a:ext uri="{9D8B030D-6E8A-4147-A177-3AD203B41FA5}">
                      <a16:colId xmlns:a16="http://schemas.microsoft.com/office/drawing/2014/main" val="4224223845"/>
                    </a:ext>
                  </a:extLst>
                </a:gridCol>
                <a:gridCol w="5271655">
                  <a:extLst>
                    <a:ext uri="{9D8B030D-6E8A-4147-A177-3AD203B41FA5}">
                      <a16:colId xmlns:a16="http://schemas.microsoft.com/office/drawing/2014/main" val="1622235938"/>
                    </a:ext>
                  </a:extLst>
                </a:gridCol>
              </a:tblGrid>
              <a:tr h="3819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Step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What You Do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6688907"/>
                  </a:ext>
                </a:extLst>
              </a:tr>
              <a:tr h="3819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1. Load the data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Use pandas, Excel, etc.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8778726"/>
                  </a:ext>
                </a:extLst>
              </a:tr>
              <a:tr h="3819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2. Understand the structure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Check rows, columns, types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4898363"/>
                  </a:ext>
                </a:extLst>
              </a:tr>
              <a:tr h="3819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3. Handle missing values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Remove or fill missing data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83017533"/>
                  </a:ext>
                </a:extLst>
              </a:tr>
              <a:tr h="3819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4. Summary statistics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Mean, median, min, max, std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5852852"/>
                  </a:ext>
                </a:extLst>
              </a:tr>
              <a:tr h="38193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5. Visualize the data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Use plots to explore patterns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21338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4002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3A372-781A-2C1B-2785-BEE06A4B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8E07D-090E-F706-81FF-A5F81DF13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60285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A7D13-D6E0-2FAA-AD1F-5BB3BA26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B50A0-9235-A2C3-12CD-7528A2B9A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87964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99A0-73DD-E98A-E04B-670AC1C0F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49899-94F5-7389-3888-2F8C0153E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88" y="947057"/>
            <a:ext cx="10900568" cy="519248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Module-5: </a:t>
            </a:r>
            <a:r>
              <a:rPr lang="en-US" sz="3200" b="1" dirty="0">
                <a:solidFill>
                  <a:schemeClr val="accent3">
                    <a:lumMod val="50000"/>
                  </a:schemeClr>
                </a:solidFill>
              </a:rPr>
              <a:t>Data Analytics and Real-World Applications: </a:t>
            </a:r>
          </a:p>
          <a:p>
            <a:pPr marL="0" indent="0">
              <a:buNone/>
            </a:pPr>
            <a:r>
              <a:rPr lang="en-US" sz="3200" b="1" dirty="0"/>
              <a:t>Exploratory Data Analysis (EDA): </a:t>
            </a:r>
            <a:r>
              <a:rPr lang="en-US" sz="3200" dirty="0"/>
              <a:t>Data visualization techniques, Statistical analysis and hypothesis testing, Identifying patterns and insights from data.  </a:t>
            </a:r>
          </a:p>
          <a:p>
            <a:pPr marL="0" indent="0">
              <a:buNone/>
            </a:pPr>
            <a:r>
              <a:rPr lang="en-US" sz="3200" b="1" dirty="0"/>
              <a:t>Time Series Analysis:  </a:t>
            </a:r>
            <a:r>
              <a:rPr lang="en-US" sz="3200" dirty="0"/>
              <a:t>Introduction to time series data, Time series forecasting using ARIMA and Prophet, Evaluating time series models.  </a:t>
            </a:r>
          </a:p>
          <a:p>
            <a:pPr marL="0" indent="0">
              <a:buNone/>
            </a:pPr>
            <a:r>
              <a:rPr lang="en-US" sz="3200" b="1" dirty="0"/>
              <a:t>Integrating Machine Learning Models: </a:t>
            </a:r>
            <a:r>
              <a:rPr lang="en-US" sz="3200" dirty="0"/>
              <a:t>Deployment of machine learning models, Building web applications with Flask and Django, Case studies on real-world applications of machine    learning.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830705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4A65E-F08A-1A93-5AC8-DA2AC2E81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B036D-0558-2BC0-9F78-491761DCA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18457"/>
            <a:ext cx="10659110" cy="545850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19348874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319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39</cp:revision>
  <dcterms:created xsi:type="dcterms:W3CDTF">2024-11-25T17:19:06Z</dcterms:created>
  <dcterms:modified xsi:type="dcterms:W3CDTF">2025-08-02T18:07:01Z</dcterms:modified>
</cp:coreProperties>
</file>