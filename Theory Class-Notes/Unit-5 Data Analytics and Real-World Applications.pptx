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0" r:id="rId1"/>
  </p:sldMasterIdLst>
  <p:notesMasterIdLst>
    <p:notesMasterId r:id="rId51"/>
  </p:notesMasterIdLst>
  <p:sldIdLst>
    <p:sldId id="430" r:id="rId2"/>
    <p:sldId id="431" r:id="rId3"/>
    <p:sldId id="432" r:id="rId4"/>
    <p:sldId id="495" r:id="rId5"/>
    <p:sldId id="493" r:id="rId6"/>
    <p:sldId id="496" r:id="rId7"/>
    <p:sldId id="433" r:id="rId8"/>
    <p:sldId id="494" r:id="rId9"/>
    <p:sldId id="434" r:id="rId10"/>
    <p:sldId id="435" r:id="rId11"/>
    <p:sldId id="497" r:id="rId12"/>
    <p:sldId id="498" r:id="rId13"/>
    <p:sldId id="499" r:id="rId14"/>
    <p:sldId id="578" r:id="rId15"/>
    <p:sldId id="500" r:id="rId16"/>
    <p:sldId id="501" r:id="rId17"/>
    <p:sldId id="502" r:id="rId18"/>
    <p:sldId id="503" r:id="rId19"/>
    <p:sldId id="504" r:id="rId20"/>
    <p:sldId id="505" r:id="rId21"/>
    <p:sldId id="506" r:id="rId22"/>
    <p:sldId id="507" r:id="rId23"/>
    <p:sldId id="508" r:id="rId24"/>
    <p:sldId id="509" r:id="rId25"/>
    <p:sldId id="510" r:id="rId26"/>
    <p:sldId id="511" r:id="rId27"/>
    <p:sldId id="512" r:id="rId28"/>
    <p:sldId id="513" r:id="rId29"/>
    <p:sldId id="514" r:id="rId30"/>
    <p:sldId id="515" r:id="rId31"/>
    <p:sldId id="516" r:id="rId32"/>
    <p:sldId id="579" r:id="rId33"/>
    <p:sldId id="580" r:id="rId34"/>
    <p:sldId id="581" r:id="rId35"/>
    <p:sldId id="844" r:id="rId36"/>
    <p:sldId id="582" r:id="rId37"/>
    <p:sldId id="583" r:id="rId38"/>
    <p:sldId id="586" r:id="rId39"/>
    <p:sldId id="584" r:id="rId40"/>
    <p:sldId id="588" r:id="rId41"/>
    <p:sldId id="585" r:id="rId42"/>
    <p:sldId id="587" r:id="rId43"/>
    <p:sldId id="589" r:id="rId44"/>
    <p:sldId id="590" r:id="rId45"/>
    <p:sldId id="591" r:id="rId46"/>
    <p:sldId id="845" r:id="rId47"/>
    <p:sldId id="436" r:id="rId48"/>
    <p:sldId id="846" r:id="rId49"/>
    <p:sldId id="847" r:id="rId5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7BEA762-7B14-4232-B8DE-5CDB9EE15F62}" v="192" dt="2025-08-05T18:26:07.76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940" y="52"/>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microsoft.com/office/2015/10/relationships/revisionInfo" Target="revisionInfo.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amod Naik" userId="ceb6df04-ef15-4d9b-a141-998a03559d75" providerId="ADAL" clId="{67BEA762-7B14-4232-B8DE-5CDB9EE15F62}"/>
    <pc:docChg chg="undo custSel addSld delSld modSld sldOrd">
      <pc:chgData name="Pramod Naik" userId="ceb6df04-ef15-4d9b-a141-998a03559d75" providerId="ADAL" clId="{67BEA762-7B14-4232-B8DE-5CDB9EE15F62}" dt="2025-08-05T18:26:51.074" v="1385" actId="47"/>
      <pc:docMkLst>
        <pc:docMk/>
      </pc:docMkLst>
      <pc:sldChg chg="del">
        <pc:chgData name="Pramod Naik" userId="ceb6df04-ef15-4d9b-a141-998a03559d75" providerId="ADAL" clId="{67BEA762-7B14-4232-B8DE-5CDB9EE15F62}" dt="2025-08-02T18:00:09.815" v="3" actId="47"/>
        <pc:sldMkLst>
          <pc:docMk/>
          <pc:sldMk cId="707598842" sldId="258"/>
        </pc:sldMkLst>
      </pc:sldChg>
      <pc:sldChg chg="del">
        <pc:chgData name="Pramod Naik" userId="ceb6df04-ef15-4d9b-a141-998a03559d75" providerId="ADAL" clId="{67BEA762-7B14-4232-B8DE-5CDB9EE15F62}" dt="2025-08-02T18:00:08.687" v="1" actId="47"/>
        <pc:sldMkLst>
          <pc:docMk/>
          <pc:sldMk cId="2833866201" sldId="272"/>
        </pc:sldMkLst>
      </pc:sldChg>
      <pc:sldChg chg="del">
        <pc:chgData name="Pramod Naik" userId="ceb6df04-ef15-4d9b-a141-998a03559d75" providerId="ADAL" clId="{67BEA762-7B14-4232-B8DE-5CDB9EE15F62}" dt="2025-08-02T18:00:09.184" v="2" actId="47"/>
        <pc:sldMkLst>
          <pc:docMk/>
          <pc:sldMk cId="1139735195" sldId="280"/>
        </pc:sldMkLst>
      </pc:sldChg>
      <pc:sldChg chg="del">
        <pc:chgData name="Pramod Naik" userId="ceb6df04-ef15-4d9b-a141-998a03559d75" providerId="ADAL" clId="{67BEA762-7B14-4232-B8DE-5CDB9EE15F62}" dt="2025-08-02T18:00:13.144" v="7" actId="47"/>
        <pc:sldMkLst>
          <pc:docMk/>
          <pc:sldMk cId="769431239" sldId="422"/>
        </pc:sldMkLst>
      </pc:sldChg>
      <pc:sldChg chg="del">
        <pc:chgData name="Pramod Naik" userId="ceb6df04-ef15-4d9b-a141-998a03559d75" providerId="ADAL" clId="{67BEA762-7B14-4232-B8DE-5CDB9EE15F62}" dt="2025-08-02T18:00:13.409" v="8" actId="47"/>
        <pc:sldMkLst>
          <pc:docMk/>
          <pc:sldMk cId="4028213141" sldId="423"/>
        </pc:sldMkLst>
      </pc:sldChg>
      <pc:sldChg chg="del">
        <pc:chgData name="Pramod Naik" userId="ceb6df04-ef15-4d9b-a141-998a03559d75" providerId="ADAL" clId="{67BEA762-7B14-4232-B8DE-5CDB9EE15F62}" dt="2025-08-02T18:00:08.305" v="0" actId="47"/>
        <pc:sldMkLst>
          <pc:docMk/>
          <pc:sldMk cId="3682881203" sldId="426"/>
        </pc:sldMkLst>
      </pc:sldChg>
      <pc:sldChg chg="del">
        <pc:chgData name="Pramod Naik" userId="ceb6df04-ef15-4d9b-a141-998a03559d75" providerId="ADAL" clId="{67BEA762-7B14-4232-B8DE-5CDB9EE15F62}" dt="2025-08-02T18:00:10.194" v="4" actId="47"/>
        <pc:sldMkLst>
          <pc:docMk/>
          <pc:sldMk cId="1148078753" sldId="427"/>
        </pc:sldMkLst>
      </pc:sldChg>
      <pc:sldChg chg="del">
        <pc:chgData name="Pramod Naik" userId="ceb6df04-ef15-4d9b-a141-998a03559d75" providerId="ADAL" clId="{67BEA762-7B14-4232-B8DE-5CDB9EE15F62}" dt="2025-08-02T18:00:10.925" v="5" actId="47"/>
        <pc:sldMkLst>
          <pc:docMk/>
          <pc:sldMk cId="3664504081" sldId="428"/>
        </pc:sldMkLst>
      </pc:sldChg>
      <pc:sldChg chg="del">
        <pc:chgData name="Pramod Naik" userId="ceb6df04-ef15-4d9b-a141-998a03559d75" providerId="ADAL" clId="{67BEA762-7B14-4232-B8DE-5CDB9EE15F62}" dt="2025-08-02T18:00:11.433" v="6" actId="47"/>
        <pc:sldMkLst>
          <pc:docMk/>
          <pc:sldMk cId="3619533614" sldId="429"/>
        </pc:sldMkLst>
      </pc:sldChg>
      <pc:sldChg chg="addSp delSp modSp new mod">
        <pc:chgData name="Pramod Naik" userId="ceb6df04-ef15-4d9b-a141-998a03559d75" providerId="ADAL" clId="{67BEA762-7B14-4232-B8DE-5CDB9EE15F62}" dt="2025-08-05T04:51:59.243" v="595" actId="207"/>
        <pc:sldMkLst>
          <pc:docMk/>
          <pc:sldMk cId="3084322114" sldId="431"/>
        </pc:sldMkLst>
        <pc:spChg chg="mod">
          <ac:chgData name="Pramod Naik" userId="ceb6df04-ef15-4d9b-a141-998a03559d75" providerId="ADAL" clId="{67BEA762-7B14-4232-B8DE-5CDB9EE15F62}" dt="2025-08-05T04:51:59.243" v="595" actId="207"/>
          <ac:spMkLst>
            <pc:docMk/>
            <pc:sldMk cId="3084322114" sldId="431"/>
            <ac:spMk id="3" creationId="{185592F5-C5F2-2137-09CB-FEA80DFC1C69}"/>
          </ac:spMkLst>
        </pc:spChg>
      </pc:sldChg>
      <pc:sldChg chg="del">
        <pc:chgData name="Pramod Naik" userId="ceb6df04-ef15-4d9b-a141-998a03559d75" providerId="ADAL" clId="{67BEA762-7B14-4232-B8DE-5CDB9EE15F62}" dt="2025-08-02T18:00:13.671" v="9" actId="47"/>
        <pc:sldMkLst>
          <pc:docMk/>
          <pc:sldMk cId="290281724" sldId="432"/>
        </pc:sldMkLst>
      </pc:sldChg>
      <pc:sldChg chg="addSp modSp add mod">
        <pc:chgData name="Pramod Naik" userId="ceb6df04-ef15-4d9b-a141-998a03559d75" providerId="ADAL" clId="{67BEA762-7B14-4232-B8DE-5CDB9EE15F62}" dt="2025-08-02T18:06:30.611" v="74" actId="1076"/>
        <pc:sldMkLst>
          <pc:docMk/>
          <pc:sldMk cId="784002003" sldId="432"/>
        </pc:sldMkLst>
        <pc:spChg chg="mod">
          <ac:chgData name="Pramod Naik" userId="ceb6df04-ef15-4d9b-a141-998a03559d75" providerId="ADAL" clId="{67BEA762-7B14-4232-B8DE-5CDB9EE15F62}" dt="2025-08-02T18:06:17.613" v="69" actId="404"/>
          <ac:spMkLst>
            <pc:docMk/>
            <pc:sldMk cId="784002003" sldId="432"/>
            <ac:spMk id="3" creationId="{FB59DB97-1426-D4EA-4861-D7B01670113C}"/>
          </ac:spMkLst>
        </pc:spChg>
        <pc:graphicFrameChg chg="add mod modGraphic">
          <ac:chgData name="Pramod Naik" userId="ceb6df04-ef15-4d9b-a141-998a03559d75" providerId="ADAL" clId="{67BEA762-7B14-4232-B8DE-5CDB9EE15F62}" dt="2025-08-02T18:06:30.611" v="74" actId="1076"/>
          <ac:graphicFrameMkLst>
            <pc:docMk/>
            <pc:sldMk cId="784002003" sldId="432"/>
            <ac:graphicFrameMk id="2" creationId="{D852B827-11BF-9D79-8A94-11D8DC3B9C51}"/>
          </ac:graphicFrameMkLst>
        </pc:graphicFrameChg>
      </pc:sldChg>
      <pc:sldChg chg="modSp add mod ord">
        <pc:chgData name="Pramod Naik" userId="ceb6df04-ef15-4d9b-a141-998a03559d75" providerId="ADAL" clId="{67BEA762-7B14-4232-B8DE-5CDB9EE15F62}" dt="2025-08-05T05:14:36.412" v="618"/>
        <pc:sldMkLst>
          <pc:docMk/>
          <pc:sldMk cId="3360285261" sldId="433"/>
        </pc:sldMkLst>
        <pc:spChg chg="mod">
          <ac:chgData name="Pramod Naik" userId="ceb6df04-ef15-4d9b-a141-998a03559d75" providerId="ADAL" clId="{67BEA762-7B14-4232-B8DE-5CDB9EE15F62}" dt="2025-08-04T18:40:07.910" v="89" actId="207"/>
          <ac:spMkLst>
            <pc:docMk/>
            <pc:sldMk cId="3360285261" sldId="433"/>
            <ac:spMk id="3" creationId="{1BA8E07D-090E-F706-81FF-A5F81DF13388}"/>
          </ac:spMkLst>
        </pc:spChg>
      </pc:sldChg>
      <pc:sldChg chg="addSp modSp add mod">
        <pc:chgData name="Pramod Naik" userId="ceb6df04-ef15-4d9b-a141-998a03559d75" providerId="ADAL" clId="{67BEA762-7B14-4232-B8DE-5CDB9EE15F62}" dt="2025-08-04T18:46:38.983" v="125" actId="14100"/>
        <pc:sldMkLst>
          <pc:docMk/>
          <pc:sldMk cId="1187964585" sldId="434"/>
        </pc:sldMkLst>
        <pc:spChg chg="mod">
          <ac:chgData name="Pramod Naik" userId="ceb6df04-ef15-4d9b-a141-998a03559d75" providerId="ADAL" clId="{67BEA762-7B14-4232-B8DE-5CDB9EE15F62}" dt="2025-08-04T18:46:35.191" v="123" actId="14100"/>
          <ac:spMkLst>
            <pc:docMk/>
            <pc:sldMk cId="1187964585" sldId="434"/>
            <ac:spMk id="3" creationId="{D6DB50A0-9235-A2C3-12CD-7528A2B9AF14}"/>
          </ac:spMkLst>
        </pc:spChg>
        <pc:picChg chg="add mod">
          <ac:chgData name="Pramod Naik" userId="ceb6df04-ef15-4d9b-a141-998a03559d75" providerId="ADAL" clId="{67BEA762-7B14-4232-B8DE-5CDB9EE15F62}" dt="2025-08-04T18:46:38.983" v="125" actId="14100"/>
          <ac:picMkLst>
            <pc:docMk/>
            <pc:sldMk cId="1187964585" sldId="434"/>
            <ac:picMk id="2" creationId="{27FCF3A5-CBB0-3E47-20A1-98C845C025C7}"/>
          </ac:picMkLst>
        </pc:picChg>
      </pc:sldChg>
      <pc:sldChg chg="addSp modSp add mod ord">
        <pc:chgData name="Pramod Naik" userId="ceb6df04-ef15-4d9b-a141-998a03559d75" providerId="ADAL" clId="{67BEA762-7B14-4232-B8DE-5CDB9EE15F62}" dt="2025-08-04T18:47:39.976" v="161" actId="14100"/>
        <pc:sldMkLst>
          <pc:docMk/>
          <pc:sldMk cId="2119348874" sldId="435"/>
        </pc:sldMkLst>
        <pc:spChg chg="mod">
          <ac:chgData name="Pramod Naik" userId="ceb6df04-ef15-4d9b-a141-998a03559d75" providerId="ADAL" clId="{67BEA762-7B14-4232-B8DE-5CDB9EE15F62}" dt="2025-08-04T18:47:35.887" v="159" actId="14100"/>
          <ac:spMkLst>
            <pc:docMk/>
            <pc:sldMk cId="2119348874" sldId="435"/>
            <ac:spMk id="3" creationId="{63EB036D-0558-2BC0-9F78-491761DCA79A}"/>
          </ac:spMkLst>
        </pc:spChg>
        <pc:picChg chg="add mod">
          <ac:chgData name="Pramod Naik" userId="ceb6df04-ef15-4d9b-a141-998a03559d75" providerId="ADAL" clId="{67BEA762-7B14-4232-B8DE-5CDB9EE15F62}" dt="2025-08-04T18:47:39.976" v="161" actId="14100"/>
          <ac:picMkLst>
            <pc:docMk/>
            <pc:sldMk cId="2119348874" sldId="435"/>
            <ac:picMk id="2" creationId="{AF651079-0868-9ADE-B568-1181FACB1368}"/>
          </ac:picMkLst>
        </pc:picChg>
      </pc:sldChg>
      <pc:sldChg chg="modSp add mod ord">
        <pc:chgData name="Pramod Naik" userId="ceb6df04-ef15-4d9b-a141-998a03559d75" providerId="ADAL" clId="{67BEA762-7B14-4232-B8DE-5CDB9EE15F62}" dt="2025-08-05T18:12:12.402" v="1071" actId="113"/>
        <pc:sldMkLst>
          <pc:docMk/>
          <pc:sldMk cId="2830705072" sldId="436"/>
        </pc:sldMkLst>
        <pc:spChg chg="mod">
          <ac:chgData name="Pramod Naik" userId="ceb6df04-ef15-4d9b-a141-998a03559d75" providerId="ADAL" clId="{67BEA762-7B14-4232-B8DE-5CDB9EE15F62}" dt="2025-08-05T18:12:12.402" v="1071" actId="113"/>
          <ac:spMkLst>
            <pc:docMk/>
            <pc:sldMk cId="2830705072" sldId="436"/>
            <ac:spMk id="3" creationId="{03849899-94F5-7389-3888-2F8C0153EB16}"/>
          </ac:spMkLst>
        </pc:spChg>
      </pc:sldChg>
      <pc:sldChg chg="modSp add mod">
        <pc:chgData name="Pramod Naik" userId="ceb6df04-ef15-4d9b-a141-998a03559d75" providerId="ADAL" clId="{67BEA762-7B14-4232-B8DE-5CDB9EE15F62}" dt="2025-08-05T05:05:43.997" v="614" actId="207"/>
        <pc:sldMkLst>
          <pc:docMk/>
          <pc:sldMk cId="1072864979" sldId="493"/>
        </pc:sldMkLst>
        <pc:spChg chg="mod">
          <ac:chgData name="Pramod Naik" userId="ceb6df04-ef15-4d9b-a141-998a03559d75" providerId="ADAL" clId="{67BEA762-7B14-4232-B8DE-5CDB9EE15F62}" dt="2025-08-05T05:05:43.997" v="614" actId="207"/>
          <ac:spMkLst>
            <pc:docMk/>
            <pc:sldMk cId="1072864979" sldId="493"/>
            <ac:spMk id="3" creationId="{DFC03C51-40C2-3F37-6806-0939F94BA6E7}"/>
          </ac:spMkLst>
        </pc:spChg>
      </pc:sldChg>
      <pc:sldChg chg="add ord">
        <pc:chgData name="Pramod Naik" userId="ceb6df04-ef15-4d9b-a141-998a03559d75" providerId="ADAL" clId="{67BEA762-7B14-4232-B8DE-5CDB9EE15F62}" dt="2025-08-05T05:14:32.178" v="616"/>
        <pc:sldMkLst>
          <pc:docMk/>
          <pc:sldMk cId="1860809110" sldId="494"/>
        </pc:sldMkLst>
      </pc:sldChg>
      <pc:sldChg chg="delSp add setBg delDesignElem">
        <pc:chgData name="Pramod Naik" userId="ceb6df04-ef15-4d9b-a141-998a03559d75" providerId="ADAL" clId="{67BEA762-7B14-4232-B8DE-5CDB9EE15F62}" dt="2025-08-04T18:39:27.855" v="86"/>
        <pc:sldMkLst>
          <pc:docMk/>
          <pc:sldMk cId="1965190466" sldId="495"/>
        </pc:sldMkLst>
        <pc:spChg chg="del">
          <ac:chgData name="Pramod Naik" userId="ceb6df04-ef15-4d9b-a141-998a03559d75" providerId="ADAL" clId="{67BEA762-7B14-4232-B8DE-5CDB9EE15F62}" dt="2025-08-04T18:39:27.855" v="86"/>
          <ac:spMkLst>
            <pc:docMk/>
            <pc:sldMk cId="1965190466" sldId="495"/>
            <ac:spMk id="1031" creationId="{99B5B3C5-A599-465B-B2B9-866E8B2087CE}"/>
          </ac:spMkLst>
        </pc:spChg>
        <pc:spChg chg="del">
          <ac:chgData name="Pramod Naik" userId="ceb6df04-ef15-4d9b-a141-998a03559d75" providerId="ADAL" clId="{67BEA762-7B14-4232-B8DE-5CDB9EE15F62}" dt="2025-08-04T18:39:27.855" v="86"/>
          <ac:spMkLst>
            <pc:docMk/>
            <pc:sldMk cId="1965190466" sldId="495"/>
            <ac:spMk id="1033" creationId="{25C84982-7DD0-43B1-8A2D-BFA4DF1B4E60}"/>
          </ac:spMkLst>
        </pc:spChg>
        <pc:spChg chg="del">
          <ac:chgData name="Pramod Naik" userId="ceb6df04-ef15-4d9b-a141-998a03559d75" providerId="ADAL" clId="{67BEA762-7B14-4232-B8DE-5CDB9EE15F62}" dt="2025-08-04T18:39:27.855" v="86"/>
          <ac:spMkLst>
            <pc:docMk/>
            <pc:sldMk cId="1965190466" sldId="495"/>
            <ac:spMk id="1052" creationId="{B7818AA9-82F7-46F6-8A83-1A6258163B48}"/>
          </ac:spMkLst>
        </pc:spChg>
        <pc:grpChg chg="del">
          <ac:chgData name="Pramod Naik" userId="ceb6df04-ef15-4d9b-a141-998a03559d75" providerId="ADAL" clId="{67BEA762-7B14-4232-B8DE-5CDB9EE15F62}" dt="2025-08-04T18:39:27.855" v="86"/>
          <ac:grpSpMkLst>
            <pc:docMk/>
            <pc:sldMk cId="1965190466" sldId="495"/>
            <ac:grpSpMk id="1035" creationId="{1D912E1C-3BBA-42F0-A3EE-FEC382E7230A}"/>
          </ac:grpSpMkLst>
        </pc:grpChg>
        <pc:grpChg chg="del">
          <ac:chgData name="Pramod Naik" userId="ceb6df04-ef15-4d9b-a141-998a03559d75" providerId="ADAL" clId="{67BEA762-7B14-4232-B8DE-5CDB9EE15F62}" dt="2025-08-04T18:39:27.855" v="86"/>
          <ac:grpSpMkLst>
            <pc:docMk/>
            <pc:sldMk cId="1965190466" sldId="495"/>
            <ac:grpSpMk id="1054" creationId="{FCEBDFAC-E3E5-4883-8BE7-B43474AE3BB3}"/>
          </ac:grpSpMkLst>
        </pc:grpChg>
      </pc:sldChg>
      <pc:sldChg chg="add">
        <pc:chgData name="Pramod Naik" userId="ceb6df04-ef15-4d9b-a141-998a03559d75" providerId="ADAL" clId="{67BEA762-7B14-4232-B8DE-5CDB9EE15F62}" dt="2025-08-04T18:39:27.855" v="86"/>
        <pc:sldMkLst>
          <pc:docMk/>
          <pc:sldMk cId="3829720224" sldId="496"/>
        </pc:sldMkLst>
      </pc:sldChg>
      <pc:sldChg chg="addSp delSp modSp add mod ord">
        <pc:chgData name="Pramod Naik" userId="ceb6df04-ef15-4d9b-a141-998a03559d75" providerId="ADAL" clId="{67BEA762-7B14-4232-B8DE-5CDB9EE15F62}" dt="2025-08-04T18:48:56.997" v="220" actId="113"/>
        <pc:sldMkLst>
          <pc:docMk/>
          <pc:sldMk cId="120410394" sldId="497"/>
        </pc:sldMkLst>
        <pc:spChg chg="add mod">
          <ac:chgData name="Pramod Naik" userId="ceb6df04-ef15-4d9b-a141-998a03559d75" providerId="ADAL" clId="{67BEA762-7B14-4232-B8DE-5CDB9EE15F62}" dt="2025-08-04T18:47:58.473" v="165"/>
          <ac:spMkLst>
            <pc:docMk/>
            <pc:sldMk cId="120410394" sldId="497"/>
            <ac:spMk id="2" creationId="{385447FF-7596-D6AD-0BCC-95F1ACE894E2}"/>
          </ac:spMkLst>
        </pc:spChg>
        <pc:spChg chg="add del mod">
          <ac:chgData name="Pramod Naik" userId="ceb6df04-ef15-4d9b-a141-998a03559d75" providerId="ADAL" clId="{67BEA762-7B14-4232-B8DE-5CDB9EE15F62}" dt="2025-08-04T18:48:56.997" v="220" actId="113"/>
          <ac:spMkLst>
            <pc:docMk/>
            <pc:sldMk cId="120410394" sldId="497"/>
            <ac:spMk id="3" creationId="{495AD4B4-8F30-2EB0-4CBC-F0E4F72637C9}"/>
          </ac:spMkLst>
        </pc:spChg>
        <pc:picChg chg="add mod modCrop">
          <ac:chgData name="Pramod Naik" userId="ceb6df04-ef15-4d9b-a141-998a03559d75" providerId="ADAL" clId="{67BEA762-7B14-4232-B8DE-5CDB9EE15F62}" dt="2025-08-04T18:48:42.353" v="178" actId="1076"/>
          <ac:picMkLst>
            <pc:docMk/>
            <pc:sldMk cId="120410394" sldId="497"/>
            <ac:picMk id="4" creationId="{316D0F91-07C8-D2EC-51A7-0E95C81F37F9}"/>
          </ac:picMkLst>
        </pc:picChg>
        <pc:picChg chg="add mod">
          <ac:chgData name="Pramod Naik" userId="ceb6df04-ef15-4d9b-a141-998a03559d75" providerId="ADAL" clId="{67BEA762-7B14-4232-B8DE-5CDB9EE15F62}" dt="2025-08-04T18:48:54.682" v="217"/>
          <ac:picMkLst>
            <pc:docMk/>
            <pc:sldMk cId="120410394" sldId="497"/>
            <ac:picMk id="5" creationId="{4EC6363C-71E7-4987-FAFD-180CECE94130}"/>
          </ac:picMkLst>
        </pc:picChg>
      </pc:sldChg>
      <pc:sldChg chg="addSp modSp add mod ord">
        <pc:chgData name="Pramod Naik" userId="ceb6df04-ef15-4d9b-a141-998a03559d75" providerId="ADAL" clId="{67BEA762-7B14-4232-B8DE-5CDB9EE15F62}" dt="2025-08-04T18:49:43.584" v="229" actId="14100"/>
        <pc:sldMkLst>
          <pc:docMk/>
          <pc:sldMk cId="2570527719" sldId="498"/>
        </pc:sldMkLst>
        <pc:spChg chg="mod">
          <ac:chgData name="Pramod Naik" userId="ceb6df04-ef15-4d9b-a141-998a03559d75" providerId="ADAL" clId="{67BEA762-7B14-4232-B8DE-5CDB9EE15F62}" dt="2025-08-04T18:49:10.845" v="225" actId="5793"/>
          <ac:spMkLst>
            <pc:docMk/>
            <pc:sldMk cId="2570527719" sldId="498"/>
            <ac:spMk id="3" creationId="{9E1D04E7-5013-00B6-EFEA-E75669B13335}"/>
          </ac:spMkLst>
        </pc:spChg>
        <pc:picChg chg="add mod">
          <ac:chgData name="Pramod Naik" userId="ceb6df04-ef15-4d9b-a141-998a03559d75" providerId="ADAL" clId="{67BEA762-7B14-4232-B8DE-5CDB9EE15F62}" dt="2025-08-04T18:49:43.584" v="229" actId="14100"/>
          <ac:picMkLst>
            <pc:docMk/>
            <pc:sldMk cId="2570527719" sldId="498"/>
            <ac:picMk id="2" creationId="{88B8AD4C-72C6-4DF0-1A14-8065C2D9EFEC}"/>
          </ac:picMkLst>
        </pc:picChg>
      </pc:sldChg>
      <pc:sldChg chg="addSp modSp add mod ord">
        <pc:chgData name="Pramod Naik" userId="ceb6df04-ef15-4d9b-a141-998a03559d75" providerId="ADAL" clId="{67BEA762-7B14-4232-B8DE-5CDB9EE15F62}" dt="2025-08-04T18:50:38.033" v="236" actId="14100"/>
        <pc:sldMkLst>
          <pc:docMk/>
          <pc:sldMk cId="1219252097" sldId="499"/>
        </pc:sldMkLst>
        <pc:spChg chg="mod">
          <ac:chgData name="Pramod Naik" userId="ceb6df04-ef15-4d9b-a141-998a03559d75" providerId="ADAL" clId="{67BEA762-7B14-4232-B8DE-5CDB9EE15F62}" dt="2025-08-04T18:50:01.849" v="232"/>
          <ac:spMkLst>
            <pc:docMk/>
            <pc:sldMk cId="1219252097" sldId="499"/>
            <ac:spMk id="3" creationId="{5CEA28E0-FF14-45C2-2A09-4C7335FBB9EB}"/>
          </ac:spMkLst>
        </pc:spChg>
        <pc:picChg chg="add mod">
          <ac:chgData name="Pramod Naik" userId="ceb6df04-ef15-4d9b-a141-998a03559d75" providerId="ADAL" clId="{67BEA762-7B14-4232-B8DE-5CDB9EE15F62}" dt="2025-08-04T18:50:38.033" v="236" actId="14100"/>
          <ac:picMkLst>
            <pc:docMk/>
            <pc:sldMk cId="1219252097" sldId="499"/>
            <ac:picMk id="2" creationId="{A20390F7-5A83-90A8-FABF-283C346B52DC}"/>
          </ac:picMkLst>
        </pc:picChg>
      </pc:sldChg>
      <pc:sldChg chg="addSp modSp add mod ord">
        <pc:chgData name="Pramod Naik" userId="ceb6df04-ef15-4d9b-a141-998a03559d75" providerId="ADAL" clId="{67BEA762-7B14-4232-B8DE-5CDB9EE15F62}" dt="2025-08-04T18:58:02.141" v="330" actId="207"/>
        <pc:sldMkLst>
          <pc:docMk/>
          <pc:sldMk cId="3552577364" sldId="500"/>
        </pc:sldMkLst>
        <pc:spChg chg="add">
          <ac:chgData name="Pramod Naik" userId="ceb6df04-ef15-4d9b-a141-998a03559d75" providerId="ADAL" clId="{67BEA762-7B14-4232-B8DE-5CDB9EE15F62}" dt="2025-08-04T18:57:00.671" v="291"/>
          <ac:spMkLst>
            <pc:docMk/>
            <pc:sldMk cId="3552577364" sldId="500"/>
            <ac:spMk id="2" creationId="{AD4BE077-E4DA-15D5-6C35-F12DAC8802F3}"/>
          </ac:spMkLst>
        </pc:spChg>
        <pc:spChg chg="mod">
          <ac:chgData name="Pramod Naik" userId="ceb6df04-ef15-4d9b-a141-998a03559d75" providerId="ADAL" clId="{67BEA762-7B14-4232-B8DE-5CDB9EE15F62}" dt="2025-08-04T18:58:02.141" v="330" actId="207"/>
          <ac:spMkLst>
            <pc:docMk/>
            <pc:sldMk cId="3552577364" sldId="500"/>
            <ac:spMk id="3" creationId="{FD0043F0-EEE0-3D92-7236-2F94DDEFCBB5}"/>
          </ac:spMkLst>
        </pc:spChg>
      </pc:sldChg>
      <pc:sldChg chg="addSp modSp add mod ord">
        <pc:chgData name="Pramod Naik" userId="ceb6df04-ef15-4d9b-a141-998a03559d75" providerId="ADAL" clId="{67BEA762-7B14-4232-B8DE-5CDB9EE15F62}" dt="2025-08-04T19:00:58.557" v="375" actId="1076"/>
        <pc:sldMkLst>
          <pc:docMk/>
          <pc:sldMk cId="4223648318" sldId="501"/>
        </pc:sldMkLst>
        <pc:spChg chg="mod">
          <ac:chgData name="Pramod Naik" userId="ceb6df04-ef15-4d9b-a141-998a03559d75" providerId="ADAL" clId="{67BEA762-7B14-4232-B8DE-5CDB9EE15F62}" dt="2025-08-04T19:00:56.192" v="374" actId="27636"/>
          <ac:spMkLst>
            <pc:docMk/>
            <pc:sldMk cId="4223648318" sldId="501"/>
            <ac:spMk id="3" creationId="{66E05C1F-9592-7121-CDBC-2B3EEB91510B}"/>
          </ac:spMkLst>
        </pc:spChg>
        <pc:graphicFrameChg chg="add mod modGraphic">
          <ac:chgData name="Pramod Naik" userId="ceb6df04-ef15-4d9b-a141-998a03559d75" providerId="ADAL" clId="{67BEA762-7B14-4232-B8DE-5CDB9EE15F62}" dt="2025-08-04T19:00:58.557" v="375" actId="1076"/>
          <ac:graphicFrameMkLst>
            <pc:docMk/>
            <pc:sldMk cId="4223648318" sldId="501"/>
            <ac:graphicFrameMk id="2" creationId="{19240EF0-7936-23E7-3237-FD1446AA6DD9}"/>
          </ac:graphicFrameMkLst>
        </pc:graphicFrameChg>
      </pc:sldChg>
      <pc:sldChg chg="addSp delSp modSp add mod ord">
        <pc:chgData name="Pramod Naik" userId="ceb6df04-ef15-4d9b-a141-998a03559d75" providerId="ADAL" clId="{67BEA762-7B14-4232-B8DE-5CDB9EE15F62}" dt="2025-08-04T19:05:22.838" v="408" actId="14100"/>
        <pc:sldMkLst>
          <pc:docMk/>
          <pc:sldMk cId="679735621" sldId="502"/>
        </pc:sldMkLst>
        <pc:spChg chg="add mod">
          <ac:chgData name="Pramod Naik" userId="ceb6df04-ef15-4d9b-a141-998a03559d75" providerId="ADAL" clId="{67BEA762-7B14-4232-B8DE-5CDB9EE15F62}" dt="2025-08-04T19:01:08.723" v="377"/>
          <ac:spMkLst>
            <pc:docMk/>
            <pc:sldMk cId="679735621" sldId="502"/>
            <ac:spMk id="2" creationId="{94FE0122-1D6F-404E-1BC8-6F6EFEBDF4D9}"/>
          </ac:spMkLst>
        </pc:spChg>
        <pc:spChg chg="add del mod">
          <ac:chgData name="Pramod Naik" userId="ceb6df04-ef15-4d9b-a141-998a03559d75" providerId="ADAL" clId="{67BEA762-7B14-4232-B8DE-5CDB9EE15F62}" dt="2025-08-04T19:05:07.277" v="403" actId="14100"/>
          <ac:spMkLst>
            <pc:docMk/>
            <pc:sldMk cId="679735621" sldId="502"/>
            <ac:spMk id="3" creationId="{18E79253-0D92-056C-ACEE-FD5CA31C3201}"/>
          </ac:spMkLst>
        </pc:spChg>
        <pc:graphicFrameChg chg="add mod modGraphic">
          <ac:chgData name="Pramod Naik" userId="ceb6df04-ef15-4d9b-a141-998a03559d75" providerId="ADAL" clId="{67BEA762-7B14-4232-B8DE-5CDB9EE15F62}" dt="2025-08-04T19:05:22.838" v="408" actId="14100"/>
          <ac:graphicFrameMkLst>
            <pc:docMk/>
            <pc:sldMk cId="679735621" sldId="502"/>
            <ac:graphicFrameMk id="4" creationId="{1624B069-6B83-71F6-8E23-35F9B65FE66F}"/>
          </ac:graphicFrameMkLst>
        </pc:graphicFrameChg>
      </pc:sldChg>
      <pc:sldChg chg="addSp delSp modSp add mod ord">
        <pc:chgData name="Pramod Naik" userId="ceb6df04-ef15-4d9b-a141-998a03559d75" providerId="ADAL" clId="{67BEA762-7B14-4232-B8DE-5CDB9EE15F62}" dt="2025-08-04T19:09:28.284" v="465" actId="207"/>
        <pc:sldMkLst>
          <pc:docMk/>
          <pc:sldMk cId="3674428809" sldId="503"/>
        </pc:sldMkLst>
        <pc:spChg chg="add mod">
          <ac:chgData name="Pramod Naik" userId="ceb6df04-ef15-4d9b-a141-998a03559d75" providerId="ADAL" clId="{67BEA762-7B14-4232-B8DE-5CDB9EE15F62}" dt="2025-08-04T19:05:49.491" v="414"/>
          <ac:spMkLst>
            <pc:docMk/>
            <pc:sldMk cId="3674428809" sldId="503"/>
            <ac:spMk id="2" creationId="{C5B81D06-D7AF-0E3E-C6AA-2575F72AF4CE}"/>
          </ac:spMkLst>
        </pc:spChg>
        <pc:spChg chg="add del mod">
          <ac:chgData name="Pramod Naik" userId="ceb6df04-ef15-4d9b-a141-998a03559d75" providerId="ADAL" clId="{67BEA762-7B14-4232-B8DE-5CDB9EE15F62}" dt="2025-08-04T19:09:28.284" v="465" actId="207"/>
          <ac:spMkLst>
            <pc:docMk/>
            <pc:sldMk cId="3674428809" sldId="503"/>
            <ac:spMk id="3" creationId="{5B3BF8C2-805A-B040-721E-A38EF24D6825}"/>
          </ac:spMkLst>
        </pc:spChg>
      </pc:sldChg>
      <pc:sldChg chg="modSp add mod">
        <pc:chgData name="Pramod Naik" userId="ceb6df04-ef15-4d9b-a141-998a03559d75" providerId="ADAL" clId="{67BEA762-7B14-4232-B8DE-5CDB9EE15F62}" dt="2025-08-04T19:10:05.533" v="475" actId="113"/>
        <pc:sldMkLst>
          <pc:docMk/>
          <pc:sldMk cId="1090539424" sldId="504"/>
        </pc:sldMkLst>
        <pc:spChg chg="mod">
          <ac:chgData name="Pramod Naik" userId="ceb6df04-ef15-4d9b-a141-998a03559d75" providerId="ADAL" clId="{67BEA762-7B14-4232-B8DE-5CDB9EE15F62}" dt="2025-08-04T19:10:05.533" v="475" actId="113"/>
          <ac:spMkLst>
            <pc:docMk/>
            <pc:sldMk cId="1090539424" sldId="504"/>
            <ac:spMk id="3" creationId="{F31C1877-5F6D-1939-C86F-CA3994777B44}"/>
          </ac:spMkLst>
        </pc:spChg>
      </pc:sldChg>
      <pc:sldChg chg="modSp add mod">
        <pc:chgData name="Pramod Naik" userId="ceb6df04-ef15-4d9b-a141-998a03559d75" providerId="ADAL" clId="{67BEA762-7B14-4232-B8DE-5CDB9EE15F62}" dt="2025-08-04T19:15:31.054" v="490" actId="403"/>
        <pc:sldMkLst>
          <pc:docMk/>
          <pc:sldMk cId="1429253280" sldId="505"/>
        </pc:sldMkLst>
        <pc:spChg chg="mod">
          <ac:chgData name="Pramod Naik" userId="ceb6df04-ef15-4d9b-a141-998a03559d75" providerId="ADAL" clId="{67BEA762-7B14-4232-B8DE-5CDB9EE15F62}" dt="2025-08-04T19:15:31.054" v="490" actId="403"/>
          <ac:spMkLst>
            <pc:docMk/>
            <pc:sldMk cId="1429253280" sldId="505"/>
            <ac:spMk id="3" creationId="{23DF406B-B291-499C-0904-27D9E492AC6D}"/>
          </ac:spMkLst>
        </pc:spChg>
      </pc:sldChg>
      <pc:sldChg chg="addSp modSp add mod">
        <pc:chgData name="Pramod Naik" userId="ceb6df04-ef15-4d9b-a141-998a03559d75" providerId="ADAL" clId="{67BEA762-7B14-4232-B8DE-5CDB9EE15F62}" dt="2025-08-04T19:17:23.619" v="531" actId="113"/>
        <pc:sldMkLst>
          <pc:docMk/>
          <pc:sldMk cId="2735770164" sldId="506"/>
        </pc:sldMkLst>
        <pc:spChg chg="add">
          <ac:chgData name="Pramod Naik" userId="ceb6df04-ef15-4d9b-a141-998a03559d75" providerId="ADAL" clId="{67BEA762-7B14-4232-B8DE-5CDB9EE15F62}" dt="2025-08-04T19:15:55.475" v="491"/>
          <ac:spMkLst>
            <pc:docMk/>
            <pc:sldMk cId="2735770164" sldId="506"/>
            <ac:spMk id="2" creationId="{EEEA6728-97BA-BD17-709E-03AFA79FFB47}"/>
          </ac:spMkLst>
        </pc:spChg>
        <pc:spChg chg="mod">
          <ac:chgData name="Pramod Naik" userId="ceb6df04-ef15-4d9b-a141-998a03559d75" providerId="ADAL" clId="{67BEA762-7B14-4232-B8DE-5CDB9EE15F62}" dt="2025-08-04T19:17:23.619" v="531" actId="113"/>
          <ac:spMkLst>
            <pc:docMk/>
            <pc:sldMk cId="2735770164" sldId="506"/>
            <ac:spMk id="3" creationId="{4DB372CF-4E68-0273-0308-A9F6D84CC788}"/>
          </ac:spMkLst>
        </pc:spChg>
        <pc:spChg chg="add">
          <ac:chgData name="Pramod Naik" userId="ceb6df04-ef15-4d9b-a141-998a03559d75" providerId="ADAL" clId="{67BEA762-7B14-4232-B8DE-5CDB9EE15F62}" dt="2025-08-04T19:15:55.475" v="491"/>
          <ac:spMkLst>
            <pc:docMk/>
            <pc:sldMk cId="2735770164" sldId="506"/>
            <ac:spMk id="4" creationId="{77550316-1E8F-0BB5-14AC-DC1378ECB5AE}"/>
          </ac:spMkLst>
        </pc:spChg>
        <pc:spChg chg="add">
          <ac:chgData name="Pramod Naik" userId="ceb6df04-ef15-4d9b-a141-998a03559d75" providerId="ADAL" clId="{67BEA762-7B14-4232-B8DE-5CDB9EE15F62}" dt="2025-08-04T19:15:55.475" v="491"/>
          <ac:spMkLst>
            <pc:docMk/>
            <pc:sldMk cId="2735770164" sldId="506"/>
            <ac:spMk id="5" creationId="{27F639CA-2E68-619A-0DC6-8BE3E98A61FD}"/>
          </ac:spMkLst>
        </pc:spChg>
        <pc:spChg chg="add">
          <ac:chgData name="Pramod Naik" userId="ceb6df04-ef15-4d9b-a141-998a03559d75" providerId="ADAL" clId="{67BEA762-7B14-4232-B8DE-5CDB9EE15F62}" dt="2025-08-04T19:15:55.475" v="491"/>
          <ac:spMkLst>
            <pc:docMk/>
            <pc:sldMk cId="2735770164" sldId="506"/>
            <ac:spMk id="6" creationId="{DF92D68C-7AF7-C05C-9A6C-727E09888B80}"/>
          </ac:spMkLst>
        </pc:spChg>
        <pc:spChg chg="add">
          <ac:chgData name="Pramod Naik" userId="ceb6df04-ef15-4d9b-a141-998a03559d75" providerId="ADAL" clId="{67BEA762-7B14-4232-B8DE-5CDB9EE15F62}" dt="2025-08-04T19:15:55.475" v="491"/>
          <ac:spMkLst>
            <pc:docMk/>
            <pc:sldMk cId="2735770164" sldId="506"/>
            <ac:spMk id="7" creationId="{2AA7895D-AC0F-5927-051A-0651B93BE5A5}"/>
          </ac:spMkLst>
        </pc:spChg>
      </pc:sldChg>
      <pc:sldChg chg="modSp add mod ord">
        <pc:chgData name="Pramod Naik" userId="ceb6df04-ef15-4d9b-a141-998a03559d75" providerId="ADAL" clId="{67BEA762-7B14-4232-B8DE-5CDB9EE15F62}" dt="2025-08-04T19:19:39.661" v="572" actId="113"/>
        <pc:sldMkLst>
          <pc:docMk/>
          <pc:sldMk cId="2155608378" sldId="507"/>
        </pc:sldMkLst>
        <pc:spChg chg="mod">
          <ac:chgData name="Pramod Naik" userId="ceb6df04-ef15-4d9b-a141-998a03559d75" providerId="ADAL" clId="{67BEA762-7B14-4232-B8DE-5CDB9EE15F62}" dt="2025-08-04T19:19:39.661" v="572" actId="113"/>
          <ac:spMkLst>
            <pc:docMk/>
            <pc:sldMk cId="2155608378" sldId="507"/>
            <ac:spMk id="3" creationId="{6D51E151-E20E-66A4-B960-F6A0554253C2}"/>
          </ac:spMkLst>
        </pc:spChg>
      </pc:sldChg>
      <pc:sldChg chg="modSp add mod ord">
        <pc:chgData name="Pramod Naik" userId="ceb6df04-ef15-4d9b-a141-998a03559d75" providerId="ADAL" clId="{67BEA762-7B14-4232-B8DE-5CDB9EE15F62}" dt="2025-08-04T19:19:32.397" v="568" actId="207"/>
        <pc:sldMkLst>
          <pc:docMk/>
          <pc:sldMk cId="149401478" sldId="508"/>
        </pc:sldMkLst>
        <pc:spChg chg="mod">
          <ac:chgData name="Pramod Naik" userId="ceb6df04-ef15-4d9b-a141-998a03559d75" providerId="ADAL" clId="{67BEA762-7B14-4232-B8DE-5CDB9EE15F62}" dt="2025-08-04T19:19:32.397" v="568" actId="207"/>
          <ac:spMkLst>
            <pc:docMk/>
            <pc:sldMk cId="149401478" sldId="508"/>
            <ac:spMk id="3" creationId="{F45DBB0A-B2B8-AE79-9340-110821745B7D}"/>
          </ac:spMkLst>
        </pc:spChg>
      </pc:sldChg>
      <pc:sldChg chg="addSp modSp add mod ord">
        <pc:chgData name="Pramod Naik" userId="ceb6df04-ef15-4d9b-a141-998a03559d75" providerId="ADAL" clId="{67BEA762-7B14-4232-B8DE-5CDB9EE15F62}" dt="2025-08-05T17:40:05.168" v="682" actId="20577"/>
        <pc:sldMkLst>
          <pc:docMk/>
          <pc:sldMk cId="3673945016" sldId="509"/>
        </pc:sldMkLst>
        <pc:spChg chg="mod">
          <ac:chgData name="Pramod Naik" userId="ceb6df04-ef15-4d9b-a141-998a03559d75" providerId="ADAL" clId="{67BEA762-7B14-4232-B8DE-5CDB9EE15F62}" dt="2025-08-05T17:40:05.168" v="682" actId="20577"/>
          <ac:spMkLst>
            <pc:docMk/>
            <pc:sldMk cId="3673945016" sldId="509"/>
            <ac:spMk id="3" creationId="{4BABF299-2538-17F6-A1EB-FDBF26DD487C}"/>
          </ac:spMkLst>
        </pc:spChg>
        <pc:graphicFrameChg chg="add mod modGraphic">
          <ac:chgData name="Pramod Naik" userId="ceb6df04-ef15-4d9b-a141-998a03559d75" providerId="ADAL" clId="{67BEA762-7B14-4232-B8DE-5CDB9EE15F62}" dt="2025-08-05T17:37:31.066" v="641" actId="403"/>
          <ac:graphicFrameMkLst>
            <pc:docMk/>
            <pc:sldMk cId="3673945016" sldId="509"/>
            <ac:graphicFrameMk id="2" creationId="{2F09CCCC-BACE-37BE-AA2B-AD86C28217C5}"/>
          </ac:graphicFrameMkLst>
        </pc:graphicFrameChg>
      </pc:sldChg>
      <pc:sldChg chg="addSp modSp add mod">
        <pc:chgData name="Pramod Naik" userId="ceb6df04-ef15-4d9b-a141-998a03559d75" providerId="ADAL" clId="{67BEA762-7B14-4232-B8DE-5CDB9EE15F62}" dt="2025-08-05T17:39:36.787" v="679" actId="1076"/>
        <pc:sldMkLst>
          <pc:docMk/>
          <pc:sldMk cId="1416146263" sldId="510"/>
        </pc:sldMkLst>
        <pc:spChg chg="mod">
          <ac:chgData name="Pramod Naik" userId="ceb6df04-ef15-4d9b-a141-998a03559d75" providerId="ADAL" clId="{67BEA762-7B14-4232-B8DE-5CDB9EE15F62}" dt="2025-08-05T17:39:31.609" v="678" actId="404"/>
          <ac:spMkLst>
            <pc:docMk/>
            <pc:sldMk cId="1416146263" sldId="510"/>
            <ac:spMk id="3" creationId="{259F1C89-752C-8454-B218-335D4E83347D}"/>
          </ac:spMkLst>
        </pc:spChg>
        <pc:graphicFrameChg chg="add mod modGraphic">
          <ac:chgData name="Pramod Naik" userId="ceb6df04-ef15-4d9b-a141-998a03559d75" providerId="ADAL" clId="{67BEA762-7B14-4232-B8DE-5CDB9EE15F62}" dt="2025-08-05T17:39:36.787" v="679" actId="1076"/>
          <ac:graphicFrameMkLst>
            <pc:docMk/>
            <pc:sldMk cId="1416146263" sldId="510"/>
            <ac:graphicFrameMk id="2" creationId="{8558287C-D2E6-92DD-B48B-E6861E18A08D}"/>
          </ac:graphicFrameMkLst>
        </pc:graphicFrameChg>
      </pc:sldChg>
      <pc:sldChg chg="modSp add mod">
        <pc:chgData name="Pramod Naik" userId="ceb6df04-ef15-4d9b-a141-998a03559d75" providerId="ADAL" clId="{67BEA762-7B14-4232-B8DE-5CDB9EE15F62}" dt="2025-08-05T17:40:18.013" v="694" actId="207"/>
        <pc:sldMkLst>
          <pc:docMk/>
          <pc:sldMk cId="1855594974" sldId="511"/>
        </pc:sldMkLst>
        <pc:spChg chg="mod">
          <ac:chgData name="Pramod Naik" userId="ceb6df04-ef15-4d9b-a141-998a03559d75" providerId="ADAL" clId="{67BEA762-7B14-4232-B8DE-5CDB9EE15F62}" dt="2025-08-05T17:40:18.013" v="694" actId="207"/>
          <ac:spMkLst>
            <pc:docMk/>
            <pc:sldMk cId="1855594974" sldId="511"/>
            <ac:spMk id="3" creationId="{0A7F664F-FD37-EBDF-7BC3-6906FC3AA554}"/>
          </ac:spMkLst>
        </pc:spChg>
      </pc:sldChg>
      <pc:sldChg chg="addSp modSp add mod">
        <pc:chgData name="Pramod Naik" userId="ceb6df04-ef15-4d9b-a141-998a03559d75" providerId="ADAL" clId="{67BEA762-7B14-4232-B8DE-5CDB9EE15F62}" dt="2025-08-05T17:41:36.683" v="725" actId="113"/>
        <pc:sldMkLst>
          <pc:docMk/>
          <pc:sldMk cId="38135499" sldId="512"/>
        </pc:sldMkLst>
        <pc:spChg chg="add">
          <ac:chgData name="Pramod Naik" userId="ceb6df04-ef15-4d9b-a141-998a03559d75" providerId="ADAL" clId="{67BEA762-7B14-4232-B8DE-5CDB9EE15F62}" dt="2025-08-05T17:40:56.594" v="701"/>
          <ac:spMkLst>
            <pc:docMk/>
            <pc:sldMk cId="38135499" sldId="512"/>
            <ac:spMk id="2" creationId="{6DD43542-F590-D6B5-F475-5D513F224F0B}"/>
          </ac:spMkLst>
        </pc:spChg>
        <pc:spChg chg="mod">
          <ac:chgData name="Pramod Naik" userId="ceb6df04-ef15-4d9b-a141-998a03559d75" providerId="ADAL" clId="{67BEA762-7B14-4232-B8DE-5CDB9EE15F62}" dt="2025-08-05T17:41:36.683" v="725" actId="113"/>
          <ac:spMkLst>
            <pc:docMk/>
            <pc:sldMk cId="38135499" sldId="512"/>
            <ac:spMk id="3" creationId="{A1E7B3A5-2A67-D45F-EDBF-27F41756A106}"/>
          </ac:spMkLst>
        </pc:spChg>
      </pc:sldChg>
      <pc:sldChg chg="modSp add mod">
        <pc:chgData name="Pramod Naik" userId="ceb6df04-ef15-4d9b-a141-998a03559d75" providerId="ADAL" clId="{67BEA762-7B14-4232-B8DE-5CDB9EE15F62}" dt="2025-08-05T17:53:45.093" v="765" actId="20577"/>
        <pc:sldMkLst>
          <pc:docMk/>
          <pc:sldMk cId="363773273" sldId="513"/>
        </pc:sldMkLst>
        <pc:spChg chg="mod">
          <ac:chgData name="Pramod Naik" userId="ceb6df04-ef15-4d9b-a141-998a03559d75" providerId="ADAL" clId="{67BEA762-7B14-4232-B8DE-5CDB9EE15F62}" dt="2025-08-05T17:53:45.093" v="765" actId="20577"/>
          <ac:spMkLst>
            <pc:docMk/>
            <pc:sldMk cId="363773273" sldId="513"/>
            <ac:spMk id="3" creationId="{A6F6D0ED-2996-4108-5108-F20492C2FA3A}"/>
          </ac:spMkLst>
        </pc:spChg>
      </pc:sldChg>
      <pc:sldChg chg="modSp add mod ord">
        <pc:chgData name="Pramod Naik" userId="ceb6df04-ef15-4d9b-a141-998a03559d75" providerId="ADAL" clId="{67BEA762-7B14-4232-B8DE-5CDB9EE15F62}" dt="2025-08-05T17:54:13.040" v="777" actId="14100"/>
        <pc:sldMkLst>
          <pc:docMk/>
          <pc:sldMk cId="2863045590" sldId="514"/>
        </pc:sldMkLst>
        <pc:spChg chg="mod">
          <ac:chgData name="Pramod Naik" userId="ceb6df04-ef15-4d9b-a141-998a03559d75" providerId="ADAL" clId="{67BEA762-7B14-4232-B8DE-5CDB9EE15F62}" dt="2025-08-05T17:54:13.040" v="777" actId="14100"/>
          <ac:spMkLst>
            <pc:docMk/>
            <pc:sldMk cId="2863045590" sldId="514"/>
            <ac:spMk id="3" creationId="{A37488ED-4226-F62D-8364-FA2EE49ACC65}"/>
          </ac:spMkLst>
        </pc:spChg>
      </pc:sldChg>
      <pc:sldChg chg="addSp modSp add mod">
        <pc:chgData name="Pramod Naik" userId="ceb6df04-ef15-4d9b-a141-998a03559d75" providerId="ADAL" clId="{67BEA762-7B14-4232-B8DE-5CDB9EE15F62}" dt="2025-08-05T17:55:23.198" v="809" actId="14734"/>
        <pc:sldMkLst>
          <pc:docMk/>
          <pc:sldMk cId="550142642" sldId="515"/>
        </pc:sldMkLst>
        <pc:spChg chg="mod">
          <ac:chgData name="Pramod Naik" userId="ceb6df04-ef15-4d9b-a141-998a03559d75" providerId="ADAL" clId="{67BEA762-7B14-4232-B8DE-5CDB9EE15F62}" dt="2025-08-05T17:54:52.217" v="800" actId="20577"/>
          <ac:spMkLst>
            <pc:docMk/>
            <pc:sldMk cId="550142642" sldId="515"/>
            <ac:spMk id="3" creationId="{5174BFB8-34D1-292A-6E8D-A5FD081EEE08}"/>
          </ac:spMkLst>
        </pc:spChg>
        <pc:graphicFrameChg chg="add mod modGraphic">
          <ac:chgData name="Pramod Naik" userId="ceb6df04-ef15-4d9b-a141-998a03559d75" providerId="ADAL" clId="{67BEA762-7B14-4232-B8DE-5CDB9EE15F62}" dt="2025-08-05T17:55:23.198" v="809" actId="14734"/>
          <ac:graphicFrameMkLst>
            <pc:docMk/>
            <pc:sldMk cId="550142642" sldId="515"/>
            <ac:graphicFrameMk id="2" creationId="{912514FA-F00C-DA22-36FC-B7433D9B916B}"/>
          </ac:graphicFrameMkLst>
        </pc:graphicFrameChg>
      </pc:sldChg>
      <pc:sldChg chg="modSp add mod ord">
        <pc:chgData name="Pramod Naik" userId="ceb6df04-ef15-4d9b-a141-998a03559d75" providerId="ADAL" clId="{67BEA762-7B14-4232-B8DE-5CDB9EE15F62}" dt="2025-08-05T17:56:19.681" v="824" actId="404"/>
        <pc:sldMkLst>
          <pc:docMk/>
          <pc:sldMk cId="4282425090" sldId="516"/>
        </pc:sldMkLst>
        <pc:spChg chg="mod">
          <ac:chgData name="Pramod Naik" userId="ceb6df04-ef15-4d9b-a141-998a03559d75" providerId="ADAL" clId="{67BEA762-7B14-4232-B8DE-5CDB9EE15F62}" dt="2025-08-05T17:56:19.681" v="824" actId="404"/>
          <ac:spMkLst>
            <pc:docMk/>
            <pc:sldMk cId="4282425090" sldId="516"/>
            <ac:spMk id="3" creationId="{4E187EB3-0646-559B-F70E-CE7EE246024A}"/>
          </ac:spMkLst>
        </pc:spChg>
      </pc:sldChg>
      <pc:sldChg chg="modSp add mod">
        <pc:chgData name="Pramod Naik" userId="ceb6df04-ef15-4d9b-a141-998a03559d75" providerId="ADAL" clId="{67BEA762-7B14-4232-B8DE-5CDB9EE15F62}" dt="2025-08-04T18:52:35.655" v="277" actId="404"/>
        <pc:sldMkLst>
          <pc:docMk/>
          <pc:sldMk cId="2271282495" sldId="578"/>
        </pc:sldMkLst>
        <pc:spChg chg="mod">
          <ac:chgData name="Pramod Naik" userId="ceb6df04-ef15-4d9b-a141-998a03559d75" providerId="ADAL" clId="{67BEA762-7B14-4232-B8DE-5CDB9EE15F62}" dt="2025-08-04T18:52:35.655" v="277" actId="404"/>
          <ac:spMkLst>
            <pc:docMk/>
            <pc:sldMk cId="2271282495" sldId="578"/>
            <ac:spMk id="3" creationId="{97BD57EB-5130-B4FA-8433-2DA9D2D2F3F1}"/>
          </ac:spMkLst>
        </pc:spChg>
        <pc:picChg chg="mod modCrop">
          <ac:chgData name="Pramod Naik" userId="ceb6df04-ef15-4d9b-a141-998a03559d75" providerId="ADAL" clId="{67BEA762-7B14-4232-B8DE-5CDB9EE15F62}" dt="2025-08-04T18:52:16.411" v="255" actId="732"/>
          <ac:picMkLst>
            <pc:docMk/>
            <pc:sldMk cId="2271282495" sldId="578"/>
            <ac:picMk id="4" creationId="{BD624008-D434-6501-6FF8-00F8226FA0BE}"/>
          </ac:picMkLst>
        </pc:picChg>
      </pc:sldChg>
      <pc:sldChg chg="addSp delSp modSp add mod ord">
        <pc:chgData name="Pramod Naik" userId="ceb6df04-ef15-4d9b-a141-998a03559d75" providerId="ADAL" clId="{67BEA762-7B14-4232-B8DE-5CDB9EE15F62}" dt="2025-08-05T17:57:54.803" v="847" actId="403"/>
        <pc:sldMkLst>
          <pc:docMk/>
          <pc:sldMk cId="308509024" sldId="579"/>
        </pc:sldMkLst>
        <pc:spChg chg="mod">
          <ac:chgData name="Pramod Naik" userId="ceb6df04-ef15-4d9b-a141-998a03559d75" providerId="ADAL" clId="{67BEA762-7B14-4232-B8DE-5CDB9EE15F62}" dt="2025-08-05T17:57:00.046" v="838" actId="20577"/>
          <ac:spMkLst>
            <pc:docMk/>
            <pc:sldMk cId="308509024" sldId="579"/>
            <ac:spMk id="3" creationId="{80E896D5-64B5-6703-D7CD-3E3AEE640295}"/>
          </ac:spMkLst>
        </pc:spChg>
        <pc:spChg chg="add del">
          <ac:chgData name="Pramod Naik" userId="ceb6df04-ef15-4d9b-a141-998a03559d75" providerId="ADAL" clId="{67BEA762-7B14-4232-B8DE-5CDB9EE15F62}" dt="2025-08-05T17:56:32.081" v="828" actId="22"/>
          <ac:spMkLst>
            <pc:docMk/>
            <pc:sldMk cId="308509024" sldId="579"/>
            <ac:spMk id="4" creationId="{B19A8BEE-2771-F190-6272-C55783C7A44A}"/>
          </ac:spMkLst>
        </pc:spChg>
        <pc:graphicFrameChg chg="add mod modGraphic">
          <ac:chgData name="Pramod Naik" userId="ceb6df04-ef15-4d9b-a141-998a03559d75" providerId="ADAL" clId="{67BEA762-7B14-4232-B8DE-5CDB9EE15F62}" dt="2025-08-05T17:57:54.803" v="847" actId="403"/>
          <ac:graphicFrameMkLst>
            <pc:docMk/>
            <pc:sldMk cId="308509024" sldId="579"/>
            <ac:graphicFrameMk id="5" creationId="{89668D04-1AA6-88D0-A19F-DD0A80AEFF6C}"/>
          </ac:graphicFrameMkLst>
        </pc:graphicFrameChg>
      </pc:sldChg>
      <pc:sldChg chg="addSp modSp add mod ord">
        <pc:chgData name="Pramod Naik" userId="ceb6df04-ef15-4d9b-a141-998a03559d75" providerId="ADAL" clId="{67BEA762-7B14-4232-B8DE-5CDB9EE15F62}" dt="2025-08-05T17:59:35.615" v="876" actId="113"/>
        <pc:sldMkLst>
          <pc:docMk/>
          <pc:sldMk cId="11686156" sldId="580"/>
        </pc:sldMkLst>
        <pc:spChg chg="mod">
          <ac:chgData name="Pramod Naik" userId="ceb6df04-ef15-4d9b-a141-998a03559d75" providerId="ADAL" clId="{67BEA762-7B14-4232-B8DE-5CDB9EE15F62}" dt="2025-08-05T17:58:57.595" v="855" actId="403"/>
          <ac:spMkLst>
            <pc:docMk/>
            <pc:sldMk cId="11686156" sldId="580"/>
            <ac:spMk id="3" creationId="{D38012F7-F6BF-E871-0EF9-6A1AD3FF8EA0}"/>
          </ac:spMkLst>
        </pc:spChg>
        <pc:graphicFrameChg chg="add mod modGraphic">
          <ac:chgData name="Pramod Naik" userId="ceb6df04-ef15-4d9b-a141-998a03559d75" providerId="ADAL" clId="{67BEA762-7B14-4232-B8DE-5CDB9EE15F62}" dt="2025-08-05T17:59:35.615" v="876" actId="113"/>
          <ac:graphicFrameMkLst>
            <pc:docMk/>
            <pc:sldMk cId="11686156" sldId="580"/>
            <ac:graphicFrameMk id="2" creationId="{35EE8BC7-71A9-BC0F-613B-6CCACE1DF7AC}"/>
          </ac:graphicFrameMkLst>
        </pc:graphicFrameChg>
      </pc:sldChg>
      <pc:sldChg chg="addSp modSp add mod ord">
        <pc:chgData name="Pramod Naik" userId="ceb6df04-ef15-4d9b-a141-998a03559d75" providerId="ADAL" clId="{67BEA762-7B14-4232-B8DE-5CDB9EE15F62}" dt="2025-08-05T18:03:06.425" v="908" actId="207"/>
        <pc:sldMkLst>
          <pc:docMk/>
          <pc:sldMk cId="2103180452" sldId="581"/>
        </pc:sldMkLst>
        <pc:spChg chg="add">
          <ac:chgData name="Pramod Naik" userId="ceb6df04-ef15-4d9b-a141-998a03559d75" providerId="ADAL" clId="{67BEA762-7B14-4232-B8DE-5CDB9EE15F62}" dt="2025-08-05T18:00:25.334" v="885"/>
          <ac:spMkLst>
            <pc:docMk/>
            <pc:sldMk cId="2103180452" sldId="581"/>
            <ac:spMk id="2" creationId="{AC102F20-2BF7-A0AA-3851-83D2EBF062AC}"/>
          </ac:spMkLst>
        </pc:spChg>
        <pc:spChg chg="mod">
          <ac:chgData name="Pramod Naik" userId="ceb6df04-ef15-4d9b-a141-998a03559d75" providerId="ADAL" clId="{67BEA762-7B14-4232-B8DE-5CDB9EE15F62}" dt="2025-08-05T18:03:06.425" v="908" actId="207"/>
          <ac:spMkLst>
            <pc:docMk/>
            <pc:sldMk cId="2103180452" sldId="581"/>
            <ac:spMk id="3" creationId="{C2831205-D5CE-96D5-890E-2ABE135CEB69}"/>
          </ac:spMkLst>
        </pc:spChg>
      </pc:sldChg>
      <pc:sldChg chg="addSp delSp modSp add mod">
        <pc:chgData name="Pramod Naik" userId="ceb6df04-ef15-4d9b-a141-998a03559d75" providerId="ADAL" clId="{67BEA762-7B14-4232-B8DE-5CDB9EE15F62}" dt="2025-08-05T18:07:59.808" v="1026" actId="207"/>
        <pc:sldMkLst>
          <pc:docMk/>
          <pc:sldMk cId="2864795056" sldId="582"/>
        </pc:sldMkLst>
        <pc:spChg chg="add">
          <ac:chgData name="Pramod Naik" userId="ceb6df04-ef15-4d9b-a141-998a03559d75" providerId="ADAL" clId="{67BEA762-7B14-4232-B8DE-5CDB9EE15F62}" dt="2025-08-05T18:05:08.371" v="939"/>
          <ac:spMkLst>
            <pc:docMk/>
            <pc:sldMk cId="2864795056" sldId="582"/>
            <ac:spMk id="2" creationId="{0707CAE6-4EA1-5019-5C2B-B438D90FDE71}"/>
          </ac:spMkLst>
        </pc:spChg>
        <pc:spChg chg="add del mod">
          <ac:chgData name="Pramod Naik" userId="ceb6df04-ef15-4d9b-a141-998a03559d75" providerId="ADAL" clId="{67BEA762-7B14-4232-B8DE-5CDB9EE15F62}" dt="2025-08-05T18:07:59.808" v="1026" actId="207"/>
          <ac:spMkLst>
            <pc:docMk/>
            <pc:sldMk cId="2864795056" sldId="582"/>
            <ac:spMk id="3" creationId="{DC3BD011-5435-326F-A5B0-7941C30BF715}"/>
          </ac:spMkLst>
        </pc:spChg>
        <pc:spChg chg="add del">
          <ac:chgData name="Pramod Naik" userId="ceb6df04-ef15-4d9b-a141-998a03559d75" providerId="ADAL" clId="{67BEA762-7B14-4232-B8DE-5CDB9EE15F62}" dt="2025-08-05T18:06:34.856" v="977" actId="21"/>
          <ac:spMkLst>
            <pc:docMk/>
            <pc:sldMk cId="2864795056" sldId="582"/>
            <ac:spMk id="4" creationId="{F549F74F-6156-AAC5-6B50-96B8D12F3574}"/>
          </ac:spMkLst>
        </pc:spChg>
        <pc:spChg chg="add mod">
          <ac:chgData name="Pramod Naik" userId="ceb6df04-ef15-4d9b-a141-998a03559d75" providerId="ADAL" clId="{67BEA762-7B14-4232-B8DE-5CDB9EE15F62}" dt="2025-08-05T18:06:33.321" v="976" actId="21"/>
          <ac:spMkLst>
            <pc:docMk/>
            <pc:sldMk cId="2864795056" sldId="582"/>
            <ac:spMk id="5" creationId="{F9B1709F-C90B-B1E0-A568-127983806FAE}"/>
          </ac:spMkLst>
        </pc:spChg>
      </pc:sldChg>
      <pc:sldChg chg="modSp add mod">
        <pc:chgData name="Pramod Naik" userId="ceb6df04-ef15-4d9b-a141-998a03559d75" providerId="ADAL" clId="{67BEA762-7B14-4232-B8DE-5CDB9EE15F62}" dt="2025-08-05T18:09:46.237" v="1046" actId="113"/>
        <pc:sldMkLst>
          <pc:docMk/>
          <pc:sldMk cId="4233020679" sldId="583"/>
        </pc:sldMkLst>
        <pc:spChg chg="mod">
          <ac:chgData name="Pramod Naik" userId="ceb6df04-ef15-4d9b-a141-998a03559d75" providerId="ADAL" clId="{67BEA762-7B14-4232-B8DE-5CDB9EE15F62}" dt="2025-08-05T18:09:46.237" v="1046" actId="113"/>
          <ac:spMkLst>
            <pc:docMk/>
            <pc:sldMk cId="4233020679" sldId="583"/>
            <ac:spMk id="3" creationId="{753F09E1-163F-A44E-EE60-961388C1B02B}"/>
          </ac:spMkLst>
        </pc:spChg>
      </pc:sldChg>
      <pc:sldChg chg="addSp modSp add mod ord">
        <pc:chgData name="Pramod Naik" userId="ceb6df04-ef15-4d9b-a141-998a03559d75" providerId="ADAL" clId="{67BEA762-7B14-4232-B8DE-5CDB9EE15F62}" dt="2025-08-05T18:17:05.529" v="1162" actId="207"/>
        <pc:sldMkLst>
          <pc:docMk/>
          <pc:sldMk cId="157029721" sldId="584"/>
        </pc:sldMkLst>
        <pc:spChg chg="mod">
          <ac:chgData name="Pramod Naik" userId="ceb6df04-ef15-4d9b-a141-998a03559d75" providerId="ADAL" clId="{67BEA762-7B14-4232-B8DE-5CDB9EE15F62}" dt="2025-08-05T18:17:05.529" v="1162" actId="207"/>
          <ac:spMkLst>
            <pc:docMk/>
            <pc:sldMk cId="157029721" sldId="584"/>
            <ac:spMk id="3" creationId="{20413495-5D2A-50F8-5789-9FC84712856B}"/>
          </ac:spMkLst>
        </pc:spChg>
        <pc:spChg chg="add">
          <ac:chgData name="Pramod Naik" userId="ceb6df04-ef15-4d9b-a141-998a03559d75" providerId="ADAL" clId="{67BEA762-7B14-4232-B8DE-5CDB9EE15F62}" dt="2025-08-05T18:12:29.653" v="1075"/>
          <ac:spMkLst>
            <pc:docMk/>
            <pc:sldMk cId="157029721" sldId="584"/>
            <ac:spMk id="7" creationId="{BB249DCC-4F25-02FA-353E-918D5D711DB2}"/>
          </ac:spMkLst>
        </pc:spChg>
        <pc:picChg chg="add mod">
          <ac:chgData name="Pramod Naik" userId="ceb6df04-ef15-4d9b-a141-998a03559d75" providerId="ADAL" clId="{67BEA762-7B14-4232-B8DE-5CDB9EE15F62}" dt="2025-08-05T18:10:48.695" v="1058" actId="14100"/>
          <ac:picMkLst>
            <pc:docMk/>
            <pc:sldMk cId="157029721" sldId="584"/>
            <ac:picMk id="4" creationId="{0CD08717-AD43-C40E-87B4-FB123CF1EBAB}"/>
          </ac:picMkLst>
        </pc:picChg>
        <pc:picChg chg="add mod">
          <ac:chgData name="Pramod Naik" userId="ceb6df04-ef15-4d9b-a141-998a03559d75" providerId="ADAL" clId="{67BEA762-7B14-4232-B8DE-5CDB9EE15F62}" dt="2025-08-05T18:12:58.510" v="1086" actId="1076"/>
          <ac:picMkLst>
            <pc:docMk/>
            <pc:sldMk cId="157029721" sldId="584"/>
            <ac:picMk id="6" creationId="{CFC34C16-40F9-C357-2B16-E3E91C457B74}"/>
          </ac:picMkLst>
        </pc:picChg>
      </pc:sldChg>
      <pc:sldChg chg="addSp modSp add mod ord">
        <pc:chgData name="Pramod Naik" userId="ceb6df04-ef15-4d9b-a141-998a03559d75" providerId="ADAL" clId="{67BEA762-7B14-4232-B8DE-5CDB9EE15F62}" dt="2025-08-05T18:19:20.137" v="1243" actId="207"/>
        <pc:sldMkLst>
          <pc:docMk/>
          <pc:sldMk cId="1891742692" sldId="585"/>
        </pc:sldMkLst>
        <pc:spChg chg="mod">
          <ac:chgData name="Pramod Naik" userId="ceb6df04-ef15-4d9b-a141-998a03559d75" providerId="ADAL" clId="{67BEA762-7B14-4232-B8DE-5CDB9EE15F62}" dt="2025-08-05T18:19:20.137" v="1243" actId="207"/>
          <ac:spMkLst>
            <pc:docMk/>
            <pc:sldMk cId="1891742692" sldId="585"/>
            <ac:spMk id="3" creationId="{A745268E-3EA2-AA79-0180-D0D1E9537E52}"/>
          </ac:spMkLst>
        </pc:spChg>
        <pc:spChg chg="add">
          <ac:chgData name="Pramod Naik" userId="ceb6df04-ef15-4d9b-a141-998a03559d75" providerId="ADAL" clId="{67BEA762-7B14-4232-B8DE-5CDB9EE15F62}" dt="2025-08-05T18:14:32.251" v="1122"/>
          <ac:spMkLst>
            <pc:docMk/>
            <pc:sldMk cId="1891742692" sldId="585"/>
            <ac:spMk id="7" creationId="{19084AB5-0082-960A-003E-E838A703EF09}"/>
          </ac:spMkLst>
        </pc:spChg>
        <pc:picChg chg="add mod">
          <ac:chgData name="Pramod Naik" userId="ceb6df04-ef15-4d9b-a141-998a03559d75" providerId="ADAL" clId="{67BEA762-7B14-4232-B8DE-5CDB9EE15F62}" dt="2025-08-05T18:13:54.488" v="1107" actId="14100"/>
          <ac:picMkLst>
            <pc:docMk/>
            <pc:sldMk cId="1891742692" sldId="585"/>
            <ac:picMk id="4" creationId="{0CFF4C3B-7EF0-17EE-1DBF-A7AC6876F891}"/>
          </ac:picMkLst>
        </pc:picChg>
        <pc:picChg chg="add mod">
          <ac:chgData name="Pramod Naik" userId="ceb6df04-ef15-4d9b-a141-998a03559d75" providerId="ADAL" clId="{67BEA762-7B14-4232-B8DE-5CDB9EE15F62}" dt="2025-08-05T18:14:21.655" v="1116" actId="1076"/>
          <ac:picMkLst>
            <pc:docMk/>
            <pc:sldMk cId="1891742692" sldId="585"/>
            <ac:picMk id="6" creationId="{924BCD55-7648-2A53-F9E9-5BB82572C455}"/>
          </ac:picMkLst>
        </pc:picChg>
      </pc:sldChg>
      <pc:sldChg chg="modSp add mod ord">
        <pc:chgData name="Pramod Naik" userId="ceb6df04-ef15-4d9b-a141-998a03559d75" providerId="ADAL" clId="{67BEA762-7B14-4232-B8DE-5CDB9EE15F62}" dt="2025-08-05T18:17:28.340" v="1170" actId="403"/>
        <pc:sldMkLst>
          <pc:docMk/>
          <pc:sldMk cId="1662982658" sldId="586"/>
        </pc:sldMkLst>
        <pc:spChg chg="mod">
          <ac:chgData name="Pramod Naik" userId="ceb6df04-ef15-4d9b-a141-998a03559d75" providerId="ADAL" clId="{67BEA762-7B14-4232-B8DE-5CDB9EE15F62}" dt="2025-08-05T18:17:28.340" v="1170" actId="403"/>
          <ac:spMkLst>
            <pc:docMk/>
            <pc:sldMk cId="1662982658" sldId="586"/>
            <ac:spMk id="3" creationId="{9959E038-C2C4-43D1-1D34-BFB46F833612}"/>
          </ac:spMkLst>
        </pc:spChg>
      </pc:sldChg>
      <pc:sldChg chg="addSp modSp add mod ord">
        <pc:chgData name="Pramod Naik" userId="ceb6df04-ef15-4d9b-a141-998a03559d75" providerId="ADAL" clId="{67BEA762-7B14-4232-B8DE-5CDB9EE15F62}" dt="2025-08-05T18:21:20.400" v="1264" actId="1076"/>
        <pc:sldMkLst>
          <pc:docMk/>
          <pc:sldMk cId="4204041239" sldId="587"/>
        </pc:sldMkLst>
        <pc:spChg chg="mod">
          <ac:chgData name="Pramod Naik" userId="ceb6df04-ef15-4d9b-a141-998a03559d75" providerId="ADAL" clId="{67BEA762-7B14-4232-B8DE-5CDB9EE15F62}" dt="2025-08-05T18:21:01.204" v="1261" actId="5793"/>
          <ac:spMkLst>
            <pc:docMk/>
            <pc:sldMk cId="4204041239" sldId="587"/>
            <ac:spMk id="3" creationId="{692D4416-2FB1-104A-955F-1FE2DCA08317}"/>
          </ac:spMkLst>
        </pc:spChg>
        <pc:spChg chg="add">
          <ac:chgData name="Pramod Naik" userId="ceb6df04-ef15-4d9b-a141-998a03559d75" providerId="ADAL" clId="{67BEA762-7B14-4232-B8DE-5CDB9EE15F62}" dt="2025-08-05T18:20:43.050" v="1254"/>
          <ac:spMkLst>
            <pc:docMk/>
            <pc:sldMk cId="4204041239" sldId="587"/>
            <ac:spMk id="5" creationId="{A72BB1B6-FC21-9226-8BA4-60C2992BC781}"/>
          </ac:spMkLst>
        </pc:spChg>
        <pc:picChg chg="add mod">
          <ac:chgData name="Pramod Naik" userId="ceb6df04-ef15-4d9b-a141-998a03559d75" providerId="ADAL" clId="{67BEA762-7B14-4232-B8DE-5CDB9EE15F62}" dt="2025-08-05T18:20:31.170" v="1248" actId="14100"/>
          <ac:picMkLst>
            <pc:docMk/>
            <pc:sldMk cId="4204041239" sldId="587"/>
            <ac:picMk id="4" creationId="{2E04E836-674A-C314-28AC-605B1E14DDC9}"/>
          </ac:picMkLst>
        </pc:picChg>
        <pc:picChg chg="add mod">
          <ac:chgData name="Pramod Naik" userId="ceb6df04-ef15-4d9b-a141-998a03559d75" providerId="ADAL" clId="{67BEA762-7B14-4232-B8DE-5CDB9EE15F62}" dt="2025-08-05T18:21:20.400" v="1264" actId="1076"/>
          <ac:picMkLst>
            <pc:docMk/>
            <pc:sldMk cId="4204041239" sldId="587"/>
            <ac:picMk id="7" creationId="{F5AF9184-C69E-7980-8E33-EC6F0224543B}"/>
          </ac:picMkLst>
        </pc:picChg>
      </pc:sldChg>
      <pc:sldChg chg="addSp delSp modSp add mod ord">
        <pc:chgData name="Pramod Naik" userId="ceb6df04-ef15-4d9b-a141-998a03559d75" providerId="ADAL" clId="{67BEA762-7B14-4232-B8DE-5CDB9EE15F62}" dt="2025-08-05T18:19:09.550" v="1227"/>
        <pc:sldMkLst>
          <pc:docMk/>
          <pc:sldMk cId="1713025208" sldId="588"/>
        </pc:sldMkLst>
        <pc:spChg chg="add">
          <ac:chgData name="Pramod Naik" userId="ceb6df04-ef15-4d9b-a141-998a03559d75" providerId="ADAL" clId="{67BEA762-7B14-4232-B8DE-5CDB9EE15F62}" dt="2025-08-05T18:17:48.530" v="1175"/>
          <ac:spMkLst>
            <pc:docMk/>
            <pc:sldMk cId="1713025208" sldId="588"/>
            <ac:spMk id="2" creationId="{AFA821EE-44DA-B122-3357-C1FD02097667}"/>
          </ac:spMkLst>
        </pc:spChg>
        <pc:spChg chg="add del mod">
          <ac:chgData name="Pramod Naik" userId="ceb6df04-ef15-4d9b-a141-998a03559d75" providerId="ADAL" clId="{67BEA762-7B14-4232-B8DE-5CDB9EE15F62}" dt="2025-08-05T18:19:03.110" v="1225" actId="403"/>
          <ac:spMkLst>
            <pc:docMk/>
            <pc:sldMk cId="1713025208" sldId="588"/>
            <ac:spMk id="3" creationId="{467DACA7-5B4F-30BC-E823-805B7AFE5884}"/>
          </ac:spMkLst>
        </pc:spChg>
        <pc:spChg chg="add mod">
          <ac:chgData name="Pramod Naik" userId="ceb6df04-ef15-4d9b-a141-998a03559d75" providerId="ADAL" clId="{67BEA762-7B14-4232-B8DE-5CDB9EE15F62}" dt="2025-08-05T18:17:51.114" v="1177"/>
          <ac:spMkLst>
            <pc:docMk/>
            <pc:sldMk cId="1713025208" sldId="588"/>
            <ac:spMk id="4" creationId="{CA229D75-32B0-F904-1DFB-6F7DD98B8F27}"/>
          </ac:spMkLst>
        </pc:spChg>
      </pc:sldChg>
      <pc:sldChg chg="addSp modSp add mod ord">
        <pc:chgData name="Pramod Naik" userId="ceb6df04-ef15-4d9b-a141-998a03559d75" providerId="ADAL" clId="{67BEA762-7B14-4232-B8DE-5CDB9EE15F62}" dt="2025-08-05T18:21:46.826" v="1275" actId="1076"/>
        <pc:sldMkLst>
          <pc:docMk/>
          <pc:sldMk cId="1987991444" sldId="589"/>
        </pc:sldMkLst>
        <pc:spChg chg="mod">
          <ac:chgData name="Pramod Naik" userId="ceb6df04-ef15-4d9b-a141-998a03559d75" providerId="ADAL" clId="{67BEA762-7B14-4232-B8DE-5CDB9EE15F62}" dt="2025-08-05T18:21:38.722" v="1271" actId="5793"/>
          <ac:spMkLst>
            <pc:docMk/>
            <pc:sldMk cId="1987991444" sldId="589"/>
            <ac:spMk id="3" creationId="{DDCE4DDC-E30F-AC27-9F43-16A801338E82}"/>
          </ac:spMkLst>
        </pc:spChg>
        <pc:picChg chg="add mod">
          <ac:chgData name="Pramod Naik" userId="ceb6df04-ef15-4d9b-a141-998a03559d75" providerId="ADAL" clId="{67BEA762-7B14-4232-B8DE-5CDB9EE15F62}" dt="2025-08-05T18:21:46.826" v="1275" actId="1076"/>
          <ac:picMkLst>
            <pc:docMk/>
            <pc:sldMk cId="1987991444" sldId="589"/>
            <ac:picMk id="4" creationId="{34CC8E06-8F36-DA59-9261-B7CA1203C0D7}"/>
          </ac:picMkLst>
        </pc:picChg>
      </pc:sldChg>
      <pc:sldChg chg="addSp delSp modSp add mod ord setBg">
        <pc:chgData name="Pramod Naik" userId="ceb6df04-ef15-4d9b-a141-998a03559d75" providerId="ADAL" clId="{67BEA762-7B14-4232-B8DE-5CDB9EE15F62}" dt="2025-08-05T18:24:16.723" v="1323" actId="1076"/>
        <pc:sldMkLst>
          <pc:docMk/>
          <pc:sldMk cId="781281384" sldId="590"/>
        </pc:sldMkLst>
        <pc:spChg chg="mod">
          <ac:chgData name="Pramod Naik" userId="ceb6df04-ef15-4d9b-a141-998a03559d75" providerId="ADAL" clId="{67BEA762-7B14-4232-B8DE-5CDB9EE15F62}" dt="2025-08-05T18:24:16.723" v="1323" actId="1076"/>
          <ac:spMkLst>
            <pc:docMk/>
            <pc:sldMk cId="781281384" sldId="590"/>
            <ac:spMk id="3" creationId="{EDC23713-20E5-7842-0889-305E2250B971}"/>
          </ac:spMkLst>
        </pc:spChg>
        <pc:spChg chg="add del">
          <ac:chgData name="Pramod Naik" userId="ceb6df04-ef15-4d9b-a141-998a03559d75" providerId="ADAL" clId="{67BEA762-7B14-4232-B8DE-5CDB9EE15F62}" dt="2025-08-05T18:23:56.072" v="1309" actId="26606"/>
          <ac:spMkLst>
            <pc:docMk/>
            <pc:sldMk cId="781281384" sldId="590"/>
            <ac:spMk id="10" creationId="{8427DF8B-AF40-4916-BF81-7B4B1D6A063D}"/>
          </ac:spMkLst>
        </pc:spChg>
        <pc:spChg chg="add del">
          <ac:chgData name="Pramod Naik" userId="ceb6df04-ef15-4d9b-a141-998a03559d75" providerId="ADAL" clId="{67BEA762-7B14-4232-B8DE-5CDB9EE15F62}" dt="2025-08-05T18:23:56.072" v="1309" actId="26606"/>
          <ac:spMkLst>
            <pc:docMk/>
            <pc:sldMk cId="781281384" sldId="590"/>
            <ac:spMk id="12" creationId="{6AE0E191-47BD-46BD-846E-E994713F2C91}"/>
          </ac:spMkLst>
        </pc:spChg>
        <pc:spChg chg="add del">
          <ac:chgData name="Pramod Naik" userId="ceb6df04-ef15-4d9b-a141-998a03559d75" providerId="ADAL" clId="{67BEA762-7B14-4232-B8DE-5CDB9EE15F62}" dt="2025-08-05T18:23:56.072" v="1309" actId="26606"/>
          <ac:spMkLst>
            <pc:docMk/>
            <pc:sldMk cId="781281384" sldId="590"/>
            <ac:spMk id="14" creationId="{D60DC0FE-B192-4898-9A42-DD3CA1061184}"/>
          </ac:spMkLst>
        </pc:spChg>
        <pc:grpChg chg="add del">
          <ac:chgData name="Pramod Naik" userId="ceb6df04-ef15-4d9b-a141-998a03559d75" providerId="ADAL" clId="{67BEA762-7B14-4232-B8DE-5CDB9EE15F62}" dt="2025-08-05T18:23:56.072" v="1309" actId="26606"/>
          <ac:grpSpMkLst>
            <pc:docMk/>
            <pc:sldMk cId="781281384" sldId="590"/>
            <ac:grpSpMk id="16" creationId="{47154ABD-A760-4C29-A394-422706C2C032}"/>
          </ac:grpSpMkLst>
        </pc:grpChg>
        <pc:picChg chg="add del">
          <ac:chgData name="Pramod Naik" userId="ceb6df04-ef15-4d9b-a141-998a03559d75" providerId="ADAL" clId="{67BEA762-7B14-4232-B8DE-5CDB9EE15F62}" dt="2025-08-05T18:23:56.072" v="1309" actId="26606"/>
          <ac:picMkLst>
            <pc:docMk/>
            <pc:sldMk cId="781281384" sldId="590"/>
            <ac:picMk id="7" creationId="{C7EAE77A-04E2-E851-9DC6-88F8B6B7488B}"/>
          </ac:picMkLst>
        </pc:picChg>
      </pc:sldChg>
      <pc:sldChg chg="addSp delSp modSp add mod ord">
        <pc:chgData name="Pramod Naik" userId="ceb6df04-ef15-4d9b-a141-998a03559d75" providerId="ADAL" clId="{67BEA762-7B14-4232-B8DE-5CDB9EE15F62}" dt="2025-08-05T18:25:00.276" v="1338" actId="207"/>
        <pc:sldMkLst>
          <pc:docMk/>
          <pc:sldMk cId="188140284" sldId="591"/>
        </pc:sldMkLst>
        <pc:spChg chg="add mod">
          <ac:chgData name="Pramod Naik" userId="ceb6df04-ef15-4d9b-a141-998a03559d75" providerId="ADAL" clId="{67BEA762-7B14-4232-B8DE-5CDB9EE15F62}" dt="2025-08-05T18:24:27.120" v="1327"/>
          <ac:spMkLst>
            <pc:docMk/>
            <pc:sldMk cId="188140284" sldId="591"/>
            <ac:spMk id="2" creationId="{84C9C896-4550-2FDB-8AB6-8C25EA3AD109}"/>
          </ac:spMkLst>
        </pc:spChg>
        <pc:spChg chg="add del mod">
          <ac:chgData name="Pramod Naik" userId="ceb6df04-ef15-4d9b-a141-998a03559d75" providerId="ADAL" clId="{67BEA762-7B14-4232-B8DE-5CDB9EE15F62}" dt="2025-08-05T18:25:00.276" v="1338" actId="207"/>
          <ac:spMkLst>
            <pc:docMk/>
            <pc:sldMk cId="188140284" sldId="591"/>
            <ac:spMk id="3" creationId="{0D8FB317-2F4F-099B-2FD1-F5E8CCC8AB9B}"/>
          </ac:spMkLst>
        </pc:spChg>
      </pc:sldChg>
      <pc:sldChg chg="add del ord">
        <pc:chgData name="Pramod Naik" userId="ceb6df04-ef15-4d9b-a141-998a03559d75" providerId="ADAL" clId="{67BEA762-7B14-4232-B8DE-5CDB9EE15F62}" dt="2025-08-05T18:26:51.074" v="1385" actId="47"/>
        <pc:sldMkLst>
          <pc:docMk/>
          <pc:sldMk cId="2632069176" sldId="592"/>
        </pc:sldMkLst>
      </pc:sldChg>
      <pc:sldChg chg="modSp add mod">
        <pc:chgData name="Pramod Naik" userId="ceb6df04-ef15-4d9b-a141-998a03559d75" providerId="ADAL" clId="{67BEA762-7B14-4232-B8DE-5CDB9EE15F62}" dt="2025-08-05T18:03:58.976" v="932" actId="20577"/>
        <pc:sldMkLst>
          <pc:docMk/>
          <pc:sldMk cId="2247688424" sldId="844"/>
        </pc:sldMkLst>
        <pc:spChg chg="mod">
          <ac:chgData name="Pramod Naik" userId="ceb6df04-ef15-4d9b-a141-998a03559d75" providerId="ADAL" clId="{67BEA762-7B14-4232-B8DE-5CDB9EE15F62}" dt="2025-08-05T18:03:58.976" v="932" actId="20577"/>
          <ac:spMkLst>
            <pc:docMk/>
            <pc:sldMk cId="2247688424" sldId="844"/>
            <ac:spMk id="3" creationId="{4E81625D-42B9-BDF2-451D-A018FA95AF9E}"/>
          </ac:spMkLst>
        </pc:spChg>
      </pc:sldChg>
      <pc:sldChg chg="modSp add mod ord">
        <pc:chgData name="Pramod Naik" userId="ceb6df04-ef15-4d9b-a141-998a03559d75" providerId="ADAL" clId="{67BEA762-7B14-4232-B8DE-5CDB9EE15F62}" dt="2025-08-05T18:26:48.592" v="1384"/>
        <pc:sldMkLst>
          <pc:docMk/>
          <pc:sldMk cId="2486432852" sldId="845"/>
        </pc:sldMkLst>
        <pc:spChg chg="mod">
          <ac:chgData name="Pramod Naik" userId="ceb6df04-ef15-4d9b-a141-998a03559d75" providerId="ADAL" clId="{67BEA762-7B14-4232-B8DE-5CDB9EE15F62}" dt="2025-08-05T18:26:44.050" v="1382" actId="14100"/>
          <ac:spMkLst>
            <pc:docMk/>
            <pc:sldMk cId="2486432852" sldId="845"/>
            <ac:spMk id="3" creationId="{2799409A-6EAF-A9F7-9F3D-B32F432DAAFB}"/>
          </ac:spMkLst>
        </pc:spChg>
      </pc:sldChg>
      <pc:sldChg chg="add">
        <pc:chgData name="Pramod Naik" userId="ceb6df04-ef15-4d9b-a141-998a03559d75" providerId="ADAL" clId="{67BEA762-7B14-4232-B8DE-5CDB9EE15F62}" dt="2025-08-05T18:25:06.038" v="1340"/>
        <pc:sldMkLst>
          <pc:docMk/>
          <pc:sldMk cId="341407820" sldId="846"/>
        </pc:sldMkLst>
      </pc:sldChg>
      <pc:sldChg chg="add">
        <pc:chgData name="Pramod Naik" userId="ceb6df04-ef15-4d9b-a141-998a03559d75" providerId="ADAL" clId="{67BEA762-7B14-4232-B8DE-5CDB9EE15F62}" dt="2025-08-05T18:25:06.188" v="1341"/>
        <pc:sldMkLst>
          <pc:docMk/>
          <pc:sldMk cId="2355037597" sldId="847"/>
        </pc:sldMkLst>
      </pc:sldChg>
    </pc:docChg>
  </pc:docChgLst>
  <pc:docChgLst>
    <pc:chgData name="Pramod Naik" userId="ceb6df04-ef15-4d9b-a141-998a03559d75" providerId="ADAL" clId="{A3D4129C-72EA-45F2-AA77-F6ECFB27FD89}"/>
    <pc:docChg chg="modSld">
      <pc:chgData name="Pramod Naik" userId="ceb6df04-ef15-4d9b-a141-998a03559d75" providerId="ADAL" clId="{A3D4129C-72EA-45F2-AA77-F6ECFB27FD89}" dt="2025-07-19T10:57:35.360" v="0" actId="20577"/>
      <pc:docMkLst>
        <pc:docMk/>
      </pc:docMkLst>
      <pc:sldChg chg="modSp mod">
        <pc:chgData name="Pramod Naik" userId="ceb6df04-ef15-4d9b-a141-998a03559d75" providerId="ADAL" clId="{A3D4129C-72EA-45F2-AA77-F6ECFB27FD89}" dt="2025-07-19T10:57:35.360" v="0" actId="20577"/>
        <pc:sldMkLst>
          <pc:docMk/>
          <pc:sldMk cId="693359045" sldId="430"/>
        </pc:sldMkLst>
        <pc:spChg chg="mod">
          <ac:chgData name="Pramod Naik" userId="ceb6df04-ef15-4d9b-a141-998a03559d75" providerId="ADAL" clId="{A3D4129C-72EA-45F2-AA77-F6ECFB27FD89}" dt="2025-07-19T10:57:35.360" v="0" actId="20577"/>
          <ac:spMkLst>
            <pc:docMk/>
            <pc:sldMk cId="693359045" sldId="430"/>
            <ac:spMk id="3" creationId="{4F086CB9-AB03-31C2-A35E-EFD91E1BB16B}"/>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532AF1-4615-4667-912A-829B12F8C4D2}" type="datetimeFigureOut">
              <a:rPr lang="en-IN" smtClean="0"/>
              <a:t>05-08-2025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638A8E6-D4B7-4286-B37C-5D755B8E2CFC}" type="slidenum">
              <a:rPr lang="en-IN" smtClean="0"/>
              <a:t>‹#›</a:t>
            </a:fld>
            <a:endParaRPr lang="en-IN"/>
          </a:p>
        </p:txBody>
      </p:sp>
    </p:spTree>
    <p:extLst>
      <p:ext uri="{BB962C8B-B14F-4D97-AF65-F5344CB8AC3E}">
        <p14:creationId xmlns:p14="http://schemas.microsoft.com/office/powerpoint/2010/main" val="16964858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058BF-C5E1-4B52-BD8A-FD1AD5779347}"/>
              </a:ext>
            </a:extLst>
          </p:cNvPr>
          <p:cNvSpPr>
            <a:spLocks noGrp="1"/>
          </p:cNvSpPr>
          <p:nvPr>
            <p:ph type="ctrTitle"/>
          </p:nvPr>
        </p:nvSpPr>
        <p:spPr>
          <a:xfrm>
            <a:off x="1524000" y="1122363"/>
            <a:ext cx="9144000" cy="2387600"/>
          </a:xfrm>
        </p:spPr>
        <p:txBody>
          <a:bodyPr anchor="b"/>
          <a:lstStyle>
            <a:lvl1pPr algn="ctr">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DFCD51F7-3CC3-4BB7-8291-B1789482E86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FD320447-D6C7-43E1-AE88-1FB66CC9C55E}"/>
              </a:ext>
            </a:extLst>
          </p:cNvPr>
          <p:cNvSpPr>
            <a:spLocks noGrp="1"/>
          </p:cNvSpPr>
          <p:nvPr>
            <p:ph type="dt" sz="half" idx="10"/>
          </p:nvPr>
        </p:nvSpPr>
        <p:spPr/>
        <p:txBody>
          <a:bodyPr/>
          <a:lstStyle/>
          <a:p>
            <a:fld id="{C43A76A3-ADC8-4477-8FC1-B9DD55D84908}" type="datetime1">
              <a:rPr lang="en-US" smtClean="0"/>
              <a:t>8/5/2025</a:t>
            </a:fld>
            <a:endParaRPr lang="en-US" dirty="0"/>
          </a:p>
        </p:txBody>
      </p:sp>
      <p:sp>
        <p:nvSpPr>
          <p:cNvPr id="5" name="Footer Placeholder 4">
            <a:extLst>
              <a:ext uri="{FF2B5EF4-FFF2-40B4-BE49-F238E27FC236}">
                <a16:creationId xmlns:a16="http://schemas.microsoft.com/office/drawing/2014/main" id="{6F5E17B6-E7FC-473A-8D5F-0E6B838EA75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4AF4E0-FDDB-42B9-862C-7BBC501CDAC5}"/>
              </a:ext>
            </a:extLst>
          </p:cNvPr>
          <p:cNvSpPr>
            <a:spLocks noGrp="1"/>
          </p:cNvSpPr>
          <p:nvPr>
            <p:ph type="sldNum" sz="quarter" idx="12"/>
          </p:nvPr>
        </p:nvSpPr>
        <p:spPr/>
        <p:txBody>
          <a:bodyPr/>
          <a:lstStyle/>
          <a:p>
            <a:fld id="{35747434-7036-48DB-A148-6B3D8EE75CDA}" type="slidenum">
              <a:rPr lang="en-US" smtClean="0"/>
              <a:t>‹#›</a:t>
            </a:fld>
            <a:endParaRPr lang="en-US" dirty="0"/>
          </a:p>
        </p:txBody>
      </p:sp>
    </p:spTree>
    <p:extLst>
      <p:ext uri="{BB962C8B-B14F-4D97-AF65-F5344CB8AC3E}">
        <p14:creationId xmlns:p14="http://schemas.microsoft.com/office/powerpoint/2010/main" val="42355230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1736C8-0B4F-4655-A630-0B1D2540B7D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378B888-85E0-4D92-903E-C3FE7E870DE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C648916-250B-4232-BD7D-571FDE79F5E7}"/>
              </a:ext>
            </a:extLst>
          </p:cNvPr>
          <p:cNvSpPr>
            <a:spLocks noGrp="1"/>
          </p:cNvSpPr>
          <p:nvPr>
            <p:ph type="dt" sz="half" idx="10"/>
          </p:nvPr>
        </p:nvSpPr>
        <p:spPr/>
        <p:txBody>
          <a:bodyPr/>
          <a:lstStyle/>
          <a:p>
            <a:fld id="{DE7F49BE-398D-479A-8A7E-5DDBCA61EDCB}" type="datetime1">
              <a:rPr lang="en-US" smtClean="0"/>
              <a:t>8/5/2025</a:t>
            </a:fld>
            <a:endParaRPr lang="en-US" dirty="0"/>
          </a:p>
        </p:txBody>
      </p:sp>
      <p:sp>
        <p:nvSpPr>
          <p:cNvPr id="5" name="Footer Placeholder 4">
            <a:extLst>
              <a:ext uri="{FF2B5EF4-FFF2-40B4-BE49-F238E27FC236}">
                <a16:creationId xmlns:a16="http://schemas.microsoft.com/office/drawing/2014/main" id="{B6A8BFB4-647C-4104-B6D4-3346051C36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E0FA73F-2BE8-4370-AE90-58F4CE51FC51}"/>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30120270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B1446D-9FAC-4157-A41A-51675C8BE929}"/>
              </a:ext>
            </a:extLst>
          </p:cNvPr>
          <p:cNvSpPr>
            <a:spLocks noGrp="1"/>
          </p:cNvSpPr>
          <p:nvPr>
            <p:ph type="title"/>
          </p:nvPr>
        </p:nvSpPr>
        <p:spPr>
          <a:xfrm>
            <a:off x="777240" y="1709738"/>
            <a:ext cx="10570210" cy="2758895"/>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2AF8D4A-8F93-4399-9546-64F286400D24}"/>
              </a:ext>
            </a:extLst>
          </p:cNvPr>
          <p:cNvSpPr>
            <a:spLocks noGrp="1"/>
          </p:cNvSpPr>
          <p:nvPr>
            <p:ph type="body" idx="1"/>
          </p:nvPr>
        </p:nvSpPr>
        <p:spPr>
          <a:xfrm>
            <a:off x="777240" y="4589463"/>
            <a:ext cx="10570210" cy="1500187"/>
          </a:xfrm>
        </p:spPr>
        <p:txBody>
          <a:bodyPr/>
          <a:lstStyle>
            <a:lvl1pPr marL="0" indent="0">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19C2FD4-BF96-470C-8247-20DFAE1CF870}"/>
              </a:ext>
            </a:extLst>
          </p:cNvPr>
          <p:cNvSpPr>
            <a:spLocks noGrp="1"/>
          </p:cNvSpPr>
          <p:nvPr>
            <p:ph type="dt" sz="half" idx="10"/>
          </p:nvPr>
        </p:nvSpPr>
        <p:spPr/>
        <p:txBody>
          <a:bodyPr/>
          <a:lstStyle/>
          <a:p>
            <a:fld id="{CCD0C193-4974-4A1F-9C63-07D595E30D66}" type="datetime1">
              <a:rPr lang="en-US" smtClean="0"/>
              <a:t>8/5/2025</a:t>
            </a:fld>
            <a:endParaRPr lang="en-US"/>
          </a:p>
        </p:txBody>
      </p:sp>
      <p:sp>
        <p:nvSpPr>
          <p:cNvPr id="5" name="Footer Placeholder 4">
            <a:extLst>
              <a:ext uri="{FF2B5EF4-FFF2-40B4-BE49-F238E27FC236}">
                <a16:creationId xmlns:a16="http://schemas.microsoft.com/office/drawing/2014/main" id="{27175A2D-86C4-4467-BAB8-E9ED004D2C8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E442A4D-D9B2-4C82-95E4-B86F9F5F3802}"/>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12104748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E6B3AA-8C30-429E-B934-AF12204387B9}"/>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915834E-691F-4728-88F5-A0C4696695EB}"/>
              </a:ext>
            </a:extLst>
          </p:cNvPr>
          <p:cNvSpPr>
            <a:spLocks noGrp="1"/>
          </p:cNvSpPr>
          <p:nvPr>
            <p:ph sz="half" idx="1"/>
          </p:nvPr>
        </p:nvSpPr>
        <p:spPr>
          <a:xfrm>
            <a:off x="777240" y="1825625"/>
            <a:ext cx="524256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13876374-880F-4E25-9F88-79E3C1AB1F9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119BD69-B509-4FCE-95A8-ED03FFC8CC3C}"/>
              </a:ext>
            </a:extLst>
          </p:cNvPr>
          <p:cNvSpPr>
            <a:spLocks noGrp="1"/>
          </p:cNvSpPr>
          <p:nvPr>
            <p:ph type="dt" sz="half" idx="10"/>
          </p:nvPr>
        </p:nvSpPr>
        <p:spPr/>
        <p:txBody>
          <a:bodyPr/>
          <a:lstStyle/>
          <a:p>
            <a:fld id="{701AA87F-28D4-4BF0-B81F-877A89DFD5AC}" type="datetime1">
              <a:rPr lang="en-US" smtClean="0"/>
              <a:t>8/5/2025</a:t>
            </a:fld>
            <a:endParaRPr lang="en-US"/>
          </a:p>
        </p:txBody>
      </p:sp>
      <p:sp>
        <p:nvSpPr>
          <p:cNvPr id="6" name="Footer Placeholder 5">
            <a:extLst>
              <a:ext uri="{FF2B5EF4-FFF2-40B4-BE49-F238E27FC236}">
                <a16:creationId xmlns:a16="http://schemas.microsoft.com/office/drawing/2014/main" id="{DB7C287B-AE5B-490B-BF81-A50D7A2E872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43C2246-303C-4A29-B6EA-E62CEDE6C2A1}"/>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24106027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42FE79-D5BE-43E8-B6C5-2675B7F4D818}"/>
              </a:ext>
            </a:extLst>
          </p:cNvPr>
          <p:cNvSpPr>
            <a:spLocks noGrp="1"/>
          </p:cNvSpPr>
          <p:nvPr>
            <p:ph type="title"/>
          </p:nvPr>
        </p:nvSpPr>
        <p:spPr>
          <a:xfrm>
            <a:off x="777240" y="365125"/>
            <a:ext cx="10578148" cy="132556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F69D3A07-BA51-4113-902E-830A887D2394}"/>
              </a:ext>
            </a:extLst>
          </p:cNvPr>
          <p:cNvSpPr>
            <a:spLocks noGrp="1"/>
          </p:cNvSpPr>
          <p:nvPr>
            <p:ph type="body" idx="1"/>
          </p:nvPr>
        </p:nvSpPr>
        <p:spPr>
          <a:xfrm>
            <a:off x="777240" y="1801812"/>
            <a:ext cx="5220335" cy="93503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8E320A9-E274-4E1B-B02D-9A3F510A1F22}"/>
              </a:ext>
            </a:extLst>
          </p:cNvPr>
          <p:cNvSpPr>
            <a:spLocks noGrp="1"/>
          </p:cNvSpPr>
          <p:nvPr>
            <p:ph sz="half" idx="2"/>
          </p:nvPr>
        </p:nvSpPr>
        <p:spPr>
          <a:xfrm>
            <a:off x="777240" y="2825749"/>
            <a:ext cx="5220335" cy="33639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DBE80D3A-C2A8-4B78-B7E2-4908C74B1C43}"/>
              </a:ext>
            </a:extLst>
          </p:cNvPr>
          <p:cNvSpPr>
            <a:spLocks noGrp="1"/>
          </p:cNvSpPr>
          <p:nvPr>
            <p:ph type="body" sz="quarter" idx="3"/>
          </p:nvPr>
        </p:nvSpPr>
        <p:spPr>
          <a:xfrm>
            <a:off x="6172200" y="1801812"/>
            <a:ext cx="5183188" cy="93503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C5D84DD-9460-4B08-86AD-27486A940047}"/>
              </a:ext>
            </a:extLst>
          </p:cNvPr>
          <p:cNvSpPr>
            <a:spLocks noGrp="1"/>
          </p:cNvSpPr>
          <p:nvPr>
            <p:ph sz="quarter" idx="4"/>
          </p:nvPr>
        </p:nvSpPr>
        <p:spPr>
          <a:xfrm>
            <a:off x="6172200" y="2825749"/>
            <a:ext cx="5183188" cy="33639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4B0B7F8-282C-4210-AE7D-F35228BAC803}"/>
              </a:ext>
            </a:extLst>
          </p:cNvPr>
          <p:cNvSpPr>
            <a:spLocks noGrp="1"/>
          </p:cNvSpPr>
          <p:nvPr>
            <p:ph type="dt" sz="half" idx="10"/>
          </p:nvPr>
        </p:nvSpPr>
        <p:spPr/>
        <p:txBody>
          <a:bodyPr/>
          <a:lstStyle/>
          <a:p>
            <a:fld id="{A8A9F1F3-208B-49A3-B337-9C8ACEB3E0E1}" type="datetime1">
              <a:rPr lang="en-US" smtClean="0"/>
              <a:t>8/5/2025</a:t>
            </a:fld>
            <a:endParaRPr lang="en-US"/>
          </a:p>
        </p:txBody>
      </p:sp>
      <p:sp>
        <p:nvSpPr>
          <p:cNvPr id="8" name="Footer Placeholder 7">
            <a:extLst>
              <a:ext uri="{FF2B5EF4-FFF2-40B4-BE49-F238E27FC236}">
                <a16:creationId xmlns:a16="http://schemas.microsoft.com/office/drawing/2014/main" id="{FAE343A9-1067-4DCF-BACC-1F7F3805022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F84E471-04DB-4DB5-8CC5-16B3FC88509D}"/>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3261558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D87C0-272E-4E50-A316-78079B2B923E}"/>
              </a:ext>
            </a:extLst>
          </p:cNvPr>
          <p:cNvSpPr>
            <a:spLocks noGrp="1"/>
          </p:cNvSpPr>
          <p:nvPr>
            <p:ph type="title"/>
          </p:nvPr>
        </p:nvSpPr>
        <p:spPr>
          <a:xfrm>
            <a:off x="777240" y="365125"/>
            <a:ext cx="10659110" cy="1325563"/>
          </a:xfrm>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F906C1C9-1F69-432A-858C-D828B56E1659}"/>
              </a:ext>
            </a:extLst>
          </p:cNvPr>
          <p:cNvSpPr>
            <a:spLocks noGrp="1"/>
          </p:cNvSpPr>
          <p:nvPr>
            <p:ph type="dt" sz="half" idx="10"/>
          </p:nvPr>
        </p:nvSpPr>
        <p:spPr/>
        <p:txBody>
          <a:bodyPr/>
          <a:lstStyle/>
          <a:p>
            <a:fld id="{27AF6CA6-7293-4AA2-A0E0-A3BF4416E786}" type="datetime1">
              <a:rPr lang="en-US" smtClean="0"/>
              <a:t>8/5/2025</a:t>
            </a:fld>
            <a:endParaRPr lang="en-US"/>
          </a:p>
        </p:txBody>
      </p:sp>
      <p:sp>
        <p:nvSpPr>
          <p:cNvPr id="4" name="Footer Placeholder 3">
            <a:extLst>
              <a:ext uri="{FF2B5EF4-FFF2-40B4-BE49-F238E27FC236}">
                <a16:creationId xmlns:a16="http://schemas.microsoft.com/office/drawing/2014/main" id="{BD6D9A1B-D149-4B97-B161-3D7C9ADBCF7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AB3722F-8C88-4E54-8CD6-12D31A05F813}"/>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25397842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0E1B4EE-6DFC-45F3-9174-D913EB57CB9D}"/>
              </a:ext>
            </a:extLst>
          </p:cNvPr>
          <p:cNvSpPr>
            <a:spLocks noGrp="1"/>
          </p:cNvSpPr>
          <p:nvPr>
            <p:ph type="dt" sz="half" idx="10"/>
          </p:nvPr>
        </p:nvSpPr>
        <p:spPr/>
        <p:txBody>
          <a:bodyPr/>
          <a:lstStyle/>
          <a:p>
            <a:fld id="{98D87016-7BCD-46FB-8EE3-AB6C369108B4}" type="datetime1">
              <a:rPr lang="en-US" smtClean="0"/>
              <a:t>8/5/2025</a:t>
            </a:fld>
            <a:endParaRPr lang="en-US"/>
          </a:p>
        </p:txBody>
      </p:sp>
      <p:sp>
        <p:nvSpPr>
          <p:cNvPr id="3" name="Footer Placeholder 2">
            <a:extLst>
              <a:ext uri="{FF2B5EF4-FFF2-40B4-BE49-F238E27FC236}">
                <a16:creationId xmlns:a16="http://schemas.microsoft.com/office/drawing/2014/main" id="{0BF7F7DC-6DDE-4337-AD27-BBE7D542248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CC58EA9-3AC4-421E-B133-1FA7757DF8BA}"/>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27322627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E035BB-74CC-43E9-B71F-A5C05D17EB78}"/>
              </a:ext>
            </a:extLst>
          </p:cNvPr>
          <p:cNvSpPr>
            <a:spLocks noGrp="1"/>
          </p:cNvSpPr>
          <p:nvPr>
            <p:ph type="title"/>
          </p:nvPr>
        </p:nvSpPr>
        <p:spPr>
          <a:xfrm>
            <a:off x="777240" y="457200"/>
            <a:ext cx="3994785" cy="2501900"/>
          </a:xfrm>
        </p:spPr>
        <p:txBody>
          <a:bodyPr anchor="b">
            <a:norm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CAADC9E-7845-4DB1-87E3-6FBFB2B03B8A}"/>
              </a:ext>
            </a:extLst>
          </p:cNvPr>
          <p:cNvSpPr>
            <a:spLocks noGrp="1"/>
          </p:cNvSpPr>
          <p:nvPr>
            <p:ph idx="1"/>
          </p:nvPr>
        </p:nvSpPr>
        <p:spPr>
          <a:xfrm>
            <a:off x="5183188" y="457201"/>
            <a:ext cx="6172200" cy="5403850"/>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75C925A8-2A07-43B9-B549-061F3684986B}"/>
              </a:ext>
            </a:extLst>
          </p:cNvPr>
          <p:cNvSpPr>
            <a:spLocks noGrp="1"/>
          </p:cNvSpPr>
          <p:nvPr>
            <p:ph type="body" sz="half" idx="2"/>
          </p:nvPr>
        </p:nvSpPr>
        <p:spPr>
          <a:xfrm>
            <a:off x="777240" y="3092450"/>
            <a:ext cx="3994785" cy="2776537"/>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31A9037-0564-43A1-8156-1D9932E1F85F}"/>
              </a:ext>
            </a:extLst>
          </p:cNvPr>
          <p:cNvSpPr>
            <a:spLocks noGrp="1"/>
          </p:cNvSpPr>
          <p:nvPr>
            <p:ph type="dt" sz="half" idx="10"/>
          </p:nvPr>
        </p:nvSpPr>
        <p:spPr/>
        <p:txBody>
          <a:bodyPr/>
          <a:lstStyle/>
          <a:p>
            <a:fld id="{A1547011-1FFC-4EF8-9A2E-53B4AD2ADBD4}" type="datetime1">
              <a:rPr lang="en-US" smtClean="0"/>
              <a:t>8/5/2025</a:t>
            </a:fld>
            <a:endParaRPr lang="en-US"/>
          </a:p>
        </p:txBody>
      </p:sp>
      <p:sp>
        <p:nvSpPr>
          <p:cNvPr id="6" name="Footer Placeholder 5">
            <a:extLst>
              <a:ext uri="{FF2B5EF4-FFF2-40B4-BE49-F238E27FC236}">
                <a16:creationId xmlns:a16="http://schemas.microsoft.com/office/drawing/2014/main" id="{CBFF0D40-D0E1-49C9-BE47-91BBC50AB2B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4D129BD-890D-412E-9805-D29F4A0D3622}"/>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6895230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78ADB4-BA7B-42C2-9C6C-58B2763F8617}"/>
              </a:ext>
            </a:extLst>
          </p:cNvPr>
          <p:cNvSpPr>
            <a:spLocks noGrp="1"/>
          </p:cNvSpPr>
          <p:nvPr>
            <p:ph type="title"/>
          </p:nvPr>
        </p:nvSpPr>
        <p:spPr>
          <a:xfrm>
            <a:off x="777240" y="457200"/>
            <a:ext cx="3994785" cy="2505456"/>
          </a:xfrm>
        </p:spPr>
        <p:txBody>
          <a:bodyPr anchor="b"/>
          <a:lstStyle>
            <a:lvl1pPr>
              <a:defRPr sz="40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E9519B58-B546-4E6B-BE00-3D1D64DA8699}"/>
              </a:ext>
            </a:extLst>
          </p:cNvPr>
          <p:cNvSpPr>
            <a:spLocks noGrp="1"/>
          </p:cNvSpPr>
          <p:nvPr>
            <p:ph type="pic" idx="1"/>
          </p:nvPr>
        </p:nvSpPr>
        <p:spPr>
          <a:xfrm>
            <a:off x="5183188" y="457201"/>
            <a:ext cx="6172200" cy="54038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3FAA0AB8-41A9-4548-9B83-3EFF79A00793}"/>
              </a:ext>
            </a:extLst>
          </p:cNvPr>
          <p:cNvSpPr>
            <a:spLocks noGrp="1"/>
          </p:cNvSpPr>
          <p:nvPr>
            <p:ph type="body" sz="half" idx="2"/>
          </p:nvPr>
        </p:nvSpPr>
        <p:spPr>
          <a:xfrm>
            <a:off x="777240" y="3081275"/>
            <a:ext cx="3994785" cy="2779776"/>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3BB33ED-A015-4992-A004-33D41CFFADA1}"/>
              </a:ext>
            </a:extLst>
          </p:cNvPr>
          <p:cNvSpPr>
            <a:spLocks noGrp="1"/>
          </p:cNvSpPr>
          <p:nvPr>
            <p:ph type="dt" sz="half" idx="10"/>
          </p:nvPr>
        </p:nvSpPr>
        <p:spPr/>
        <p:txBody>
          <a:bodyPr/>
          <a:lstStyle/>
          <a:p>
            <a:fld id="{9562EB47-45B4-4EF5-A743-B4885DD2F060}" type="datetime1">
              <a:rPr lang="en-US" smtClean="0"/>
              <a:t>8/5/2025</a:t>
            </a:fld>
            <a:endParaRPr lang="en-US"/>
          </a:p>
        </p:txBody>
      </p:sp>
      <p:sp>
        <p:nvSpPr>
          <p:cNvPr id="6" name="Footer Placeholder 5">
            <a:extLst>
              <a:ext uri="{FF2B5EF4-FFF2-40B4-BE49-F238E27FC236}">
                <a16:creationId xmlns:a16="http://schemas.microsoft.com/office/drawing/2014/main" id="{D3C29CDA-E85F-47D1-83B7-02A50DEBFD3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49625F-5352-4136-8AC4-F8899D00A1A9}"/>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31613301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8E922F-6166-4009-A42D-027DC718071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F7791CF-167D-446D-9F99-6976C986E2F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83CA422-E040-4DE1-9DA5-C8D37C116A7B}"/>
              </a:ext>
            </a:extLst>
          </p:cNvPr>
          <p:cNvSpPr>
            <a:spLocks noGrp="1"/>
          </p:cNvSpPr>
          <p:nvPr>
            <p:ph type="dt" sz="half" idx="10"/>
          </p:nvPr>
        </p:nvSpPr>
        <p:spPr/>
        <p:txBody>
          <a:bodyPr/>
          <a:lstStyle/>
          <a:p>
            <a:fld id="{D6762538-DC4D-4667-96E5-B3278DDF8B12}" type="datetime1">
              <a:rPr lang="en-US" smtClean="0"/>
              <a:t>8/5/2025</a:t>
            </a:fld>
            <a:endParaRPr lang="en-US"/>
          </a:p>
        </p:txBody>
      </p:sp>
      <p:sp>
        <p:nvSpPr>
          <p:cNvPr id="5" name="Footer Placeholder 4">
            <a:extLst>
              <a:ext uri="{FF2B5EF4-FFF2-40B4-BE49-F238E27FC236}">
                <a16:creationId xmlns:a16="http://schemas.microsoft.com/office/drawing/2014/main" id="{6C813B0B-60E7-494E-91CB-055BC26906B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48C554-7C1B-4D8F-9B6B-04492656904B}"/>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40000357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EC66EF0-6ED8-49A7-BDAD-E20A143FAEA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0FCE9CD-90A9-44BA-B293-0662E077DDE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857DAE0-05C4-460B-B96D-BD183ED030C4}"/>
              </a:ext>
            </a:extLst>
          </p:cNvPr>
          <p:cNvSpPr>
            <a:spLocks noGrp="1"/>
          </p:cNvSpPr>
          <p:nvPr>
            <p:ph type="dt" sz="half" idx="10"/>
          </p:nvPr>
        </p:nvSpPr>
        <p:spPr/>
        <p:txBody>
          <a:bodyPr/>
          <a:lstStyle/>
          <a:p>
            <a:fld id="{05880548-5C08-4BE3-B63E-F2BB63B0B00C}" type="datetime1">
              <a:rPr lang="en-US" smtClean="0"/>
              <a:t>8/5/2025</a:t>
            </a:fld>
            <a:endParaRPr lang="en-US"/>
          </a:p>
        </p:txBody>
      </p:sp>
      <p:sp>
        <p:nvSpPr>
          <p:cNvPr id="5" name="Footer Placeholder 4">
            <a:extLst>
              <a:ext uri="{FF2B5EF4-FFF2-40B4-BE49-F238E27FC236}">
                <a16:creationId xmlns:a16="http://schemas.microsoft.com/office/drawing/2014/main" id="{33B3CA93-55C9-4AA3-89A0-55490F745B1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BFD820-FF26-4325-816F-310C30F80ACC}"/>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26385991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99B5B3C5-A599-465B-B2B9-866E8B2087CE}"/>
              </a:ext>
            </a:extLst>
          </p:cNvPr>
          <p:cNvSpPr/>
          <p:nvPr/>
        </p:nvSpPr>
        <p:spPr>
          <a:xfrm>
            <a:off x="-1" y="-1"/>
            <a:ext cx="12192001"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Rectangle 40">
            <a:extLst>
              <a:ext uri="{FF2B5EF4-FFF2-40B4-BE49-F238E27FC236}">
                <a16:creationId xmlns:a16="http://schemas.microsoft.com/office/drawing/2014/main" id="{25C84982-7DD0-43B1-8A2D-BFA4DF1B4E60}"/>
              </a:ext>
            </a:extLst>
          </p:cNvPr>
          <p:cNvSpPr/>
          <p:nvPr/>
        </p:nvSpPr>
        <p:spPr>
          <a:xfrm>
            <a:off x="-1" y="-1"/>
            <a:ext cx="12192001" cy="685800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bg1"/>
              </a:solidFill>
              <a:latin typeface="+mj-lt"/>
            </a:endParaRPr>
          </a:p>
        </p:txBody>
      </p:sp>
      <p:grpSp>
        <p:nvGrpSpPr>
          <p:cNvPr id="8" name="Decorative Circles">
            <a:extLst>
              <a:ext uri="{FF2B5EF4-FFF2-40B4-BE49-F238E27FC236}">
                <a16:creationId xmlns:a16="http://schemas.microsoft.com/office/drawing/2014/main" id="{1D912E1C-3BBA-42F0-A3EE-FEC382E7230A}"/>
              </a:ext>
            </a:extLst>
          </p:cNvPr>
          <p:cNvGrpSpPr/>
          <p:nvPr/>
        </p:nvGrpSpPr>
        <p:grpSpPr>
          <a:xfrm>
            <a:off x="-1" y="-1"/>
            <a:ext cx="12192001" cy="6858001"/>
            <a:chOff x="-1" y="-1"/>
            <a:chExt cx="12192001" cy="6858001"/>
          </a:xfrm>
        </p:grpSpPr>
        <p:sp>
          <p:nvSpPr>
            <p:cNvPr id="21" name="Oval 20">
              <a:extLst>
                <a:ext uri="{FF2B5EF4-FFF2-40B4-BE49-F238E27FC236}">
                  <a16:creationId xmlns:a16="http://schemas.microsoft.com/office/drawing/2014/main" id="{2FEEAC76-E273-46A8-8F8E-CE59860FE70D}"/>
                </a:ext>
              </a:extLst>
            </p:cNvPr>
            <p:cNvSpPr/>
            <p:nvPr/>
          </p:nvSpPr>
          <p:spPr>
            <a:xfrm>
              <a:off x="209098" y="727602"/>
              <a:ext cx="172408" cy="172408"/>
            </a:xfrm>
            <a:prstGeom prst="ellipse">
              <a:avLst/>
            </a:prstGeom>
            <a:solidFill>
              <a:schemeClr val="accent2">
                <a:lumMod val="40000"/>
                <a:lumOff val="6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76594A0E-9400-45AD-A431-1DA1C0B28966}"/>
                </a:ext>
              </a:extLst>
            </p:cNvPr>
            <p:cNvSpPr/>
            <p:nvPr/>
          </p:nvSpPr>
          <p:spPr>
            <a:xfrm>
              <a:off x="949947" y="136523"/>
              <a:ext cx="113367" cy="113367"/>
            </a:xfrm>
            <a:prstGeom prst="ellipse">
              <a:avLst/>
            </a:prstGeom>
            <a:solidFill>
              <a:srgbClr val="F39E29">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20916D6C-D32F-42B6-8512-CD5EDB8F2B9B}"/>
                </a:ext>
              </a:extLst>
            </p:cNvPr>
            <p:cNvSpPr/>
            <p:nvPr/>
          </p:nvSpPr>
          <p:spPr>
            <a:xfrm>
              <a:off x="11575290" y="5859047"/>
              <a:ext cx="305780" cy="305780"/>
            </a:xfrm>
            <a:prstGeom prst="ellipse">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3834846D-59C6-40F4-907C-F1A4689B58F1}"/>
                </a:ext>
              </a:extLst>
            </p:cNvPr>
            <p:cNvSpPr/>
            <p:nvPr/>
          </p:nvSpPr>
          <p:spPr>
            <a:xfrm>
              <a:off x="95730" y="1133938"/>
              <a:ext cx="226735" cy="226735"/>
            </a:xfrm>
            <a:prstGeom prst="ellipse">
              <a:avLst/>
            </a:prstGeom>
            <a:solidFill>
              <a:schemeClr val="accent3">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a:extLst>
                <a:ext uri="{FF2B5EF4-FFF2-40B4-BE49-F238E27FC236}">
                  <a16:creationId xmlns:a16="http://schemas.microsoft.com/office/drawing/2014/main" id="{5A257CDF-2E36-4DC7-8EE4-5CD8F8ECAC87}"/>
                </a:ext>
              </a:extLst>
            </p:cNvPr>
            <p:cNvSpPr/>
            <p:nvPr/>
          </p:nvSpPr>
          <p:spPr>
            <a:xfrm>
              <a:off x="11536830" y="554419"/>
              <a:ext cx="382700" cy="382700"/>
            </a:xfrm>
            <a:prstGeom prst="ellipse">
              <a:avLst/>
            </a:prstGeom>
            <a:solidFill>
              <a:schemeClr val="accent2">
                <a:lumMod val="60000"/>
                <a:lumOff val="40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8" name="Oval 47">
              <a:extLst>
                <a:ext uri="{FF2B5EF4-FFF2-40B4-BE49-F238E27FC236}">
                  <a16:creationId xmlns:a16="http://schemas.microsoft.com/office/drawing/2014/main" id="{D5B26E0E-A115-4AE2-82D8-76BB93CC494F}"/>
                </a:ext>
              </a:extLst>
            </p:cNvPr>
            <p:cNvSpPr/>
            <p:nvPr/>
          </p:nvSpPr>
          <p:spPr>
            <a:xfrm>
              <a:off x="11224303" y="299808"/>
              <a:ext cx="113367" cy="113367"/>
            </a:xfrm>
            <a:prstGeom prst="ellipse">
              <a:avLst/>
            </a:prstGeom>
            <a:solidFill>
              <a:srgbClr val="F39E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755058DB-7E01-4E95-BF59-983AA1BBB38E}"/>
                </a:ext>
              </a:extLst>
            </p:cNvPr>
            <p:cNvSpPr/>
            <p:nvPr/>
          </p:nvSpPr>
          <p:spPr>
            <a:xfrm>
              <a:off x="11629630" y="5482355"/>
              <a:ext cx="94160" cy="94160"/>
            </a:xfrm>
            <a:prstGeom prst="ellipse">
              <a:avLst/>
            </a:prstGeom>
            <a:solidFill>
              <a:srgbClr val="E3BEBE">
                <a:alpha val="2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A810F7E2-23F3-44D6-B09E-71E556536052}"/>
                </a:ext>
              </a:extLst>
            </p:cNvPr>
            <p:cNvSpPr/>
            <p:nvPr/>
          </p:nvSpPr>
          <p:spPr>
            <a:xfrm>
              <a:off x="10415328" y="6124958"/>
              <a:ext cx="113367" cy="11336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a:extLst>
                <a:ext uri="{FF2B5EF4-FFF2-40B4-BE49-F238E27FC236}">
                  <a16:creationId xmlns:a16="http://schemas.microsoft.com/office/drawing/2014/main" id="{59D5C391-E1DB-410A-A78C-ED3BBDFF0758}"/>
                </a:ext>
              </a:extLst>
            </p:cNvPr>
            <p:cNvSpPr/>
            <p:nvPr/>
          </p:nvSpPr>
          <p:spPr>
            <a:xfrm>
              <a:off x="10120382" y="6255986"/>
              <a:ext cx="305780" cy="305780"/>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3" name="Oval 52">
              <a:extLst>
                <a:ext uri="{FF2B5EF4-FFF2-40B4-BE49-F238E27FC236}">
                  <a16:creationId xmlns:a16="http://schemas.microsoft.com/office/drawing/2014/main" id="{77C4944D-9373-4283-BCAA-927A0316659E}"/>
                </a:ext>
              </a:extLst>
            </p:cNvPr>
            <p:cNvSpPr/>
            <p:nvPr/>
          </p:nvSpPr>
          <p:spPr>
            <a:xfrm>
              <a:off x="9934343" y="6204350"/>
              <a:ext cx="113367" cy="113367"/>
            </a:xfrm>
            <a:prstGeom prst="ellipse">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Freeform: Shape 53">
              <a:extLst>
                <a:ext uri="{FF2B5EF4-FFF2-40B4-BE49-F238E27FC236}">
                  <a16:creationId xmlns:a16="http://schemas.microsoft.com/office/drawing/2014/main" id="{6804C521-2D9F-4CE4-AFD3-D4F1551FEC6A}"/>
                </a:ext>
              </a:extLst>
            </p:cNvPr>
            <p:cNvSpPr/>
            <p:nvPr/>
          </p:nvSpPr>
          <p:spPr>
            <a:xfrm>
              <a:off x="11642244" y="6317718"/>
              <a:ext cx="549756" cy="540282"/>
            </a:xfrm>
            <a:custGeom>
              <a:avLst/>
              <a:gdLst>
                <a:gd name="connsiteX0" fmla="*/ 1224540 w 2115556"/>
                <a:gd name="connsiteY0" fmla="*/ 0 h 2079100"/>
                <a:gd name="connsiteX1" fmla="*/ 2090421 w 2115556"/>
                <a:gd name="connsiteY1" fmla="*/ 358660 h 2079100"/>
                <a:gd name="connsiteX2" fmla="*/ 2115556 w 2115556"/>
                <a:gd name="connsiteY2" fmla="*/ 386315 h 2079100"/>
                <a:gd name="connsiteX3" fmla="*/ 2115556 w 2115556"/>
                <a:gd name="connsiteY3" fmla="*/ 2062765 h 2079100"/>
                <a:gd name="connsiteX4" fmla="*/ 2100710 w 2115556"/>
                <a:gd name="connsiteY4" fmla="*/ 2079100 h 2079100"/>
                <a:gd name="connsiteX5" fmla="*/ 348370 w 2115556"/>
                <a:gd name="connsiteY5" fmla="*/ 2079100 h 2079100"/>
                <a:gd name="connsiteX6" fmla="*/ 279625 w 2115556"/>
                <a:gd name="connsiteY6" fmla="*/ 2003461 h 2079100"/>
                <a:gd name="connsiteX7" fmla="*/ 0 w 2115556"/>
                <a:gd name="connsiteY7" fmla="*/ 1224540 h 2079100"/>
                <a:gd name="connsiteX8" fmla="*/ 1224540 w 2115556"/>
                <a:gd name="connsiteY8" fmla="*/ 0 h 2079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15556" h="2079100">
                  <a:moveTo>
                    <a:pt x="1224540" y="0"/>
                  </a:moveTo>
                  <a:cubicBezTo>
                    <a:pt x="1562687" y="0"/>
                    <a:pt x="1868823" y="137062"/>
                    <a:pt x="2090421" y="358660"/>
                  </a:cubicBezTo>
                  <a:lnTo>
                    <a:pt x="2115556" y="386315"/>
                  </a:lnTo>
                  <a:lnTo>
                    <a:pt x="2115556" y="2062765"/>
                  </a:lnTo>
                  <a:lnTo>
                    <a:pt x="2100710" y="2079100"/>
                  </a:lnTo>
                  <a:lnTo>
                    <a:pt x="348370" y="2079100"/>
                  </a:lnTo>
                  <a:lnTo>
                    <a:pt x="279625" y="2003461"/>
                  </a:lnTo>
                  <a:cubicBezTo>
                    <a:pt x="104938" y="1791789"/>
                    <a:pt x="0" y="1520419"/>
                    <a:pt x="0" y="1224540"/>
                  </a:cubicBezTo>
                  <a:cubicBezTo>
                    <a:pt x="0" y="548245"/>
                    <a:pt x="548245" y="0"/>
                    <a:pt x="1224540" y="0"/>
                  </a:cubicBez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dirty="0">
                <a:solidFill>
                  <a:schemeClr val="bg1"/>
                </a:solidFill>
                <a:latin typeface="+mj-lt"/>
              </a:endParaRPr>
            </a:p>
          </p:txBody>
        </p:sp>
        <p:sp>
          <p:nvSpPr>
            <p:cNvPr id="56" name="Freeform: Shape 55">
              <a:extLst>
                <a:ext uri="{FF2B5EF4-FFF2-40B4-BE49-F238E27FC236}">
                  <a16:creationId xmlns:a16="http://schemas.microsoft.com/office/drawing/2014/main" id="{755AC65C-13EF-4182-AA3C-62BE165CC033}"/>
                </a:ext>
              </a:extLst>
            </p:cNvPr>
            <p:cNvSpPr/>
            <p:nvPr/>
          </p:nvSpPr>
          <p:spPr>
            <a:xfrm>
              <a:off x="-1" y="-1"/>
              <a:ext cx="510196" cy="538336"/>
            </a:xfrm>
            <a:custGeom>
              <a:avLst/>
              <a:gdLst>
                <a:gd name="connsiteX0" fmla="*/ 0 w 510196"/>
                <a:gd name="connsiteY0" fmla="*/ 0 h 538336"/>
                <a:gd name="connsiteX1" fmla="*/ 459276 w 510196"/>
                <a:gd name="connsiteY1" fmla="*/ 0 h 538336"/>
                <a:gd name="connsiteX2" fmla="*/ 482126 w 510196"/>
                <a:gd name="connsiteY2" fmla="*/ 42098 h 538336"/>
                <a:gd name="connsiteX3" fmla="*/ 510196 w 510196"/>
                <a:gd name="connsiteY3" fmla="*/ 181136 h 538336"/>
                <a:gd name="connsiteX4" fmla="*/ 152996 w 510196"/>
                <a:gd name="connsiteY4" fmla="*/ 538336 h 538336"/>
                <a:gd name="connsiteX5" fmla="*/ 13958 w 510196"/>
                <a:gd name="connsiteY5" fmla="*/ 510266 h 538336"/>
                <a:gd name="connsiteX6" fmla="*/ 0 w 510196"/>
                <a:gd name="connsiteY6" fmla="*/ 502690 h 538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10196" h="538336">
                  <a:moveTo>
                    <a:pt x="0" y="0"/>
                  </a:moveTo>
                  <a:lnTo>
                    <a:pt x="459276" y="0"/>
                  </a:lnTo>
                  <a:lnTo>
                    <a:pt x="482126" y="42098"/>
                  </a:lnTo>
                  <a:cubicBezTo>
                    <a:pt x="500201" y="84833"/>
                    <a:pt x="510196" y="131817"/>
                    <a:pt x="510196" y="181136"/>
                  </a:cubicBezTo>
                  <a:cubicBezTo>
                    <a:pt x="510196" y="378412"/>
                    <a:pt x="350272" y="538336"/>
                    <a:pt x="152996" y="538336"/>
                  </a:cubicBezTo>
                  <a:cubicBezTo>
                    <a:pt x="103677" y="538336"/>
                    <a:pt x="56693" y="528341"/>
                    <a:pt x="13958" y="510266"/>
                  </a:cubicBezTo>
                  <a:lnTo>
                    <a:pt x="0" y="502690"/>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dirty="0">
                <a:solidFill>
                  <a:schemeClr val="bg1"/>
                </a:solidFill>
                <a:latin typeface="+mj-lt"/>
              </a:endParaRPr>
            </a:p>
          </p:txBody>
        </p:sp>
        <p:sp>
          <p:nvSpPr>
            <p:cNvPr id="58" name="Freeform: Shape 57">
              <a:extLst>
                <a:ext uri="{FF2B5EF4-FFF2-40B4-BE49-F238E27FC236}">
                  <a16:creationId xmlns:a16="http://schemas.microsoft.com/office/drawing/2014/main" id="{E40DA8D2-FA4B-4282-9D44-48C27B63A153}"/>
                </a:ext>
              </a:extLst>
            </p:cNvPr>
            <p:cNvSpPr/>
            <p:nvPr/>
          </p:nvSpPr>
          <p:spPr>
            <a:xfrm>
              <a:off x="10528695" y="1"/>
              <a:ext cx="554074" cy="282754"/>
            </a:xfrm>
            <a:custGeom>
              <a:avLst/>
              <a:gdLst>
                <a:gd name="connsiteX0" fmla="*/ 644 w 309162"/>
                <a:gd name="connsiteY0" fmla="*/ 0 h 157771"/>
                <a:gd name="connsiteX1" fmla="*/ 308518 w 309162"/>
                <a:gd name="connsiteY1" fmla="*/ 0 h 157771"/>
                <a:gd name="connsiteX2" fmla="*/ 309162 w 309162"/>
                <a:gd name="connsiteY2" fmla="*/ 3190 h 157771"/>
                <a:gd name="connsiteX3" fmla="*/ 154581 w 309162"/>
                <a:gd name="connsiteY3" fmla="*/ 157771 h 157771"/>
                <a:gd name="connsiteX4" fmla="*/ 0 w 309162"/>
                <a:gd name="connsiteY4" fmla="*/ 3190 h 157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162" h="157771">
                  <a:moveTo>
                    <a:pt x="644" y="0"/>
                  </a:moveTo>
                  <a:lnTo>
                    <a:pt x="308518" y="0"/>
                  </a:lnTo>
                  <a:lnTo>
                    <a:pt x="309162" y="3190"/>
                  </a:lnTo>
                  <a:cubicBezTo>
                    <a:pt x="309162" y="88563"/>
                    <a:pt x="239954" y="157771"/>
                    <a:pt x="154581" y="157771"/>
                  </a:cubicBezTo>
                  <a:cubicBezTo>
                    <a:pt x="69208" y="157771"/>
                    <a:pt x="0" y="88563"/>
                    <a:pt x="0" y="3190"/>
                  </a:cubicBezTo>
                  <a:close/>
                </a:path>
              </a:pathLst>
            </a:cu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dirty="0">
                <a:solidFill>
                  <a:schemeClr val="bg1"/>
                </a:solidFill>
                <a:latin typeface="+mj-lt"/>
              </a:endParaRPr>
            </a:p>
          </p:txBody>
        </p:sp>
        <p:sp>
          <p:nvSpPr>
            <p:cNvPr id="10" name="Oval 9">
              <a:extLst>
                <a:ext uri="{FF2B5EF4-FFF2-40B4-BE49-F238E27FC236}">
                  <a16:creationId xmlns:a16="http://schemas.microsoft.com/office/drawing/2014/main" id="{99065014-CB18-414D-A527-31ECC45700AB}"/>
                </a:ext>
              </a:extLst>
            </p:cNvPr>
            <p:cNvSpPr/>
            <p:nvPr/>
          </p:nvSpPr>
          <p:spPr>
            <a:xfrm>
              <a:off x="504140" y="1132500"/>
              <a:ext cx="84680" cy="8468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61" name="Freeform: Shape 60">
              <a:extLst>
                <a:ext uri="{FF2B5EF4-FFF2-40B4-BE49-F238E27FC236}">
                  <a16:creationId xmlns:a16="http://schemas.microsoft.com/office/drawing/2014/main" id="{8F39E27A-56C1-4328-8DF1-2DA147C78483}"/>
                </a:ext>
              </a:extLst>
            </p:cNvPr>
            <p:cNvSpPr/>
            <p:nvPr/>
          </p:nvSpPr>
          <p:spPr>
            <a:xfrm>
              <a:off x="12051348" y="5576515"/>
              <a:ext cx="137603" cy="210490"/>
            </a:xfrm>
            <a:custGeom>
              <a:avLst/>
              <a:gdLst>
                <a:gd name="connsiteX0" fmla="*/ 105245 w 137603"/>
                <a:gd name="connsiteY0" fmla="*/ 0 h 210490"/>
                <a:gd name="connsiteX1" fmla="*/ 137603 w 137603"/>
                <a:gd name="connsiteY1" fmla="*/ 6533 h 210490"/>
                <a:gd name="connsiteX2" fmla="*/ 137603 w 137603"/>
                <a:gd name="connsiteY2" fmla="*/ 203957 h 210490"/>
                <a:gd name="connsiteX3" fmla="*/ 105245 w 137603"/>
                <a:gd name="connsiteY3" fmla="*/ 210490 h 210490"/>
                <a:gd name="connsiteX4" fmla="*/ 0 w 137603"/>
                <a:gd name="connsiteY4" fmla="*/ 105245 h 210490"/>
                <a:gd name="connsiteX5" fmla="*/ 105245 w 137603"/>
                <a:gd name="connsiteY5" fmla="*/ 0 h 210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7603" h="210490">
                  <a:moveTo>
                    <a:pt x="105245" y="0"/>
                  </a:moveTo>
                  <a:lnTo>
                    <a:pt x="137603" y="6533"/>
                  </a:lnTo>
                  <a:lnTo>
                    <a:pt x="137603" y="203957"/>
                  </a:lnTo>
                  <a:lnTo>
                    <a:pt x="105245" y="210490"/>
                  </a:lnTo>
                  <a:cubicBezTo>
                    <a:pt x="47120" y="210490"/>
                    <a:pt x="0" y="163370"/>
                    <a:pt x="0" y="105245"/>
                  </a:cubicBezTo>
                  <a:cubicBezTo>
                    <a:pt x="0" y="47120"/>
                    <a:pt x="47120" y="0"/>
                    <a:pt x="105245" y="0"/>
                  </a:cubicBezTo>
                  <a:close/>
                </a:path>
              </a:pathLst>
            </a:cu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dirty="0">
                <a:solidFill>
                  <a:schemeClr val="bg1"/>
                </a:solidFill>
                <a:latin typeface="+mj-lt"/>
              </a:endParaRPr>
            </a:p>
          </p:txBody>
        </p:sp>
      </p:grpSp>
      <p:sp>
        <p:nvSpPr>
          <p:cNvPr id="4" name="Date Placeholder 3">
            <a:extLst>
              <a:ext uri="{FF2B5EF4-FFF2-40B4-BE49-F238E27FC236}">
                <a16:creationId xmlns:a16="http://schemas.microsoft.com/office/drawing/2014/main" id="{442C5EC6-E331-4312-AC12-56D55F7D2B15}"/>
              </a:ext>
            </a:extLst>
          </p:cNvPr>
          <p:cNvSpPr>
            <a:spLocks noGrp="1"/>
          </p:cNvSpPr>
          <p:nvPr>
            <p:ph type="dt" sz="half" idx="2"/>
          </p:nvPr>
        </p:nvSpPr>
        <p:spPr>
          <a:xfrm>
            <a:off x="777240" y="6488268"/>
            <a:ext cx="2743200" cy="233209"/>
          </a:xfrm>
          <a:prstGeom prst="rect">
            <a:avLst/>
          </a:prstGeom>
        </p:spPr>
        <p:txBody>
          <a:bodyPr vert="horz" lIns="91440" tIns="45720" rIns="91440" bIns="45720" rtlCol="0" anchor="ctr"/>
          <a:lstStyle>
            <a:lvl1pPr algn="l">
              <a:defRPr sz="1000">
                <a:solidFill>
                  <a:schemeClr val="tx1">
                    <a:tint val="75000"/>
                  </a:schemeClr>
                </a:solidFill>
              </a:defRPr>
            </a:lvl1pPr>
          </a:lstStyle>
          <a:p>
            <a:fld id="{4A8D24A4-5FEC-4062-8995-EB21925B3B40}" type="datetime1">
              <a:rPr lang="en-US" smtClean="0"/>
              <a:t>8/5/2025</a:t>
            </a:fld>
            <a:endParaRPr lang="en-US" sz="1000" dirty="0"/>
          </a:p>
        </p:txBody>
      </p:sp>
      <p:sp>
        <p:nvSpPr>
          <p:cNvPr id="5" name="Footer Placeholder 4">
            <a:extLst>
              <a:ext uri="{FF2B5EF4-FFF2-40B4-BE49-F238E27FC236}">
                <a16:creationId xmlns:a16="http://schemas.microsoft.com/office/drawing/2014/main" id="{3337FC5D-92B2-4B4D-8111-6EDEF280692A}"/>
              </a:ext>
            </a:extLst>
          </p:cNvPr>
          <p:cNvSpPr>
            <a:spLocks noGrp="1"/>
          </p:cNvSpPr>
          <p:nvPr>
            <p:ph type="ftr" sz="quarter" idx="3"/>
          </p:nvPr>
        </p:nvSpPr>
        <p:spPr>
          <a:xfrm>
            <a:off x="4038600" y="6488268"/>
            <a:ext cx="4114800" cy="233209"/>
          </a:xfrm>
          <a:prstGeom prst="rect">
            <a:avLst/>
          </a:prstGeom>
        </p:spPr>
        <p:txBody>
          <a:bodyPr vert="horz" lIns="91440" tIns="45720" rIns="91440" bIns="45720" rtlCol="0" anchor="ctr"/>
          <a:lstStyle>
            <a:lvl1pPr algn="ctr">
              <a:defRPr sz="1000">
                <a:solidFill>
                  <a:schemeClr val="tx1">
                    <a:tint val="75000"/>
                  </a:schemeClr>
                </a:solidFill>
              </a:defRPr>
            </a:lvl1pPr>
          </a:lstStyle>
          <a:p>
            <a:endParaRPr lang="en-US" sz="1000"/>
          </a:p>
        </p:txBody>
      </p:sp>
      <p:sp>
        <p:nvSpPr>
          <p:cNvPr id="6" name="Slide Number Placeholder 5">
            <a:extLst>
              <a:ext uri="{FF2B5EF4-FFF2-40B4-BE49-F238E27FC236}">
                <a16:creationId xmlns:a16="http://schemas.microsoft.com/office/drawing/2014/main" id="{723A104D-C777-4A6E-8A43-F94028E5E311}"/>
              </a:ext>
            </a:extLst>
          </p:cNvPr>
          <p:cNvSpPr>
            <a:spLocks noGrp="1"/>
          </p:cNvSpPr>
          <p:nvPr>
            <p:ph type="sldNum" sz="quarter" idx="4"/>
          </p:nvPr>
        </p:nvSpPr>
        <p:spPr>
          <a:xfrm>
            <a:off x="8693150" y="6488268"/>
            <a:ext cx="2743200" cy="233209"/>
          </a:xfrm>
          <a:prstGeom prst="rect">
            <a:avLst/>
          </a:prstGeom>
        </p:spPr>
        <p:txBody>
          <a:bodyPr vert="horz" lIns="91440" tIns="45720" rIns="91440" bIns="45720" rtlCol="0" anchor="ctr"/>
          <a:lstStyle>
            <a:lvl1pPr algn="r">
              <a:defRPr sz="1000">
                <a:solidFill>
                  <a:schemeClr val="tx1">
                    <a:tint val="75000"/>
                  </a:schemeClr>
                </a:solidFill>
              </a:defRPr>
            </a:lvl1pPr>
          </a:lstStyle>
          <a:p>
            <a:fld id="{35747434-7036-48DB-A148-6B3D8EE75CDA}" type="slidenum">
              <a:rPr lang="en-US" smtClean="0"/>
              <a:pPr/>
              <a:t>‹#›</a:t>
            </a:fld>
            <a:endParaRPr lang="en-US" sz="1000" dirty="0"/>
          </a:p>
        </p:txBody>
      </p:sp>
      <p:sp>
        <p:nvSpPr>
          <p:cNvPr id="2" name="Title Placeholder 1">
            <a:extLst>
              <a:ext uri="{FF2B5EF4-FFF2-40B4-BE49-F238E27FC236}">
                <a16:creationId xmlns:a16="http://schemas.microsoft.com/office/drawing/2014/main" id="{12D3A74F-6169-4D30-A245-B46D738BEA81}"/>
              </a:ext>
            </a:extLst>
          </p:cNvPr>
          <p:cNvSpPr>
            <a:spLocks noGrp="1"/>
          </p:cNvSpPr>
          <p:nvPr>
            <p:ph type="title"/>
          </p:nvPr>
        </p:nvSpPr>
        <p:spPr>
          <a:xfrm>
            <a:off x="777240" y="365125"/>
            <a:ext cx="1065911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3877E64-7A05-44DA-81FA-6EF4806BBF0E}"/>
              </a:ext>
            </a:extLst>
          </p:cNvPr>
          <p:cNvSpPr>
            <a:spLocks noGrp="1"/>
          </p:cNvSpPr>
          <p:nvPr>
            <p:ph type="body" idx="1"/>
          </p:nvPr>
        </p:nvSpPr>
        <p:spPr>
          <a:xfrm>
            <a:off x="777240" y="1825625"/>
            <a:ext cx="1065911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9" name="Group 8">
            <a:extLst>
              <a:ext uri="{FF2B5EF4-FFF2-40B4-BE49-F238E27FC236}">
                <a16:creationId xmlns:a16="http://schemas.microsoft.com/office/drawing/2014/main" id="{3281849D-54CA-C13E-3D84-DB247AB9A268}"/>
              </a:ext>
            </a:extLst>
          </p:cNvPr>
          <p:cNvGrpSpPr/>
          <p:nvPr userDrawn="1"/>
        </p:nvGrpSpPr>
        <p:grpSpPr>
          <a:xfrm>
            <a:off x="130629" y="6291189"/>
            <a:ext cx="2743201" cy="495445"/>
            <a:chOff x="195943" y="6091967"/>
            <a:chExt cx="3506755" cy="629508"/>
          </a:xfrm>
        </p:grpSpPr>
        <p:sp>
          <p:nvSpPr>
            <p:cNvPr id="11" name="Oval 10">
              <a:extLst>
                <a:ext uri="{FF2B5EF4-FFF2-40B4-BE49-F238E27FC236}">
                  <a16:creationId xmlns:a16="http://schemas.microsoft.com/office/drawing/2014/main" id="{6401CC4C-E0EC-38D2-F7AA-61FC22E4D90D}"/>
                </a:ext>
              </a:extLst>
            </p:cNvPr>
            <p:cNvSpPr/>
            <p:nvPr userDrawn="1"/>
          </p:nvSpPr>
          <p:spPr>
            <a:xfrm>
              <a:off x="195943" y="6091967"/>
              <a:ext cx="642257" cy="629508"/>
            </a:xfrm>
            <a:prstGeom prst="ellipse">
              <a:avLst/>
            </a:prstGeom>
            <a:blipFill dpi="0" rotWithShape="1">
              <a:blip r:embed="rId13">
                <a:extLst>
                  <a:ext uri="{28A0092B-C50C-407E-A947-70E740481C1C}">
                    <a14:useLocalDpi xmlns:a14="http://schemas.microsoft.com/office/drawing/2010/main" val="0"/>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0875BEBF-DA68-8945-6205-DE7DE602B3BD}"/>
                </a:ext>
              </a:extLst>
            </p:cNvPr>
            <p:cNvSpPr txBox="1"/>
            <p:nvPr userDrawn="1"/>
          </p:nvSpPr>
          <p:spPr>
            <a:xfrm>
              <a:off x="838200" y="6163561"/>
              <a:ext cx="2864498" cy="369332"/>
            </a:xfrm>
            <a:prstGeom prst="rect">
              <a:avLst/>
            </a:prstGeom>
            <a:noFill/>
          </p:spPr>
          <p:txBody>
            <a:bodyPr wrap="square" rtlCol="0">
              <a:spAutoFit/>
            </a:bodyPr>
            <a:lstStyle/>
            <a:p>
              <a:r>
                <a:rPr lang="en-US" b="1" dirty="0"/>
                <a:t>PRAMOD NAIK</a:t>
              </a:r>
            </a:p>
          </p:txBody>
        </p:sp>
      </p:grpSp>
    </p:spTree>
    <p:extLst>
      <p:ext uri="{BB962C8B-B14F-4D97-AF65-F5344CB8AC3E}">
        <p14:creationId xmlns:p14="http://schemas.microsoft.com/office/powerpoint/2010/main" val="1202753200"/>
      </p:ext>
    </p:extLst>
  </p:cSld>
  <p:clrMap bg1="lt1" tx1="dk1" bg2="lt2" tx2="dk2" accent1="accent1" accent2="accent2" accent3="accent3" accent4="accent4" accent5="accent5" accent6="accent6" hlink="hlink" folHlink="folHlink"/>
  <p:sldLayoutIdLst>
    <p:sldLayoutId id="2147483705" r:id="rId1"/>
    <p:sldLayoutId id="2147483706" r:id="rId2"/>
    <p:sldLayoutId id="2147483707" r:id="rId3"/>
    <p:sldLayoutId id="2147483708" r:id="rId4"/>
    <p:sldLayoutId id="2147483709" r:id="rId5"/>
    <p:sldLayoutId id="2147483703" r:id="rId6"/>
    <p:sldLayoutId id="2147483699" r:id="rId7"/>
    <p:sldLayoutId id="2147483700" r:id="rId8"/>
    <p:sldLayoutId id="2147483701" r:id="rId9"/>
    <p:sldLayoutId id="2147483702" r:id="rId10"/>
    <p:sldLayoutId id="2147483704" r:id="rId11"/>
  </p:sldLayoutIdLst>
  <p:hf sldNum="0" hdr="0" ftr="0" dt="0"/>
  <p:txStyles>
    <p:titleStyle>
      <a:lvl1pPr algn="l" defTabSz="914400" rtl="0" eaLnBrk="1" latinLnBrk="0" hangingPunct="1">
        <a:lnSpc>
          <a:spcPct val="90000"/>
        </a:lnSpc>
        <a:spcBef>
          <a:spcPct val="0"/>
        </a:spcBef>
        <a:buNone/>
        <a:defRPr sz="5400" kern="120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tx2">
            <a:lumMod val="75000"/>
            <a:lumOff val="25000"/>
          </a:schemeClr>
        </a:buClr>
        <a:buFont typeface="Arial" panose="020B0604020202020204" pitchFamily="34" charset="0"/>
        <a:buChar char="•"/>
        <a:defRPr sz="2000" kern="1200">
          <a:solidFill>
            <a:schemeClr val="tx2"/>
          </a:solidFill>
          <a:latin typeface="+mn-lt"/>
          <a:ea typeface="+mn-ea"/>
          <a:cs typeface="+mn-cs"/>
        </a:defRPr>
      </a:lvl1pPr>
      <a:lvl2pPr marL="6858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800" kern="1200">
          <a:solidFill>
            <a:schemeClr val="tx2"/>
          </a:solidFill>
          <a:latin typeface="+mn-lt"/>
          <a:ea typeface="+mn-ea"/>
          <a:cs typeface="+mn-cs"/>
        </a:defRPr>
      </a:lvl2pPr>
      <a:lvl3pPr marL="11430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600" kern="1200">
          <a:solidFill>
            <a:schemeClr val="tx2"/>
          </a:solidFill>
          <a:latin typeface="+mn-lt"/>
          <a:ea typeface="+mn-ea"/>
          <a:cs typeface="+mn-cs"/>
        </a:defRPr>
      </a:lvl3pPr>
      <a:lvl4pPr marL="16002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400" kern="1200">
          <a:solidFill>
            <a:schemeClr val="tx2"/>
          </a:solidFill>
          <a:latin typeface="+mn-lt"/>
          <a:ea typeface="+mn-ea"/>
          <a:cs typeface="+mn-cs"/>
        </a:defRPr>
      </a:lvl4pPr>
      <a:lvl5pPr marL="20574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16B1A5-EF17-EC4C-28B1-E806CF029FA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F086CB9-AB03-31C2-A35E-EFD91E1BB16B}"/>
              </a:ext>
            </a:extLst>
          </p:cNvPr>
          <p:cNvSpPr>
            <a:spLocks noGrp="1"/>
          </p:cNvSpPr>
          <p:nvPr>
            <p:ph idx="1"/>
          </p:nvPr>
        </p:nvSpPr>
        <p:spPr>
          <a:xfrm>
            <a:off x="743688" y="947057"/>
            <a:ext cx="10900568" cy="5192486"/>
          </a:xfrm>
        </p:spPr>
        <p:txBody>
          <a:bodyPr>
            <a:normAutofit lnSpcReduction="10000"/>
          </a:bodyPr>
          <a:lstStyle/>
          <a:p>
            <a:pPr marL="0" indent="0">
              <a:buNone/>
            </a:pPr>
            <a:r>
              <a:rPr lang="en-US" sz="3200" b="1" dirty="0">
                <a:solidFill>
                  <a:srgbClr val="C00000"/>
                </a:solidFill>
              </a:rPr>
              <a:t>Module-5: </a:t>
            </a:r>
            <a:r>
              <a:rPr lang="en-US" sz="3200" b="1" dirty="0">
                <a:solidFill>
                  <a:schemeClr val="accent3">
                    <a:lumMod val="50000"/>
                  </a:schemeClr>
                </a:solidFill>
              </a:rPr>
              <a:t>Data Analytics and Real-World Applications: </a:t>
            </a:r>
          </a:p>
          <a:p>
            <a:pPr marL="0" indent="0">
              <a:buNone/>
            </a:pPr>
            <a:r>
              <a:rPr lang="en-US" sz="3200" b="1" dirty="0"/>
              <a:t>Exploratory Data Analysis (EDA): </a:t>
            </a:r>
            <a:r>
              <a:rPr lang="en-US" sz="3200" dirty="0"/>
              <a:t>Data visualization techniques, Statistical analysis and hypothesis testing, Identifying patterns and insights from data.  </a:t>
            </a:r>
          </a:p>
          <a:p>
            <a:pPr marL="0" indent="0">
              <a:buNone/>
            </a:pPr>
            <a:r>
              <a:rPr lang="en-US" sz="3200" b="1" dirty="0"/>
              <a:t>Time Series Analysis:  </a:t>
            </a:r>
            <a:r>
              <a:rPr lang="en-US" sz="3200" dirty="0"/>
              <a:t>Introduction to time series data, Time series forecasting using ARIMA and Prophet, Evaluating time series models.  </a:t>
            </a:r>
          </a:p>
          <a:p>
            <a:pPr marL="0" indent="0">
              <a:buNone/>
            </a:pPr>
            <a:r>
              <a:rPr lang="en-US" sz="3200" b="1" dirty="0"/>
              <a:t>Integrating Machine Learning Models: </a:t>
            </a:r>
            <a:r>
              <a:rPr lang="en-US" sz="3200" dirty="0"/>
              <a:t>Deployment of machine learning models, Building web applications with Flask and Django, Case studies on real-world applications of machine    learning.</a:t>
            </a:r>
            <a:endParaRPr lang="en-IN" sz="3200" dirty="0"/>
          </a:p>
        </p:txBody>
      </p:sp>
    </p:spTree>
    <p:extLst>
      <p:ext uri="{BB962C8B-B14F-4D97-AF65-F5344CB8AC3E}">
        <p14:creationId xmlns:p14="http://schemas.microsoft.com/office/powerpoint/2010/main" val="6933590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85592F5-C5F2-2137-09CB-FEA80DFC1C69}"/>
              </a:ext>
            </a:extLst>
          </p:cNvPr>
          <p:cNvSpPr>
            <a:spLocks noGrp="1"/>
          </p:cNvSpPr>
          <p:nvPr>
            <p:ph idx="1"/>
          </p:nvPr>
        </p:nvSpPr>
        <p:spPr>
          <a:xfrm>
            <a:off x="777240" y="718457"/>
            <a:ext cx="10659110" cy="5458506"/>
          </a:xfrm>
        </p:spPr>
        <p:txBody>
          <a:bodyPr>
            <a:normAutofit/>
          </a:bodyPr>
          <a:lstStyle/>
          <a:p>
            <a:pPr marL="0" indent="0">
              <a:buNone/>
            </a:pPr>
            <a:r>
              <a:rPr lang="en-US" sz="2400" b="1" dirty="0"/>
              <a:t>Exploratory Data Analysis:</a:t>
            </a:r>
          </a:p>
          <a:p>
            <a:pPr marL="0" indent="0">
              <a:buNone/>
            </a:pPr>
            <a:r>
              <a:rPr lang="en-US" sz="2400" dirty="0"/>
              <a:t>Exploratory Data Analysis (EDA) is the </a:t>
            </a:r>
            <a:r>
              <a:rPr lang="en-US" sz="2400" b="1" dirty="0"/>
              <a:t>process of </a:t>
            </a:r>
            <a:r>
              <a:rPr lang="en-US" sz="2400" b="1" dirty="0">
                <a:solidFill>
                  <a:srgbClr val="C00000"/>
                </a:solidFill>
              </a:rPr>
              <a:t>analyzing,</a:t>
            </a:r>
            <a:r>
              <a:rPr lang="en-US" sz="2400" b="1" dirty="0"/>
              <a:t> </a:t>
            </a:r>
            <a:r>
              <a:rPr lang="en-US" sz="2400" b="1" dirty="0">
                <a:solidFill>
                  <a:srgbClr val="C00000"/>
                </a:solidFill>
              </a:rPr>
              <a:t>summarizing</a:t>
            </a:r>
            <a:r>
              <a:rPr lang="en-US" sz="2400" dirty="0"/>
              <a:t> and </a:t>
            </a:r>
            <a:r>
              <a:rPr lang="en-US" sz="2400" b="1" dirty="0">
                <a:solidFill>
                  <a:srgbClr val="FF0000"/>
                </a:solidFill>
              </a:rPr>
              <a:t>explore</a:t>
            </a:r>
            <a:r>
              <a:rPr lang="en-US" sz="2400" dirty="0"/>
              <a:t> </a:t>
            </a:r>
            <a:r>
              <a:rPr lang="en-US" sz="2400" b="1" dirty="0"/>
              <a:t>datasets to</a:t>
            </a:r>
            <a:r>
              <a:rPr lang="en-US" sz="2400" dirty="0"/>
              <a:t>:</a:t>
            </a:r>
          </a:p>
          <a:p>
            <a:r>
              <a:rPr lang="en-US" sz="2400" dirty="0"/>
              <a:t>Understand their </a:t>
            </a:r>
            <a:r>
              <a:rPr lang="en-US" sz="2400" b="1" dirty="0">
                <a:solidFill>
                  <a:srgbClr val="002060"/>
                </a:solidFill>
              </a:rPr>
              <a:t>structure</a:t>
            </a:r>
          </a:p>
          <a:p>
            <a:r>
              <a:rPr lang="en-US" sz="2400" dirty="0"/>
              <a:t>Find </a:t>
            </a:r>
            <a:r>
              <a:rPr lang="en-US" sz="2400" b="1" dirty="0">
                <a:solidFill>
                  <a:srgbClr val="002060"/>
                </a:solidFill>
              </a:rPr>
              <a:t>patterns</a:t>
            </a:r>
            <a:r>
              <a:rPr lang="en-US" sz="2400" dirty="0"/>
              <a:t>, </a:t>
            </a:r>
            <a:r>
              <a:rPr lang="en-US" sz="2400" b="1" dirty="0">
                <a:solidFill>
                  <a:srgbClr val="002060"/>
                </a:solidFill>
              </a:rPr>
              <a:t>relationships</a:t>
            </a:r>
            <a:r>
              <a:rPr lang="en-US" sz="2400" dirty="0"/>
              <a:t>, and </a:t>
            </a:r>
            <a:r>
              <a:rPr lang="en-US" sz="2400" b="1" dirty="0">
                <a:solidFill>
                  <a:srgbClr val="002060"/>
                </a:solidFill>
              </a:rPr>
              <a:t>anomalies</a:t>
            </a:r>
          </a:p>
          <a:p>
            <a:r>
              <a:rPr lang="en-US" sz="2400" b="1" dirty="0">
                <a:solidFill>
                  <a:srgbClr val="002060"/>
                </a:solidFill>
              </a:rPr>
              <a:t>Prepare data </a:t>
            </a:r>
            <a:r>
              <a:rPr lang="en-US" sz="2400" dirty="0"/>
              <a:t>for further modeling or decision-making</a:t>
            </a:r>
          </a:p>
          <a:p>
            <a:pPr marL="0" indent="0">
              <a:buNone/>
            </a:pPr>
            <a:endParaRPr lang="en-US" sz="2400" dirty="0"/>
          </a:p>
          <a:p>
            <a:pPr marL="0" indent="0">
              <a:buNone/>
            </a:pPr>
            <a:r>
              <a:rPr lang="en-US" sz="2400" b="1" dirty="0"/>
              <a:t>Goal of EDA:</a:t>
            </a:r>
          </a:p>
          <a:p>
            <a:pPr marL="0" indent="0">
              <a:buNone/>
            </a:pPr>
            <a:r>
              <a:rPr lang="en-US" sz="2400" dirty="0"/>
              <a:t>“</a:t>
            </a:r>
            <a:r>
              <a:rPr lang="en-US" sz="2400" b="1" dirty="0">
                <a:solidFill>
                  <a:srgbClr val="C00000"/>
                </a:solidFill>
              </a:rPr>
              <a:t>Let the data speak!” </a:t>
            </a:r>
            <a:r>
              <a:rPr lang="en-US" sz="2400" dirty="0"/>
              <a:t>— Before building any model, understand </a:t>
            </a:r>
            <a:r>
              <a:rPr lang="en-US" sz="2400" b="1" dirty="0"/>
              <a:t>what the data looks like</a:t>
            </a:r>
            <a:r>
              <a:rPr lang="en-US" sz="2400" dirty="0"/>
              <a:t>.</a:t>
            </a:r>
            <a:endParaRPr lang="en-IN" sz="2400" dirty="0"/>
          </a:p>
        </p:txBody>
      </p:sp>
    </p:spTree>
    <p:extLst>
      <p:ext uri="{BB962C8B-B14F-4D97-AF65-F5344CB8AC3E}">
        <p14:creationId xmlns:p14="http://schemas.microsoft.com/office/powerpoint/2010/main" val="30843221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1FF859-EA8B-057F-59A1-C7782D01B13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B59DB97-1426-D4EA-4861-D7B01670113C}"/>
              </a:ext>
            </a:extLst>
          </p:cNvPr>
          <p:cNvSpPr>
            <a:spLocks noGrp="1"/>
          </p:cNvSpPr>
          <p:nvPr>
            <p:ph idx="1"/>
          </p:nvPr>
        </p:nvSpPr>
        <p:spPr>
          <a:xfrm>
            <a:off x="777240" y="718457"/>
            <a:ext cx="10659110" cy="5458506"/>
          </a:xfrm>
        </p:spPr>
        <p:txBody>
          <a:bodyPr>
            <a:normAutofit/>
          </a:bodyPr>
          <a:lstStyle/>
          <a:p>
            <a:pPr marL="0" indent="0">
              <a:buNone/>
            </a:pPr>
            <a:r>
              <a:rPr lang="en-US" sz="2400" b="1" dirty="0"/>
              <a:t>Why is EDA Important?</a:t>
            </a:r>
          </a:p>
          <a:p>
            <a:r>
              <a:rPr lang="en-US" sz="2400" dirty="0"/>
              <a:t>Ensures data quality (no missing or wrong values)</a:t>
            </a:r>
          </a:p>
          <a:p>
            <a:r>
              <a:rPr lang="en-US" sz="2400" dirty="0"/>
              <a:t>Identifies patterns and trends</a:t>
            </a:r>
          </a:p>
          <a:p>
            <a:r>
              <a:rPr lang="en-US" sz="2400" dirty="0"/>
              <a:t>Detects outliers and noise</a:t>
            </a:r>
          </a:p>
          <a:p>
            <a:r>
              <a:rPr lang="en-US" sz="2400" dirty="0"/>
              <a:t>Helps choose the right machine learning model</a:t>
            </a:r>
          </a:p>
          <a:p>
            <a:pPr marL="0" indent="0">
              <a:buNone/>
            </a:pPr>
            <a:endParaRPr lang="en-IN" sz="1600" dirty="0"/>
          </a:p>
          <a:p>
            <a:pPr marL="0" indent="0">
              <a:buNone/>
            </a:pPr>
            <a:r>
              <a:rPr lang="en-IN" sz="2400" b="1" dirty="0"/>
              <a:t>Basic Steps in EDA:</a:t>
            </a:r>
          </a:p>
          <a:p>
            <a:pPr marL="0" indent="0">
              <a:buNone/>
            </a:pPr>
            <a:endParaRPr lang="en-IN" sz="2400" dirty="0"/>
          </a:p>
        </p:txBody>
      </p:sp>
      <p:graphicFrame>
        <p:nvGraphicFramePr>
          <p:cNvPr id="2" name="Table 1">
            <a:extLst>
              <a:ext uri="{FF2B5EF4-FFF2-40B4-BE49-F238E27FC236}">
                <a16:creationId xmlns:a16="http://schemas.microsoft.com/office/drawing/2014/main" id="{D852B827-11BF-9D79-8A94-11D8DC3B9C51}"/>
              </a:ext>
            </a:extLst>
          </p:cNvPr>
          <p:cNvGraphicFramePr>
            <a:graphicFrameLocks noGrp="1"/>
          </p:cNvGraphicFramePr>
          <p:nvPr>
            <p:extLst>
              <p:ext uri="{D42A27DB-BD31-4B8C-83A1-F6EECF244321}">
                <p14:modId xmlns:p14="http://schemas.microsoft.com/office/powerpoint/2010/main" val="996257177"/>
              </p:ext>
            </p:extLst>
          </p:nvPr>
        </p:nvGraphicFramePr>
        <p:xfrm>
          <a:off x="1458980" y="3783137"/>
          <a:ext cx="9274040" cy="2393826"/>
        </p:xfrm>
        <a:graphic>
          <a:graphicData uri="http://schemas.openxmlformats.org/drawingml/2006/table">
            <a:tbl>
              <a:tblPr firstRow="1" firstCol="1" bandRow="1">
                <a:tableStyleId>{5C22544A-7EE6-4342-B048-85BDC9FD1C3A}</a:tableStyleId>
              </a:tblPr>
              <a:tblGrid>
                <a:gridCol w="4002385">
                  <a:extLst>
                    <a:ext uri="{9D8B030D-6E8A-4147-A177-3AD203B41FA5}">
                      <a16:colId xmlns:a16="http://schemas.microsoft.com/office/drawing/2014/main" val="4224223845"/>
                    </a:ext>
                  </a:extLst>
                </a:gridCol>
                <a:gridCol w="5271655">
                  <a:extLst>
                    <a:ext uri="{9D8B030D-6E8A-4147-A177-3AD203B41FA5}">
                      <a16:colId xmlns:a16="http://schemas.microsoft.com/office/drawing/2014/main" val="1622235938"/>
                    </a:ext>
                  </a:extLst>
                </a:gridCol>
              </a:tblGrid>
              <a:tr h="381938">
                <a:tc>
                  <a:txBody>
                    <a:bodyPr/>
                    <a:lstStyle/>
                    <a:p>
                      <a:pPr>
                        <a:lnSpc>
                          <a:spcPct val="115000"/>
                        </a:lnSpc>
                        <a:spcAft>
                          <a:spcPts val="800"/>
                        </a:spcAft>
                        <a:buNone/>
                      </a:pPr>
                      <a:r>
                        <a:rPr lang="en-IN" sz="2400" kern="100">
                          <a:effectLst/>
                        </a:rPr>
                        <a:t>Step</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400" kern="100">
                          <a:effectLst/>
                        </a:rPr>
                        <a:t>What You Do</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156688907"/>
                  </a:ext>
                </a:extLst>
              </a:tr>
              <a:tr h="381938">
                <a:tc>
                  <a:txBody>
                    <a:bodyPr/>
                    <a:lstStyle/>
                    <a:p>
                      <a:pPr>
                        <a:lnSpc>
                          <a:spcPct val="115000"/>
                        </a:lnSpc>
                        <a:spcAft>
                          <a:spcPts val="800"/>
                        </a:spcAft>
                        <a:buNone/>
                      </a:pPr>
                      <a:r>
                        <a:rPr lang="en-IN" sz="2400" kern="100">
                          <a:effectLst/>
                        </a:rPr>
                        <a:t>1. Load the data</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400" kern="100">
                          <a:effectLst/>
                        </a:rPr>
                        <a:t>Use pandas, Excel, etc.</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588778726"/>
                  </a:ext>
                </a:extLst>
              </a:tr>
              <a:tr h="381938">
                <a:tc>
                  <a:txBody>
                    <a:bodyPr/>
                    <a:lstStyle/>
                    <a:p>
                      <a:pPr>
                        <a:lnSpc>
                          <a:spcPct val="115000"/>
                        </a:lnSpc>
                        <a:spcAft>
                          <a:spcPts val="800"/>
                        </a:spcAft>
                        <a:buNone/>
                      </a:pPr>
                      <a:r>
                        <a:rPr lang="en-IN" sz="2400" kern="100" dirty="0">
                          <a:effectLst/>
                        </a:rPr>
                        <a:t>2. Understand the structure</a:t>
                      </a:r>
                      <a:endParaRPr lang="en-IN"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400" kern="100">
                          <a:effectLst/>
                        </a:rPr>
                        <a:t>Check rows, columns, types</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414898363"/>
                  </a:ext>
                </a:extLst>
              </a:tr>
              <a:tr h="381938">
                <a:tc>
                  <a:txBody>
                    <a:bodyPr/>
                    <a:lstStyle/>
                    <a:p>
                      <a:pPr>
                        <a:lnSpc>
                          <a:spcPct val="115000"/>
                        </a:lnSpc>
                        <a:spcAft>
                          <a:spcPts val="800"/>
                        </a:spcAft>
                        <a:buNone/>
                      </a:pPr>
                      <a:r>
                        <a:rPr lang="en-IN" sz="2400" kern="100">
                          <a:effectLst/>
                        </a:rPr>
                        <a:t>3. Handle missing values</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400" kern="100">
                          <a:effectLst/>
                        </a:rPr>
                        <a:t>Remove or fill missing data</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583017533"/>
                  </a:ext>
                </a:extLst>
              </a:tr>
              <a:tr h="381938">
                <a:tc>
                  <a:txBody>
                    <a:bodyPr/>
                    <a:lstStyle/>
                    <a:p>
                      <a:pPr>
                        <a:lnSpc>
                          <a:spcPct val="115000"/>
                        </a:lnSpc>
                        <a:spcAft>
                          <a:spcPts val="800"/>
                        </a:spcAft>
                        <a:buNone/>
                      </a:pPr>
                      <a:r>
                        <a:rPr lang="en-IN" sz="2400" kern="100">
                          <a:effectLst/>
                        </a:rPr>
                        <a:t>4. Summary statistics</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400" kern="100">
                          <a:effectLst/>
                        </a:rPr>
                        <a:t>Mean, median, min, max, std</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465852852"/>
                  </a:ext>
                </a:extLst>
              </a:tr>
              <a:tr h="381938">
                <a:tc>
                  <a:txBody>
                    <a:bodyPr/>
                    <a:lstStyle/>
                    <a:p>
                      <a:pPr>
                        <a:lnSpc>
                          <a:spcPct val="115000"/>
                        </a:lnSpc>
                        <a:spcAft>
                          <a:spcPts val="800"/>
                        </a:spcAft>
                        <a:buNone/>
                      </a:pPr>
                      <a:r>
                        <a:rPr lang="en-IN" sz="2400" kern="100">
                          <a:effectLst/>
                        </a:rPr>
                        <a:t>5. Visualize the data</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400" kern="100" dirty="0">
                          <a:effectLst/>
                        </a:rPr>
                        <a:t>Use plots to explore patterns</a:t>
                      </a:r>
                      <a:endParaRPr lang="en-IN"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621338341"/>
                  </a:ext>
                </a:extLst>
              </a:tr>
            </a:tbl>
          </a:graphicData>
        </a:graphic>
      </p:graphicFrame>
    </p:spTree>
    <p:extLst>
      <p:ext uri="{BB962C8B-B14F-4D97-AF65-F5344CB8AC3E}">
        <p14:creationId xmlns:p14="http://schemas.microsoft.com/office/powerpoint/2010/main" val="7840020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F102E4-9730-F42D-11A6-0AD28E82C3FF}"/>
            </a:ext>
          </a:extLst>
        </p:cNvPr>
        <p:cNvGrpSpPr/>
        <p:nvPr/>
      </p:nvGrpSpPr>
      <p:grpSpPr>
        <a:xfrm>
          <a:off x="0" y="0"/>
          <a:ext cx="0" cy="0"/>
          <a:chOff x="0" y="0"/>
          <a:chExt cx="0" cy="0"/>
        </a:xfrm>
      </p:grpSpPr>
      <p:pic>
        <p:nvPicPr>
          <p:cNvPr id="1026" name="Picture 2" descr="10 Types of Data Visualization Made Simple (Graphs &amp; Charts)">
            <a:extLst>
              <a:ext uri="{FF2B5EF4-FFF2-40B4-BE49-F238E27FC236}">
                <a16:creationId xmlns:a16="http://schemas.microsoft.com/office/drawing/2014/main" id="{17F86FA2-5AEE-CD61-9968-545AFC8FEFFE}"/>
              </a:ext>
            </a:extLst>
          </p:cNvPr>
          <p:cNvPicPr>
            <a:picLocks noGrp="1" noChangeAspect="1" noChangeArrowheads="1"/>
          </p:cNvPicPr>
          <p:nvPr>
            <p:ph idx="1"/>
          </p:nvPr>
        </p:nvPicPr>
        <p:blipFill>
          <a:blip r:embed="rId2">
            <a:alphaModFix/>
            <a:extLst>
              <a:ext uri="{28A0092B-C50C-407E-A947-70E740481C1C}">
                <a14:useLocalDpi xmlns:a14="http://schemas.microsoft.com/office/drawing/2010/main" val="0"/>
              </a:ext>
            </a:extLst>
          </a:blip>
          <a:srcRect t="5058" b="1192"/>
          <a:stretch/>
        </p:blipFill>
        <p:spPr bwMode="auto">
          <a:xfrm>
            <a:off x="-1" y="10"/>
            <a:ext cx="12192001" cy="685799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F147B23C-373D-FE31-7BE5-6DB870E4F225}"/>
              </a:ext>
            </a:extLst>
          </p:cNvPr>
          <p:cNvSpPr txBox="1"/>
          <p:nvPr/>
        </p:nvSpPr>
        <p:spPr>
          <a:xfrm>
            <a:off x="2960914" y="3570905"/>
            <a:ext cx="3548743" cy="830997"/>
          </a:xfrm>
          <a:prstGeom prst="rect">
            <a:avLst/>
          </a:prstGeom>
          <a:noFill/>
        </p:spPr>
        <p:txBody>
          <a:bodyPr wrap="square">
            <a:spAutoFit/>
          </a:bodyPr>
          <a:lstStyle/>
          <a:p>
            <a:r>
              <a:rPr lang="en-IN" sz="4800" b="1" dirty="0">
                <a:solidFill>
                  <a:schemeClr val="bg1"/>
                </a:solidFill>
              </a:rPr>
              <a:t>Visualization </a:t>
            </a:r>
            <a:endParaRPr lang="en-IN" sz="4800" dirty="0">
              <a:solidFill>
                <a:schemeClr val="bg1"/>
              </a:solidFill>
            </a:endParaRPr>
          </a:p>
        </p:txBody>
      </p:sp>
      <p:sp>
        <p:nvSpPr>
          <p:cNvPr id="6" name="TextBox 5">
            <a:extLst>
              <a:ext uri="{FF2B5EF4-FFF2-40B4-BE49-F238E27FC236}">
                <a16:creationId xmlns:a16="http://schemas.microsoft.com/office/drawing/2014/main" id="{82E45884-D165-01B9-674A-39E135654C39}"/>
              </a:ext>
            </a:extLst>
          </p:cNvPr>
          <p:cNvSpPr txBox="1"/>
          <p:nvPr/>
        </p:nvSpPr>
        <p:spPr>
          <a:xfrm>
            <a:off x="10614385" y="1746396"/>
            <a:ext cx="1614417" cy="769441"/>
          </a:xfrm>
          <a:prstGeom prst="rect">
            <a:avLst/>
          </a:prstGeom>
          <a:noFill/>
        </p:spPr>
        <p:txBody>
          <a:bodyPr wrap="square">
            <a:spAutoFit/>
          </a:bodyPr>
          <a:lstStyle/>
          <a:p>
            <a:r>
              <a:rPr lang="en-IN" sz="4000" b="1" dirty="0">
                <a:solidFill>
                  <a:schemeClr val="bg1"/>
                </a:solidFill>
              </a:rPr>
              <a:t>Data</a:t>
            </a:r>
            <a:r>
              <a:rPr lang="en-IN" sz="4400" b="1" dirty="0">
                <a:solidFill>
                  <a:schemeClr val="bg1"/>
                </a:solidFill>
              </a:rPr>
              <a:t> </a:t>
            </a:r>
            <a:endParaRPr lang="en-IN" sz="4400" dirty="0"/>
          </a:p>
        </p:txBody>
      </p:sp>
      <p:sp>
        <p:nvSpPr>
          <p:cNvPr id="7" name="TextBox 6">
            <a:extLst>
              <a:ext uri="{FF2B5EF4-FFF2-40B4-BE49-F238E27FC236}">
                <a16:creationId xmlns:a16="http://schemas.microsoft.com/office/drawing/2014/main" id="{628AD3A5-8444-48C5-31F9-F26722553FAC}"/>
              </a:ext>
            </a:extLst>
          </p:cNvPr>
          <p:cNvSpPr txBox="1"/>
          <p:nvPr/>
        </p:nvSpPr>
        <p:spPr>
          <a:xfrm>
            <a:off x="2088955" y="745769"/>
            <a:ext cx="1920946" cy="584775"/>
          </a:xfrm>
          <a:prstGeom prst="rect">
            <a:avLst/>
          </a:prstGeom>
          <a:noFill/>
        </p:spPr>
        <p:txBody>
          <a:bodyPr wrap="square">
            <a:spAutoFit/>
          </a:bodyPr>
          <a:lstStyle/>
          <a:p>
            <a:r>
              <a:rPr lang="en-IN" sz="3200" b="1" dirty="0">
                <a:solidFill>
                  <a:schemeClr val="bg1"/>
                </a:solidFill>
              </a:rPr>
              <a:t>Numpy </a:t>
            </a:r>
            <a:endParaRPr lang="en-IN" sz="3200" dirty="0"/>
          </a:p>
        </p:txBody>
      </p:sp>
      <p:sp>
        <p:nvSpPr>
          <p:cNvPr id="9" name="TextBox 8">
            <a:extLst>
              <a:ext uri="{FF2B5EF4-FFF2-40B4-BE49-F238E27FC236}">
                <a16:creationId xmlns:a16="http://schemas.microsoft.com/office/drawing/2014/main" id="{08CDFAF0-19FA-85E5-EF9F-A430420514A8}"/>
              </a:ext>
            </a:extLst>
          </p:cNvPr>
          <p:cNvSpPr txBox="1"/>
          <p:nvPr/>
        </p:nvSpPr>
        <p:spPr>
          <a:xfrm rot="16200000">
            <a:off x="-915118" y="3105833"/>
            <a:ext cx="2340429" cy="646331"/>
          </a:xfrm>
          <a:prstGeom prst="rect">
            <a:avLst/>
          </a:prstGeom>
          <a:noFill/>
        </p:spPr>
        <p:txBody>
          <a:bodyPr wrap="square">
            <a:spAutoFit/>
          </a:bodyPr>
          <a:lstStyle/>
          <a:p>
            <a:r>
              <a:rPr lang="en-IN" sz="3600" b="1" dirty="0">
                <a:solidFill>
                  <a:schemeClr val="bg1"/>
                </a:solidFill>
              </a:rPr>
              <a:t>Matplotlib</a:t>
            </a:r>
            <a:endParaRPr lang="en-IN" sz="3600" dirty="0">
              <a:solidFill>
                <a:schemeClr val="bg1"/>
              </a:solidFill>
            </a:endParaRPr>
          </a:p>
        </p:txBody>
      </p:sp>
    </p:spTree>
    <p:extLst>
      <p:ext uri="{BB962C8B-B14F-4D97-AF65-F5344CB8AC3E}">
        <p14:creationId xmlns:p14="http://schemas.microsoft.com/office/powerpoint/2010/main" val="19651904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F246AE-0828-9BF0-A88E-805501506A5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FC03C51-40C2-3F37-6806-0939F94BA6E7}"/>
              </a:ext>
            </a:extLst>
          </p:cNvPr>
          <p:cNvSpPr>
            <a:spLocks noGrp="1"/>
          </p:cNvSpPr>
          <p:nvPr>
            <p:ph idx="1"/>
          </p:nvPr>
        </p:nvSpPr>
        <p:spPr>
          <a:xfrm>
            <a:off x="777240" y="794657"/>
            <a:ext cx="10659110" cy="5382306"/>
          </a:xfrm>
        </p:spPr>
        <p:txBody>
          <a:bodyPr>
            <a:normAutofit/>
          </a:bodyPr>
          <a:lstStyle/>
          <a:p>
            <a:pPr marL="0" indent="0">
              <a:buNone/>
            </a:pPr>
            <a:r>
              <a:rPr lang="en-IN" sz="3200" b="1" dirty="0">
                <a:solidFill>
                  <a:srgbClr val="002060"/>
                </a:solidFill>
              </a:rPr>
              <a:t>Data Visualization:</a:t>
            </a:r>
          </a:p>
          <a:p>
            <a:pPr marL="0" indent="0">
              <a:buNone/>
            </a:pPr>
            <a:r>
              <a:rPr lang="en-US" sz="2400" dirty="0"/>
              <a:t>Data Visualization is the </a:t>
            </a:r>
            <a:r>
              <a:rPr lang="en-US" sz="2400" b="1" dirty="0">
                <a:solidFill>
                  <a:srgbClr val="FF0000"/>
                </a:solidFill>
              </a:rPr>
              <a:t>pictorial</a:t>
            </a:r>
            <a:r>
              <a:rPr lang="en-US" sz="2400" dirty="0"/>
              <a:t> or </a:t>
            </a:r>
            <a:r>
              <a:rPr lang="en-US" sz="2400" b="1" dirty="0">
                <a:solidFill>
                  <a:srgbClr val="C00000"/>
                </a:solidFill>
              </a:rPr>
              <a:t>graphical representation </a:t>
            </a:r>
            <a:r>
              <a:rPr lang="en-US" sz="2400" dirty="0"/>
              <a:t>of </a:t>
            </a:r>
            <a:r>
              <a:rPr lang="en-US" sz="2400" b="1" dirty="0"/>
              <a:t>data</a:t>
            </a:r>
            <a:r>
              <a:rPr lang="en-US" sz="2400" dirty="0"/>
              <a:t> and </a:t>
            </a:r>
            <a:r>
              <a:rPr lang="en-US" sz="2400" b="1" dirty="0"/>
              <a:t>information</a:t>
            </a:r>
            <a:r>
              <a:rPr lang="en-US" sz="2400" dirty="0"/>
              <a:t>. It helps in identifying </a:t>
            </a:r>
            <a:r>
              <a:rPr lang="en-US" sz="2400" b="1" dirty="0">
                <a:solidFill>
                  <a:srgbClr val="002060"/>
                </a:solidFill>
              </a:rPr>
              <a:t>trends</a:t>
            </a:r>
            <a:r>
              <a:rPr lang="en-US" sz="2400" dirty="0"/>
              <a:t>, </a:t>
            </a:r>
            <a:r>
              <a:rPr lang="en-US" sz="2400" b="1" dirty="0">
                <a:solidFill>
                  <a:srgbClr val="002060"/>
                </a:solidFill>
              </a:rPr>
              <a:t>patterns</a:t>
            </a:r>
            <a:r>
              <a:rPr lang="en-US" sz="2400" dirty="0"/>
              <a:t>, and </a:t>
            </a:r>
            <a:r>
              <a:rPr lang="en-US" sz="2400" b="1" dirty="0">
                <a:solidFill>
                  <a:srgbClr val="002060"/>
                </a:solidFill>
              </a:rPr>
              <a:t>insights</a:t>
            </a:r>
            <a:r>
              <a:rPr lang="en-US" sz="2400" dirty="0"/>
              <a:t> in large datasets by using visual elements like </a:t>
            </a:r>
            <a:r>
              <a:rPr lang="en-US" sz="2400" b="1" dirty="0">
                <a:solidFill>
                  <a:srgbClr val="00B0F0"/>
                </a:solidFill>
              </a:rPr>
              <a:t>charts</a:t>
            </a:r>
            <a:r>
              <a:rPr lang="en-US" sz="2400" dirty="0"/>
              <a:t>, </a:t>
            </a:r>
            <a:r>
              <a:rPr lang="en-US" sz="2400" b="1" dirty="0">
                <a:solidFill>
                  <a:srgbClr val="00B0F0"/>
                </a:solidFill>
              </a:rPr>
              <a:t>graphs</a:t>
            </a:r>
            <a:r>
              <a:rPr lang="en-US" sz="2400" dirty="0"/>
              <a:t>, </a:t>
            </a:r>
            <a:r>
              <a:rPr lang="en-US" sz="2400" b="1" dirty="0">
                <a:solidFill>
                  <a:srgbClr val="00B0F0"/>
                </a:solidFill>
              </a:rPr>
              <a:t>maps</a:t>
            </a:r>
            <a:r>
              <a:rPr lang="en-US" sz="2400" dirty="0"/>
              <a:t>, and </a:t>
            </a:r>
            <a:r>
              <a:rPr lang="en-US" sz="2400" b="1" dirty="0">
                <a:solidFill>
                  <a:srgbClr val="00B0F0"/>
                </a:solidFill>
              </a:rPr>
              <a:t>dashboards</a:t>
            </a:r>
            <a:r>
              <a:rPr lang="en-US" sz="2400" dirty="0"/>
              <a:t>.</a:t>
            </a:r>
          </a:p>
          <a:p>
            <a:pPr marL="0" indent="0">
              <a:buNone/>
            </a:pPr>
            <a:endParaRPr lang="en-US" sz="800" dirty="0"/>
          </a:p>
          <a:p>
            <a:pPr marL="0" indent="0">
              <a:buNone/>
            </a:pPr>
            <a:r>
              <a:rPr lang="en-US" sz="2400" b="1" dirty="0"/>
              <a:t>Why is Data Visualization Important?</a:t>
            </a:r>
          </a:p>
          <a:p>
            <a:r>
              <a:rPr lang="en-US" sz="2400" b="1" dirty="0"/>
              <a:t>Better Data Understanding </a:t>
            </a:r>
            <a:r>
              <a:rPr lang="en-US" sz="2400" dirty="0"/>
              <a:t>– Makes </a:t>
            </a:r>
            <a:r>
              <a:rPr lang="en-US" sz="2400" b="1" dirty="0">
                <a:solidFill>
                  <a:srgbClr val="C00000"/>
                </a:solidFill>
              </a:rPr>
              <a:t>complex</a:t>
            </a:r>
            <a:r>
              <a:rPr lang="en-US" sz="2400" dirty="0"/>
              <a:t> </a:t>
            </a:r>
            <a:r>
              <a:rPr lang="en-US" sz="2400" b="1" dirty="0">
                <a:solidFill>
                  <a:srgbClr val="C00000"/>
                </a:solidFill>
              </a:rPr>
              <a:t>data</a:t>
            </a:r>
            <a:r>
              <a:rPr lang="en-US" sz="2400" dirty="0"/>
              <a:t> easier to comprehend.</a:t>
            </a:r>
          </a:p>
          <a:p>
            <a:r>
              <a:rPr lang="en-US" sz="2400" b="1" dirty="0"/>
              <a:t>Identifies Trends and Patterns </a:t>
            </a:r>
            <a:r>
              <a:rPr lang="en-US" sz="2400" dirty="0"/>
              <a:t>– Helps </a:t>
            </a:r>
            <a:r>
              <a:rPr lang="en-US" sz="2400" b="1" dirty="0">
                <a:solidFill>
                  <a:srgbClr val="C00000"/>
                </a:solidFill>
              </a:rPr>
              <a:t>spot correlations</a:t>
            </a:r>
            <a:r>
              <a:rPr lang="en-US" sz="2400" dirty="0">
                <a:solidFill>
                  <a:srgbClr val="C00000"/>
                </a:solidFill>
              </a:rPr>
              <a:t> </a:t>
            </a:r>
            <a:r>
              <a:rPr lang="en-US" sz="2400" dirty="0"/>
              <a:t>and </a:t>
            </a:r>
            <a:r>
              <a:rPr lang="en-US" sz="2400" b="1" dirty="0">
                <a:solidFill>
                  <a:srgbClr val="C00000"/>
                </a:solidFill>
              </a:rPr>
              <a:t>anomalies</a:t>
            </a:r>
            <a:r>
              <a:rPr lang="en-US" sz="2400" dirty="0"/>
              <a:t> quickly.</a:t>
            </a:r>
          </a:p>
          <a:p>
            <a:r>
              <a:rPr lang="en-US" sz="2400" b="1" dirty="0"/>
              <a:t>Improves Decision Making </a:t>
            </a:r>
            <a:r>
              <a:rPr lang="en-US" sz="2400" dirty="0"/>
              <a:t>– Supports </a:t>
            </a:r>
            <a:r>
              <a:rPr lang="en-US" sz="2400" b="1" dirty="0">
                <a:solidFill>
                  <a:srgbClr val="C00000"/>
                </a:solidFill>
              </a:rPr>
              <a:t>data-driven</a:t>
            </a:r>
            <a:r>
              <a:rPr lang="en-US" sz="2400" dirty="0"/>
              <a:t> business strategies.</a:t>
            </a:r>
          </a:p>
          <a:p>
            <a:r>
              <a:rPr lang="en-US" sz="2400" b="1" dirty="0"/>
              <a:t>Enhances Communication </a:t>
            </a:r>
            <a:r>
              <a:rPr lang="en-US" sz="2400" dirty="0"/>
              <a:t>– </a:t>
            </a:r>
            <a:r>
              <a:rPr lang="en-US" sz="2400" b="1" dirty="0">
                <a:solidFill>
                  <a:srgbClr val="C00000"/>
                </a:solidFill>
              </a:rPr>
              <a:t>Presents</a:t>
            </a:r>
            <a:r>
              <a:rPr lang="en-US" sz="2400" dirty="0"/>
              <a:t> data effectively for both technical and non-technical audiences.</a:t>
            </a:r>
          </a:p>
          <a:p>
            <a:pPr marL="0" indent="0">
              <a:buNone/>
            </a:pPr>
            <a:endParaRPr lang="en-US" sz="2400" dirty="0"/>
          </a:p>
        </p:txBody>
      </p:sp>
    </p:spTree>
    <p:extLst>
      <p:ext uri="{BB962C8B-B14F-4D97-AF65-F5344CB8AC3E}">
        <p14:creationId xmlns:p14="http://schemas.microsoft.com/office/powerpoint/2010/main" val="10728649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8069E7-D447-F512-FE8E-5424E15511E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D6CB03B-FFDE-593C-07B4-D62975E909ED}"/>
              </a:ext>
            </a:extLst>
          </p:cNvPr>
          <p:cNvSpPr>
            <a:spLocks noGrp="1"/>
          </p:cNvSpPr>
          <p:nvPr>
            <p:ph idx="1"/>
          </p:nvPr>
        </p:nvSpPr>
        <p:spPr>
          <a:xfrm>
            <a:off x="777240" y="1132113"/>
            <a:ext cx="10659110" cy="5044849"/>
          </a:xfrm>
        </p:spPr>
        <p:txBody>
          <a:bodyPr>
            <a:normAutofit/>
          </a:bodyPr>
          <a:lstStyle/>
          <a:p>
            <a:pPr marL="0" indent="0">
              <a:buNone/>
            </a:pPr>
            <a:r>
              <a:rPr lang="en-IN" sz="3600" b="1" dirty="0"/>
              <a:t>Popular Data Visualization Tools</a:t>
            </a:r>
          </a:p>
          <a:p>
            <a:r>
              <a:rPr lang="en-IN" sz="3200" dirty="0"/>
              <a:t>Tableau</a:t>
            </a:r>
          </a:p>
          <a:p>
            <a:r>
              <a:rPr lang="en-IN" sz="3200" dirty="0"/>
              <a:t>Power BI</a:t>
            </a:r>
          </a:p>
          <a:p>
            <a:r>
              <a:rPr lang="en-IN" sz="3200" b="1" dirty="0">
                <a:solidFill>
                  <a:srgbClr val="C00000"/>
                </a:solidFill>
              </a:rPr>
              <a:t>Matplotlib &amp; Seaborn (Python)</a:t>
            </a:r>
          </a:p>
          <a:p>
            <a:r>
              <a:rPr lang="en-IN" sz="3200" dirty="0"/>
              <a:t>D3.js (JavaScript)</a:t>
            </a:r>
          </a:p>
          <a:p>
            <a:r>
              <a:rPr lang="en-IN" sz="3200" dirty="0"/>
              <a:t>Google Data Studio</a:t>
            </a:r>
          </a:p>
        </p:txBody>
      </p:sp>
    </p:spTree>
    <p:extLst>
      <p:ext uri="{BB962C8B-B14F-4D97-AF65-F5344CB8AC3E}">
        <p14:creationId xmlns:p14="http://schemas.microsoft.com/office/powerpoint/2010/main" val="38297202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13A372-781A-2C1B-2785-BEE06A4BF59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BA8E07D-090E-F706-81FF-A5F81DF13388}"/>
              </a:ext>
            </a:extLst>
          </p:cNvPr>
          <p:cNvSpPr>
            <a:spLocks noGrp="1"/>
          </p:cNvSpPr>
          <p:nvPr>
            <p:ph idx="1"/>
          </p:nvPr>
        </p:nvSpPr>
        <p:spPr>
          <a:xfrm>
            <a:off x="777240" y="718457"/>
            <a:ext cx="10659110" cy="5458506"/>
          </a:xfrm>
        </p:spPr>
        <p:txBody>
          <a:bodyPr>
            <a:normAutofit/>
          </a:bodyPr>
          <a:lstStyle/>
          <a:p>
            <a:pPr marL="0" indent="0">
              <a:buNone/>
            </a:pPr>
            <a:r>
              <a:rPr lang="en-US" sz="2800" b="1" dirty="0"/>
              <a:t>Data Visualization </a:t>
            </a:r>
            <a:r>
              <a:rPr lang="en-US" sz="2800" b="1" dirty="0">
                <a:solidFill>
                  <a:srgbClr val="C00000"/>
                </a:solidFill>
              </a:rPr>
              <a:t>Techniques</a:t>
            </a:r>
          </a:p>
          <a:p>
            <a:pPr marL="0" indent="0">
              <a:buNone/>
            </a:pPr>
            <a:r>
              <a:rPr lang="en-US" sz="2800" b="1" dirty="0"/>
              <a:t>Data Visualization Techniques</a:t>
            </a:r>
            <a:r>
              <a:rPr lang="en-US" sz="2800" dirty="0"/>
              <a:t> are methods used to represent data graphically, making complex data more understandable and actionable. They help identify patterns, trends, and outliers in data by converting numerical and textual data into visual formats.</a:t>
            </a:r>
            <a:endParaRPr lang="en-IN" sz="2800" b="1" dirty="0"/>
          </a:p>
        </p:txBody>
      </p:sp>
    </p:spTree>
    <p:extLst>
      <p:ext uri="{BB962C8B-B14F-4D97-AF65-F5344CB8AC3E}">
        <p14:creationId xmlns:p14="http://schemas.microsoft.com/office/powerpoint/2010/main" val="33602852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6CDC00-A536-9B5D-9C0B-4BB72B84320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493BA16-3A9E-24DC-6954-BB75E0667600}"/>
              </a:ext>
            </a:extLst>
          </p:cNvPr>
          <p:cNvSpPr>
            <a:spLocks noGrp="1"/>
          </p:cNvSpPr>
          <p:nvPr>
            <p:ph idx="1"/>
          </p:nvPr>
        </p:nvSpPr>
        <p:spPr>
          <a:xfrm>
            <a:off x="777240" y="794657"/>
            <a:ext cx="10659110" cy="5382306"/>
          </a:xfrm>
        </p:spPr>
        <p:txBody>
          <a:bodyPr>
            <a:normAutofit/>
          </a:bodyPr>
          <a:lstStyle/>
          <a:p>
            <a:pPr marL="0" indent="0">
              <a:buNone/>
            </a:pPr>
            <a:r>
              <a:rPr lang="en-US" sz="2800" b="1" dirty="0"/>
              <a:t>Common Data Visualization Types</a:t>
            </a:r>
          </a:p>
          <a:p>
            <a:r>
              <a:rPr lang="en-US" sz="2800" b="1" dirty="0"/>
              <a:t>Bar Chart </a:t>
            </a:r>
            <a:r>
              <a:rPr lang="en-US" sz="2800" dirty="0"/>
              <a:t>– Compares different categories.</a:t>
            </a:r>
          </a:p>
          <a:p>
            <a:r>
              <a:rPr lang="en-US" sz="2800" b="1" dirty="0"/>
              <a:t>Line Chart </a:t>
            </a:r>
            <a:r>
              <a:rPr lang="en-US" sz="2800" dirty="0"/>
              <a:t>– Shows trends over time.</a:t>
            </a:r>
          </a:p>
          <a:p>
            <a:r>
              <a:rPr lang="en-US" sz="2800" b="1" dirty="0"/>
              <a:t>Pie Chart </a:t>
            </a:r>
            <a:r>
              <a:rPr lang="en-US" sz="2800" dirty="0"/>
              <a:t>– Represents proportions.</a:t>
            </a:r>
          </a:p>
          <a:p>
            <a:r>
              <a:rPr lang="en-US" sz="2800" b="1" dirty="0"/>
              <a:t>Scatter Plot </a:t>
            </a:r>
            <a:r>
              <a:rPr lang="en-US" sz="2800" dirty="0"/>
              <a:t>– Displays relationships between variables.</a:t>
            </a:r>
          </a:p>
          <a:p>
            <a:r>
              <a:rPr lang="en-US" sz="2800" b="1" dirty="0"/>
              <a:t>Heatmap</a:t>
            </a:r>
            <a:r>
              <a:rPr lang="en-US" sz="2800" dirty="0"/>
              <a:t> – Highlights data intensity with color variations.</a:t>
            </a:r>
          </a:p>
          <a:p>
            <a:r>
              <a:rPr lang="en-US" sz="2800" b="1" dirty="0"/>
              <a:t>Histogram</a:t>
            </a:r>
            <a:r>
              <a:rPr lang="en-US" sz="2800" dirty="0"/>
              <a:t> – Represents frequency distribution.</a:t>
            </a:r>
          </a:p>
          <a:p>
            <a:r>
              <a:rPr lang="en-US" sz="2800" b="1" dirty="0"/>
              <a:t>Dashboard</a:t>
            </a:r>
            <a:r>
              <a:rPr lang="en-US" sz="2800" dirty="0"/>
              <a:t> – Combines multiple visualizations for an overview.</a:t>
            </a:r>
            <a:endParaRPr lang="en-IN" sz="2800" dirty="0"/>
          </a:p>
          <a:p>
            <a:pPr marL="0" indent="0">
              <a:buNone/>
            </a:pPr>
            <a:endParaRPr lang="en-IN" sz="2800" dirty="0"/>
          </a:p>
        </p:txBody>
      </p:sp>
    </p:spTree>
    <p:extLst>
      <p:ext uri="{BB962C8B-B14F-4D97-AF65-F5344CB8AC3E}">
        <p14:creationId xmlns:p14="http://schemas.microsoft.com/office/powerpoint/2010/main" val="18608091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7A7D13-D6E0-2FAA-AD1F-5BB3BA2649B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6DB50A0-9235-A2C3-12CD-7528A2B9AF14}"/>
              </a:ext>
            </a:extLst>
          </p:cNvPr>
          <p:cNvSpPr>
            <a:spLocks noGrp="1"/>
          </p:cNvSpPr>
          <p:nvPr>
            <p:ph idx="1"/>
          </p:nvPr>
        </p:nvSpPr>
        <p:spPr>
          <a:xfrm>
            <a:off x="777240" y="293914"/>
            <a:ext cx="10659110" cy="5883049"/>
          </a:xfrm>
        </p:spPr>
        <p:txBody>
          <a:bodyPr>
            <a:normAutofit/>
          </a:bodyPr>
          <a:lstStyle/>
          <a:p>
            <a:pPr marL="0" indent="0">
              <a:buNone/>
            </a:pPr>
            <a:r>
              <a:rPr lang="en-US" sz="2400" b="1" dirty="0"/>
              <a:t>1. Bar Chart</a:t>
            </a:r>
          </a:p>
          <a:p>
            <a:r>
              <a:rPr lang="en-US" sz="2400" b="1" dirty="0"/>
              <a:t>Use:</a:t>
            </a:r>
            <a:r>
              <a:rPr lang="en-US" sz="2400" dirty="0"/>
              <a:t> Compare quantities of different categories.</a:t>
            </a:r>
          </a:p>
          <a:p>
            <a:r>
              <a:rPr lang="en-US" sz="2400" b="1" dirty="0"/>
              <a:t>Example:</a:t>
            </a:r>
            <a:r>
              <a:rPr lang="en-US" sz="2400" dirty="0"/>
              <a:t> Comparing sales across different regions.</a:t>
            </a:r>
          </a:p>
          <a:p>
            <a:pPr marL="0" indent="0">
              <a:buNone/>
            </a:pPr>
            <a:endParaRPr lang="en-US" sz="2400" dirty="0"/>
          </a:p>
          <a:p>
            <a:pPr marL="0" indent="0">
              <a:buNone/>
            </a:pPr>
            <a:endParaRPr lang="en-US" sz="2400" dirty="0"/>
          </a:p>
          <a:p>
            <a:pPr marL="0" indent="0">
              <a:buNone/>
            </a:pPr>
            <a:endParaRPr lang="en-IN" sz="2400" dirty="0"/>
          </a:p>
        </p:txBody>
      </p:sp>
      <p:pic>
        <p:nvPicPr>
          <p:cNvPr id="2" name="Picture 1" descr="A graph of green bars">
            <a:extLst>
              <a:ext uri="{FF2B5EF4-FFF2-40B4-BE49-F238E27FC236}">
                <a16:creationId xmlns:a16="http://schemas.microsoft.com/office/drawing/2014/main" id="{27FCF3A5-CBB0-3E47-20A1-98C845C025C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95302" y="1720598"/>
            <a:ext cx="6624897" cy="4968673"/>
          </a:xfrm>
          <a:prstGeom prst="rect">
            <a:avLst/>
          </a:prstGeom>
        </p:spPr>
      </p:pic>
    </p:spTree>
    <p:extLst>
      <p:ext uri="{BB962C8B-B14F-4D97-AF65-F5344CB8AC3E}">
        <p14:creationId xmlns:p14="http://schemas.microsoft.com/office/powerpoint/2010/main" val="11879645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C4A65E-F08A-1A93-5AC8-DA2AC2E8154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3EB036D-0558-2BC0-9F78-491761DCA79A}"/>
              </a:ext>
            </a:extLst>
          </p:cNvPr>
          <p:cNvSpPr>
            <a:spLocks noGrp="1"/>
          </p:cNvSpPr>
          <p:nvPr>
            <p:ph idx="1"/>
          </p:nvPr>
        </p:nvSpPr>
        <p:spPr>
          <a:xfrm>
            <a:off x="777240" y="342899"/>
            <a:ext cx="10659110" cy="5834064"/>
          </a:xfrm>
        </p:spPr>
        <p:txBody>
          <a:bodyPr>
            <a:normAutofit/>
          </a:bodyPr>
          <a:lstStyle/>
          <a:p>
            <a:pPr marL="0" indent="0">
              <a:buNone/>
            </a:pPr>
            <a:r>
              <a:rPr lang="en-US" sz="2400" b="1" dirty="0"/>
              <a:t>2. Line Chart</a:t>
            </a:r>
          </a:p>
          <a:p>
            <a:r>
              <a:rPr lang="en-US" sz="2400" b="1" dirty="0"/>
              <a:t>Use:</a:t>
            </a:r>
            <a:r>
              <a:rPr lang="en-US" sz="2400" dirty="0"/>
              <a:t> Show trends over time (time series data).</a:t>
            </a:r>
          </a:p>
          <a:p>
            <a:r>
              <a:rPr lang="en-US" sz="2400" b="1" dirty="0"/>
              <a:t>Example:</a:t>
            </a:r>
            <a:r>
              <a:rPr lang="en-US" sz="2400" dirty="0"/>
              <a:t> Sales Tred Over Time.</a:t>
            </a:r>
          </a:p>
          <a:p>
            <a:pPr marL="0" indent="0">
              <a:buNone/>
            </a:pPr>
            <a:endParaRPr lang="en-IN" sz="2400" dirty="0"/>
          </a:p>
        </p:txBody>
      </p:sp>
      <p:pic>
        <p:nvPicPr>
          <p:cNvPr id="2" name="Content Placeholder 3" descr="A graph with a line and a line">
            <a:extLst>
              <a:ext uri="{FF2B5EF4-FFF2-40B4-BE49-F238E27FC236}">
                <a16:creationId xmlns:a16="http://schemas.microsoft.com/office/drawing/2014/main" id="{AF651079-0868-9ADE-B568-1181FACB136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19883" y="1858194"/>
            <a:ext cx="6238417" cy="4678813"/>
          </a:xfrm>
          <a:prstGeom prst="rect">
            <a:avLst/>
          </a:prstGeom>
        </p:spPr>
      </p:pic>
    </p:spTree>
    <p:extLst>
      <p:ext uri="{BB962C8B-B14F-4D97-AF65-F5344CB8AC3E}">
        <p14:creationId xmlns:p14="http://schemas.microsoft.com/office/powerpoint/2010/main" val="21193488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1D883B-C67E-FFA7-0011-3BA06B74491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95AD4B4-8F30-2EB0-4CBC-F0E4F72637C9}"/>
              </a:ext>
            </a:extLst>
          </p:cNvPr>
          <p:cNvSpPr>
            <a:spLocks noGrp="1"/>
          </p:cNvSpPr>
          <p:nvPr>
            <p:ph idx="1"/>
          </p:nvPr>
        </p:nvSpPr>
        <p:spPr>
          <a:xfrm>
            <a:off x="777240" y="718457"/>
            <a:ext cx="10659110" cy="5458506"/>
          </a:xfrm>
        </p:spPr>
        <p:txBody>
          <a:bodyPr>
            <a:normAutofit/>
          </a:bodyPr>
          <a:lstStyle/>
          <a:p>
            <a:pPr marL="0" indent="0">
              <a:buNone/>
            </a:pPr>
            <a:r>
              <a:rPr lang="en-US" sz="2400" b="1" dirty="0"/>
              <a:t>3. Pie Chart</a:t>
            </a:r>
          </a:p>
          <a:p>
            <a:r>
              <a:rPr lang="en-US" sz="2400" b="1" dirty="0"/>
              <a:t>Use:</a:t>
            </a:r>
            <a:r>
              <a:rPr lang="en-US" sz="2400" dirty="0"/>
              <a:t> Show percentage or proportion of parts within a whole.</a:t>
            </a:r>
          </a:p>
          <a:p>
            <a:r>
              <a:rPr lang="en-US" sz="2400" b="1" dirty="0"/>
              <a:t>Example</a:t>
            </a:r>
            <a:r>
              <a:rPr lang="en-US" sz="2400" dirty="0"/>
              <a:t>: Programming Language Popularity.</a:t>
            </a:r>
          </a:p>
        </p:txBody>
      </p:sp>
      <p:pic>
        <p:nvPicPr>
          <p:cNvPr id="4" name="Content Placeholder 3" descr="A pie chart with different colored circles">
            <a:extLst>
              <a:ext uri="{FF2B5EF4-FFF2-40B4-BE49-F238E27FC236}">
                <a16:creationId xmlns:a16="http://schemas.microsoft.com/office/drawing/2014/main" id="{316D0F91-07C8-D2EC-51A7-0E95C81F37F9}"/>
              </a:ext>
            </a:extLst>
          </p:cNvPr>
          <p:cNvPicPr>
            <a:picLocks noChangeAspect="1"/>
          </p:cNvPicPr>
          <p:nvPr/>
        </p:nvPicPr>
        <p:blipFill>
          <a:blip r:embed="rId2">
            <a:extLst>
              <a:ext uri="{28A0092B-C50C-407E-A947-70E740481C1C}">
                <a14:useLocalDpi xmlns:a14="http://schemas.microsoft.com/office/drawing/2010/main" val="0"/>
              </a:ext>
            </a:extLst>
          </a:blip>
          <a:srcRect l="15045" t="3703" r="9943" b="11070"/>
          <a:stretch>
            <a:fillRect/>
          </a:stretch>
        </p:blipFill>
        <p:spPr>
          <a:xfrm>
            <a:off x="3261360" y="2026988"/>
            <a:ext cx="5669280" cy="4831012"/>
          </a:xfrm>
          <a:prstGeom prst="rect">
            <a:avLst/>
          </a:prstGeom>
        </p:spPr>
      </p:pic>
    </p:spTree>
    <p:extLst>
      <p:ext uri="{BB962C8B-B14F-4D97-AF65-F5344CB8AC3E}">
        <p14:creationId xmlns:p14="http://schemas.microsoft.com/office/powerpoint/2010/main" val="1204103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21FEAC-D90C-9B69-DF9D-9FFD93B475D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E1D04E7-5013-00B6-EFEA-E75669B13335}"/>
              </a:ext>
            </a:extLst>
          </p:cNvPr>
          <p:cNvSpPr>
            <a:spLocks noGrp="1"/>
          </p:cNvSpPr>
          <p:nvPr>
            <p:ph idx="1"/>
          </p:nvPr>
        </p:nvSpPr>
        <p:spPr>
          <a:xfrm>
            <a:off x="766445" y="699747"/>
            <a:ext cx="10659110" cy="5458506"/>
          </a:xfrm>
        </p:spPr>
        <p:txBody>
          <a:bodyPr>
            <a:normAutofit/>
          </a:bodyPr>
          <a:lstStyle/>
          <a:p>
            <a:pPr marL="0" indent="0">
              <a:buNone/>
            </a:pPr>
            <a:r>
              <a:rPr lang="en-US" sz="2400" b="1" dirty="0"/>
              <a:t>4. Histogram</a:t>
            </a:r>
          </a:p>
          <a:p>
            <a:r>
              <a:rPr lang="en-US" sz="2400" b="1" dirty="0"/>
              <a:t>Use:</a:t>
            </a:r>
            <a:r>
              <a:rPr lang="en-US" sz="2400" dirty="0"/>
              <a:t> Show the distribution of numerical data.</a:t>
            </a:r>
          </a:p>
          <a:p>
            <a:r>
              <a:rPr lang="en-US" sz="2400" b="1" dirty="0"/>
              <a:t>Example:</a:t>
            </a:r>
            <a:r>
              <a:rPr lang="en-US" sz="2400" dirty="0"/>
              <a:t> Exam scores of students.</a:t>
            </a:r>
          </a:p>
          <a:p>
            <a:pPr marL="0" indent="0">
              <a:buNone/>
            </a:pPr>
            <a:endParaRPr lang="en-IN" sz="2400" dirty="0"/>
          </a:p>
        </p:txBody>
      </p:sp>
      <p:pic>
        <p:nvPicPr>
          <p:cNvPr id="2" name="Picture 1" descr="A graph of a graph&#10;&#10;Description automatically generated">
            <a:extLst>
              <a:ext uri="{FF2B5EF4-FFF2-40B4-BE49-F238E27FC236}">
                <a16:creationId xmlns:a16="http://schemas.microsoft.com/office/drawing/2014/main" id="{88B8AD4C-72C6-4DF0-1A14-8065C2D9EFE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93200" y="1658484"/>
            <a:ext cx="6521206" cy="4890905"/>
          </a:xfrm>
          <a:prstGeom prst="rect">
            <a:avLst/>
          </a:prstGeom>
        </p:spPr>
      </p:pic>
    </p:spTree>
    <p:extLst>
      <p:ext uri="{BB962C8B-B14F-4D97-AF65-F5344CB8AC3E}">
        <p14:creationId xmlns:p14="http://schemas.microsoft.com/office/powerpoint/2010/main" val="25705277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AA9B64-4EEA-3F42-9F79-2987D365821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CEA28E0-FF14-45C2-2A09-4C7335FBB9EB}"/>
              </a:ext>
            </a:extLst>
          </p:cNvPr>
          <p:cNvSpPr>
            <a:spLocks noGrp="1"/>
          </p:cNvSpPr>
          <p:nvPr>
            <p:ph idx="1"/>
          </p:nvPr>
        </p:nvSpPr>
        <p:spPr>
          <a:xfrm>
            <a:off x="777240" y="718457"/>
            <a:ext cx="10659110" cy="5458506"/>
          </a:xfrm>
        </p:spPr>
        <p:txBody>
          <a:bodyPr>
            <a:normAutofit/>
          </a:bodyPr>
          <a:lstStyle/>
          <a:p>
            <a:r>
              <a:rPr lang="en-US" sz="2400" b="1" dirty="0"/>
              <a:t>5. Scatter Plot</a:t>
            </a:r>
          </a:p>
          <a:p>
            <a:r>
              <a:rPr lang="en-US" sz="2400" b="1" dirty="0"/>
              <a:t>Use:</a:t>
            </a:r>
            <a:r>
              <a:rPr lang="en-US" sz="2400" dirty="0"/>
              <a:t> Show correlation or relationship between two numeric variables.</a:t>
            </a:r>
          </a:p>
          <a:p>
            <a:r>
              <a:rPr lang="en-US" sz="2400" b="1" dirty="0"/>
              <a:t>Example:</a:t>
            </a:r>
            <a:r>
              <a:rPr lang="en-US" sz="2400" dirty="0"/>
              <a:t> Hours studied vs. exam score.</a:t>
            </a:r>
          </a:p>
          <a:p>
            <a:pPr marL="0" indent="0">
              <a:buNone/>
            </a:pPr>
            <a:endParaRPr lang="en-IN" sz="2400" dirty="0"/>
          </a:p>
        </p:txBody>
      </p:sp>
      <p:pic>
        <p:nvPicPr>
          <p:cNvPr id="2" name="Content Placeholder 3" descr="A graph with red dots">
            <a:extLst>
              <a:ext uri="{FF2B5EF4-FFF2-40B4-BE49-F238E27FC236}">
                <a16:creationId xmlns:a16="http://schemas.microsoft.com/office/drawing/2014/main" id="{A20390F7-5A83-90A8-FABF-283C346B52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56038" y="2163408"/>
            <a:ext cx="6259455" cy="4694591"/>
          </a:xfrm>
          <a:prstGeom prst="rect">
            <a:avLst/>
          </a:prstGeom>
        </p:spPr>
      </p:pic>
    </p:spTree>
    <p:extLst>
      <p:ext uri="{BB962C8B-B14F-4D97-AF65-F5344CB8AC3E}">
        <p14:creationId xmlns:p14="http://schemas.microsoft.com/office/powerpoint/2010/main" val="12192520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BBD67D-B038-CBE0-6E6F-819399A254E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7BD57EB-5130-B4FA-8433-2DA9D2D2F3F1}"/>
              </a:ext>
            </a:extLst>
          </p:cNvPr>
          <p:cNvSpPr>
            <a:spLocks noGrp="1"/>
          </p:cNvSpPr>
          <p:nvPr>
            <p:ph idx="1"/>
          </p:nvPr>
        </p:nvSpPr>
        <p:spPr>
          <a:xfrm>
            <a:off x="393518" y="517749"/>
            <a:ext cx="5867400" cy="5382306"/>
          </a:xfrm>
        </p:spPr>
        <p:txBody>
          <a:bodyPr>
            <a:normAutofit/>
          </a:bodyPr>
          <a:lstStyle/>
          <a:p>
            <a:pPr marL="0" indent="0">
              <a:buNone/>
            </a:pPr>
            <a:r>
              <a:rPr lang="en-US" sz="2800" b="1" dirty="0"/>
              <a:t>7. Heatmap</a:t>
            </a:r>
          </a:p>
          <a:p>
            <a:r>
              <a:rPr lang="en-US" sz="2800" b="1" dirty="0"/>
              <a:t>Use:</a:t>
            </a:r>
            <a:r>
              <a:rPr lang="en-US" sz="2800" dirty="0"/>
              <a:t> Show values in a matrix using colors.</a:t>
            </a:r>
          </a:p>
          <a:p>
            <a:r>
              <a:rPr lang="en-US" sz="2800" b="1" dirty="0"/>
              <a:t>Example:</a:t>
            </a:r>
            <a:r>
              <a:rPr lang="en-US" sz="2800" dirty="0"/>
              <a:t> Correlation matrix of variables.</a:t>
            </a:r>
            <a:endParaRPr lang="en-US" sz="2800" b="1" dirty="0"/>
          </a:p>
          <a:p>
            <a:pPr marL="0" indent="0">
              <a:buNone/>
            </a:pPr>
            <a:endParaRPr lang="en-US" sz="1100" b="1" dirty="0"/>
          </a:p>
          <a:p>
            <a:pPr marL="0" indent="0">
              <a:buNone/>
            </a:pPr>
            <a:r>
              <a:rPr lang="en-US" sz="2800" b="1" dirty="0"/>
              <a:t>What It Shows:</a:t>
            </a:r>
          </a:p>
          <a:p>
            <a:r>
              <a:rPr lang="en-US" sz="2800" b="1" dirty="0"/>
              <a:t>Grid view: </a:t>
            </a:r>
            <a:r>
              <a:rPr lang="en-US" sz="2800" dirty="0"/>
              <a:t>subjects vs students</a:t>
            </a:r>
          </a:p>
          <a:p>
            <a:r>
              <a:rPr lang="en-US" sz="2800" dirty="0"/>
              <a:t>Colors show marks → darker = higher</a:t>
            </a:r>
          </a:p>
          <a:p>
            <a:r>
              <a:rPr lang="en-US" sz="2800" dirty="0"/>
              <a:t>Student C scored highest in Math &amp; English</a:t>
            </a:r>
            <a:endParaRPr lang="en-IN" sz="2800" dirty="0"/>
          </a:p>
        </p:txBody>
      </p:sp>
      <p:pic>
        <p:nvPicPr>
          <p:cNvPr id="4" name="Picture 3">
            <a:extLst>
              <a:ext uri="{FF2B5EF4-FFF2-40B4-BE49-F238E27FC236}">
                <a16:creationId xmlns:a16="http://schemas.microsoft.com/office/drawing/2014/main" id="{BD624008-D434-6501-6FF8-00F8226FA0BE}"/>
              </a:ext>
            </a:extLst>
          </p:cNvPr>
          <p:cNvPicPr>
            <a:picLocks noChangeAspect="1"/>
          </p:cNvPicPr>
          <p:nvPr/>
        </p:nvPicPr>
        <p:blipFill>
          <a:blip r:embed="rId2">
            <a:extLst>
              <a:ext uri="{28A0092B-C50C-407E-A947-70E740481C1C}">
                <a14:useLocalDpi xmlns:a14="http://schemas.microsoft.com/office/drawing/2010/main" val="0"/>
              </a:ext>
            </a:extLst>
          </a:blip>
          <a:srcRect l="6377" r="8238"/>
          <a:stretch>
            <a:fillRect/>
          </a:stretch>
        </p:blipFill>
        <p:spPr>
          <a:xfrm>
            <a:off x="6324600" y="593951"/>
            <a:ext cx="5867400" cy="5153706"/>
          </a:xfrm>
          <a:prstGeom prst="rect">
            <a:avLst/>
          </a:prstGeom>
        </p:spPr>
      </p:pic>
    </p:spTree>
    <p:extLst>
      <p:ext uri="{BB962C8B-B14F-4D97-AF65-F5344CB8AC3E}">
        <p14:creationId xmlns:p14="http://schemas.microsoft.com/office/powerpoint/2010/main" val="22712824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6508F9-42A8-06A0-63F7-5FD13B8D7D1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D0043F0-EEE0-3D92-7236-2F94DDEFCBB5}"/>
              </a:ext>
            </a:extLst>
          </p:cNvPr>
          <p:cNvSpPr>
            <a:spLocks noGrp="1"/>
          </p:cNvSpPr>
          <p:nvPr>
            <p:ph idx="1"/>
          </p:nvPr>
        </p:nvSpPr>
        <p:spPr>
          <a:xfrm>
            <a:off x="777240" y="718457"/>
            <a:ext cx="10659110" cy="5458506"/>
          </a:xfrm>
        </p:spPr>
        <p:txBody>
          <a:bodyPr>
            <a:normAutofit/>
          </a:bodyPr>
          <a:lstStyle/>
          <a:p>
            <a:pPr marL="0" indent="0">
              <a:buNone/>
            </a:pPr>
            <a:r>
              <a:rPr lang="en-US" sz="2800" b="1" dirty="0"/>
              <a:t>Statistical Analysis and Hypothesis Testing:</a:t>
            </a:r>
          </a:p>
          <a:p>
            <a:pPr marL="0" indent="0">
              <a:buNone/>
            </a:pPr>
            <a:r>
              <a:rPr lang="en-US" sz="2800" dirty="0"/>
              <a:t>Statistical Analysis is the process of </a:t>
            </a:r>
            <a:r>
              <a:rPr lang="en-US" sz="2800" b="1" dirty="0">
                <a:solidFill>
                  <a:srgbClr val="C00000"/>
                </a:solidFill>
              </a:rPr>
              <a:t>using math </a:t>
            </a:r>
            <a:r>
              <a:rPr lang="en-US" sz="2800" dirty="0"/>
              <a:t>to understand patterns in data.</a:t>
            </a:r>
          </a:p>
          <a:p>
            <a:pPr marL="0" indent="0">
              <a:buNone/>
            </a:pPr>
            <a:endParaRPr lang="en-US" sz="2800" b="1" dirty="0"/>
          </a:p>
          <a:p>
            <a:pPr marL="0" indent="0">
              <a:buNone/>
            </a:pPr>
            <a:r>
              <a:rPr lang="en-US" sz="2800" b="1" dirty="0"/>
              <a:t>It helps in:</a:t>
            </a:r>
          </a:p>
          <a:p>
            <a:r>
              <a:rPr lang="en-US" sz="2800" dirty="0"/>
              <a:t>Understanding </a:t>
            </a:r>
            <a:r>
              <a:rPr lang="en-US" sz="2800" b="1" dirty="0">
                <a:solidFill>
                  <a:srgbClr val="C00000"/>
                </a:solidFill>
              </a:rPr>
              <a:t>relationships</a:t>
            </a:r>
            <a:r>
              <a:rPr lang="en-US" sz="2800" dirty="0"/>
              <a:t> between variables</a:t>
            </a:r>
          </a:p>
          <a:p>
            <a:r>
              <a:rPr lang="en-US" sz="2800" dirty="0"/>
              <a:t>Identifying </a:t>
            </a:r>
            <a:r>
              <a:rPr lang="en-US" sz="2800" b="1" dirty="0">
                <a:solidFill>
                  <a:srgbClr val="C00000"/>
                </a:solidFill>
              </a:rPr>
              <a:t>trends</a:t>
            </a:r>
            <a:r>
              <a:rPr lang="en-US" sz="2800" dirty="0"/>
              <a:t>, </a:t>
            </a:r>
            <a:r>
              <a:rPr lang="en-US" sz="2800" b="1" dirty="0">
                <a:solidFill>
                  <a:srgbClr val="C00000"/>
                </a:solidFill>
              </a:rPr>
              <a:t>outliers</a:t>
            </a:r>
            <a:r>
              <a:rPr lang="en-US" sz="2800" dirty="0"/>
              <a:t>, and </a:t>
            </a:r>
            <a:r>
              <a:rPr lang="en-US" sz="2800" b="1" dirty="0">
                <a:solidFill>
                  <a:srgbClr val="C00000"/>
                </a:solidFill>
              </a:rPr>
              <a:t>distributions</a:t>
            </a:r>
          </a:p>
          <a:p>
            <a:r>
              <a:rPr lang="en-US" sz="2800" b="1" dirty="0">
                <a:solidFill>
                  <a:srgbClr val="C00000"/>
                </a:solidFill>
              </a:rPr>
              <a:t>Making</a:t>
            </a:r>
            <a:r>
              <a:rPr lang="en-US" sz="2800" dirty="0"/>
              <a:t> </a:t>
            </a:r>
            <a:r>
              <a:rPr lang="en-US" sz="2800" b="1" dirty="0"/>
              <a:t>predictions</a:t>
            </a:r>
            <a:r>
              <a:rPr lang="en-US" sz="2800" dirty="0"/>
              <a:t> and </a:t>
            </a:r>
            <a:r>
              <a:rPr lang="en-US" sz="2800" b="1" dirty="0"/>
              <a:t>decisions</a:t>
            </a:r>
          </a:p>
          <a:p>
            <a:pPr marL="0" indent="0">
              <a:buNone/>
            </a:pPr>
            <a:endParaRPr lang="en-US" sz="2800" dirty="0"/>
          </a:p>
        </p:txBody>
      </p:sp>
    </p:spTree>
    <p:extLst>
      <p:ext uri="{BB962C8B-B14F-4D97-AF65-F5344CB8AC3E}">
        <p14:creationId xmlns:p14="http://schemas.microsoft.com/office/powerpoint/2010/main" val="35525773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920CDB-9C1A-D217-E858-91E36D980EC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6E05C1F-9592-7121-CDBC-2B3EEB91510B}"/>
              </a:ext>
            </a:extLst>
          </p:cNvPr>
          <p:cNvSpPr>
            <a:spLocks noGrp="1"/>
          </p:cNvSpPr>
          <p:nvPr>
            <p:ph idx="1"/>
          </p:nvPr>
        </p:nvSpPr>
        <p:spPr>
          <a:xfrm>
            <a:off x="777240" y="315686"/>
            <a:ext cx="10659110" cy="5861277"/>
          </a:xfrm>
        </p:spPr>
        <p:txBody>
          <a:bodyPr>
            <a:normAutofit lnSpcReduction="10000"/>
          </a:bodyPr>
          <a:lstStyle/>
          <a:p>
            <a:pPr marL="0" indent="0">
              <a:buNone/>
            </a:pPr>
            <a:r>
              <a:rPr lang="en-US" sz="2400" b="1" dirty="0"/>
              <a:t>Example:</a:t>
            </a:r>
          </a:p>
          <a:p>
            <a:pPr marL="0" indent="0">
              <a:buNone/>
            </a:pPr>
            <a:r>
              <a:rPr lang="en-US" sz="2400" dirty="0"/>
              <a:t>Imagine you're teaching students, and you want to know:</a:t>
            </a:r>
          </a:p>
          <a:p>
            <a:pPr marL="0" indent="0">
              <a:buNone/>
            </a:pPr>
            <a:r>
              <a:rPr lang="en-US" sz="2400" dirty="0"/>
              <a:t>Do students who study more hours </a:t>
            </a:r>
            <a:r>
              <a:rPr lang="en-US" sz="2400" b="1" dirty="0"/>
              <a:t>get better scores?</a:t>
            </a:r>
          </a:p>
          <a:p>
            <a:pPr marL="0" indent="0">
              <a:buNone/>
            </a:pPr>
            <a:r>
              <a:rPr lang="en-US" sz="2400" dirty="0"/>
              <a:t>You can collect data like:</a:t>
            </a:r>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a:p>
            <a:r>
              <a:rPr lang="en-US" sz="2400" dirty="0"/>
              <a:t>Then you use statistical tools (like correlation) to check if more study hours = higher scores.</a:t>
            </a:r>
          </a:p>
          <a:p>
            <a:pPr marL="0" indent="0">
              <a:buNone/>
            </a:pPr>
            <a:endParaRPr lang="en-US" sz="2400" dirty="0"/>
          </a:p>
          <a:p>
            <a:pPr marL="0" indent="0">
              <a:buNone/>
            </a:pPr>
            <a:endParaRPr lang="en-IN" sz="2400" dirty="0"/>
          </a:p>
        </p:txBody>
      </p:sp>
      <p:graphicFrame>
        <p:nvGraphicFramePr>
          <p:cNvPr id="2" name="Table 1">
            <a:extLst>
              <a:ext uri="{FF2B5EF4-FFF2-40B4-BE49-F238E27FC236}">
                <a16:creationId xmlns:a16="http://schemas.microsoft.com/office/drawing/2014/main" id="{19240EF0-7936-23E7-3237-FD1446AA6DD9}"/>
              </a:ext>
            </a:extLst>
          </p:cNvPr>
          <p:cNvGraphicFramePr>
            <a:graphicFrameLocks noGrp="1"/>
          </p:cNvGraphicFramePr>
          <p:nvPr>
            <p:extLst>
              <p:ext uri="{D42A27DB-BD31-4B8C-83A1-F6EECF244321}">
                <p14:modId xmlns:p14="http://schemas.microsoft.com/office/powerpoint/2010/main" val="3691687601"/>
              </p:ext>
            </p:extLst>
          </p:nvPr>
        </p:nvGraphicFramePr>
        <p:xfrm>
          <a:off x="4273459" y="1697208"/>
          <a:ext cx="4369798" cy="3463584"/>
        </p:xfrm>
        <a:graphic>
          <a:graphicData uri="http://schemas.openxmlformats.org/drawingml/2006/table">
            <a:tbl>
              <a:tblPr firstRow="1" firstCol="1" bandRow="1">
                <a:tableStyleId>{5C22544A-7EE6-4342-B048-85BDC9FD1C3A}</a:tableStyleId>
              </a:tblPr>
              <a:tblGrid>
                <a:gridCol w="2256181">
                  <a:extLst>
                    <a:ext uri="{9D8B030D-6E8A-4147-A177-3AD203B41FA5}">
                      <a16:colId xmlns:a16="http://schemas.microsoft.com/office/drawing/2014/main" val="4147185918"/>
                    </a:ext>
                  </a:extLst>
                </a:gridCol>
                <a:gridCol w="2113617">
                  <a:extLst>
                    <a:ext uri="{9D8B030D-6E8A-4147-A177-3AD203B41FA5}">
                      <a16:colId xmlns:a16="http://schemas.microsoft.com/office/drawing/2014/main" val="3538957239"/>
                    </a:ext>
                  </a:extLst>
                </a:gridCol>
              </a:tblGrid>
              <a:tr h="577264">
                <a:tc>
                  <a:txBody>
                    <a:bodyPr/>
                    <a:lstStyle/>
                    <a:p>
                      <a:pPr algn="ctr">
                        <a:lnSpc>
                          <a:spcPct val="115000"/>
                        </a:lnSpc>
                        <a:spcAft>
                          <a:spcPts val="800"/>
                        </a:spcAft>
                        <a:buNone/>
                      </a:pPr>
                      <a:r>
                        <a:rPr lang="en-IN" sz="2400" kern="100" dirty="0">
                          <a:effectLst/>
                        </a:rPr>
                        <a:t>Hours Studied</a:t>
                      </a:r>
                      <a:endParaRPr lang="en-IN"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tc>
                <a:tc>
                  <a:txBody>
                    <a:bodyPr/>
                    <a:lstStyle/>
                    <a:p>
                      <a:pPr algn="ctr">
                        <a:lnSpc>
                          <a:spcPct val="115000"/>
                        </a:lnSpc>
                        <a:spcAft>
                          <a:spcPts val="800"/>
                        </a:spcAft>
                        <a:buNone/>
                      </a:pPr>
                      <a:r>
                        <a:rPr lang="en-IN" sz="2400" kern="100">
                          <a:effectLst/>
                        </a:rPr>
                        <a:t>     Exam Score</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tc>
                <a:extLst>
                  <a:ext uri="{0D108BD9-81ED-4DB2-BD59-A6C34878D82A}">
                    <a16:rowId xmlns:a16="http://schemas.microsoft.com/office/drawing/2014/main" val="2327689138"/>
                  </a:ext>
                </a:extLst>
              </a:tr>
              <a:tr h="577264">
                <a:tc>
                  <a:txBody>
                    <a:bodyPr/>
                    <a:lstStyle/>
                    <a:p>
                      <a:pPr algn="ctr">
                        <a:lnSpc>
                          <a:spcPct val="115000"/>
                        </a:lnSpc>
                        <a:spcAft>
                          <a:spcPts val="800"/>
                        </a:spcAft>
                        <a:buNone/>
                      </a:pPr>
                      <a:r>
                        <a:rPr lang="en-IN" sz="2400" kern="100" dirty="0">
                          <a:effectLst/>
                        </a:rPr>
                        <a:t>  1   </a:t>
                      </a:r>
                      <a:endParaRPr lang="en-IN"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tc>
                <a:tc>
                  <a:txBody>
                    <a:bodyPr/>
                    <a:lstStyle/>
                    <a:p>
                      <a:pPr algn="ctr">
                        <a:lnSpc>
                          <a:spcPct val="115000"/>
                        </a:lnSpc>
                        <a:spcAft>
                          <a:spcPts val="800"/>
                        </a:spcAft>
                        <a:buNone/>
                      </a:pPr>
                      <a:r>
                        <a:rPr lang="en-IN" sz="2400" kern="100" dirty="0">
                          <a:effectLst/>
                        </a:rPr>
                        <a:t>40</a:t>
                      </a:r>
                      <a:endParaRPr lang="en-IN"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tc>
                <a:extLst>
                  <a:ext uri="{0D108BD9-81ED-4DB2-BD59-A6C34878D82A}">
                    <a16:rowId xmlns:a16="http://schemas.microsoft.com/office/drawing/2014/main" val="202178564"/>
                  </a:ext>
                </a:extLst>
              </a:tr>
              <a:tr h="577264">
                <a:tc>
                  <a:txBody>
                    <a:bodyPr/>
                    <a:lstStyle/>
                    <a:p>
                      <a:pPr algn="ctr">
                        <a:lnSpc>
                          <a:spcPct val="115000"/>
                        </a:lnSpc>
                        <a:spcAft>
                          <a:spcPts val="800"/>
                        </a:spcAft>
                        <a:buNone/>
                      </a:pPr>
                      <a:r>
                        <a:rPr lang="en-IN" sz="2400" kern="100" dirty="0">
                          <a:effectLst/>
                        </a:rPr>
                        <a:t>  2      </a:t>
                      </a:r>
                      <a:endParaRPr lang="en-IN"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tc>
                <a:tc>
                  <a:txBody>
                    <a:bodyPr/>
                    <a:lstStyle/>
                    <a:p>
                      <a:pPr algn="ctr">
                        <a:lnSpc>
                          <a:spcPct val="115000"/>
                        </a:lnSpc>
                        <a:spcAft>
                          <a:spcPts val="800"/>
                        </a:spcAft>
                        <a:buNone/>
                      </a:pPr>
                      <a:r>
                        <a:rPr lang="en-IN" sz="2400" kern="100" dirty="0">
                          <a:effectLst/>
                        </a:rPr>
                        <a:t>55</a:t>
                      </a:r>
                      <a:endParaRPr lang="en-IN"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tc>
                <a:extLst>
                  <a:ext uri="{0D108BD9-81ED-4DB2-BD59-A6C34878D82A}">
                    <a16:rowId xmlns:a16="http://schemas.microsoft.com/office/drawing/2014/main" val="700783630"/>
                  </a:ext>
                </a:extLst>
              </a:tr>
              <a:tr h="577264">
                <a:tc>
                  <a:txBody>
                    <a:bodyPr/>
                    <a:lstStyle/>
                    <a:p>
                      <a:pPr algn="ctr">
                        <a:lnSpc>
                          <a:spcPct val="115000"/>
                        </a:lnSpc>
                        <a:spcAft>
                          <a:spcPts val="800"/>
                        </a:spcAft>
                        <a:buNone/>
                      </a:pPr>
                      <a:r>
                        <a:rPr lang="en-IN" sz="2400" kern="100">
                          <a:effectLst/>
                        </a:rPr>
                        <a:t>  3     </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tc>
                <a:tc>
                  <a:txBody>
                    <a:bodyPr/>
                    <a:lstStyle/>
                    <a:p>
                      <a:pPr algn="ctr">
                        <a:lnSpc>
                          <a:spcPct val="115000"/>
                        </a:lnSpc>
                        <a:spcAft>
                          <a:spcPts val="800"/>
                        </a:spcAft>
                        <a:buNone/>
                      </a:pPr>
                      <a:r>
                        <a:rPr lang="en-IN" sz="2400" kern="100" dirty="0">
                          <a:effectLst/>
                        </a:rPr>
                        <a:t>60</a:t>
                      </a:r>
                      <a:endParaRPr lang="en-IN"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tc>
                <a:extLst>
                  <a:ext uri="{0D108BD9-81ED-4DB2-BD59-A6C34878D82A}">
                    <a16:rowId xmlns:a16="http://schemas.microsoft.com/office/drawing/2014/main" val="2185979882"/>
                  </a:ext>
                </a:extLst>
              </a:tr>
              <a:tr h="577264">
                <a:tc>
                  <a:txBody>
                    <a:bodyPr/>
                    <a:lstStyle/>
                    <a:p>
                      <a:pPr algn="ctr">
                        <a:lnSpc>
                          <a:spcPct val="115000"/>
                        </a:lnSpc>
                        <a:spcAft>
                          <a:spcPts val="800"/>
                        </a:spcAft>
                        <a:buNone/>
                      </a:pPr>
                      <a:r>
                        <a:rPr lang="en-IN" sz="2400" kern="100">
                          <a:effectLst/>
                        </a:rPr>
                        <a:t>  5     </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tc>
                <a:tc>
                  <a:txBody>
                    <a:bodyPr/>
                    <a:lstStyle/>
                    <a:p>
                      <a:pPr algn="ctr">
                        <a:lnSpc>
                          <a:spcPct val="115000"/>
                        </a:lnSpc>
                        <a:spcAft>
                          <a:spcPts val="800"/>
                        </a:spcAft>
                        <a:buNone/>
                      </a:pPr>
                      <a:r>
                        <a:rPr lang="en-IN" sz="2400" kern="100" dirty="0">
                          <a:effectLst/>
                        </a:rPr>
                        <a:t>75</a:t>
                      </a:r>
                      <a:endParaRPr lang="en-IN"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tc>
                <a:extLst>
                  <a:ext uri="{0D108BD9-81ED-4DB2-BD59-A6C34878D82A}">
                    <a16:rowId xmlns:a16="http://schemas.microsoft.com/office/drawing/2014/main" val="2888115497"/>
                  </a:ext>
                </a:extLst>
              </a:tr>
              <a:tr h="577264">
                <a:tc>
                  <a:txBody>
                    <a:bodyPr/>
                    <a:lstStyle/>
                    <a:p>
                      <a:pPr algn="ctr">
                        <a:lnSpc>
                          <a:spcPct val="115000"/>
                        </a:lnSpc>
                        <a:spcAft>
                          <a:spcPts val="800"/>
                        </a:spcAft>
                        <a:buNone/>
                      </a:pPr>
                      <a:r>
                        <a:rPr lang="en-IN" sz="2400" kern="100" dirty="0">
                          <a:effectLst/>
                        </a:rPr>
                        <a:t>  6   </a:t>
                      </a:r>
                      <a:endParaRPr lang="en-IN"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tc>
                <a:tc>
                  <a:txBody>
                    <a:bodyPr/>
                    <a:lstStyle/>
                    <a:p>
                      <a:pPr algn="ctr">
                        <a:lnSpc>
                          <a:spcPct val="115000"/>
                        </a:lnSpc>
                        <a:spcAft>
                          <a:spcPts val="800"/>
                        </a:spcAft>
                        <a:buNone/>
                      </a:pPr>
                      <a:r>
                        <a:rPr lang="en-IN" sz="2400" kern="100" dirty="0">
                          <a:effectLst/>
                        </a:rPr>
                        <a:t>80</a:t>
                      </a:r>
                      <a:endParaRPr lang="en-IN"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tc>
                <a:extLst>
                  <a:ext uri="{0D108BD9-81ED-4DB2-BD59-A6C34878D82A}">
                    <a16:rowId xmlns:a16="http://schemas.microsoft.com/office/drawing/2014/main" val="1234551387"/>
                  </a:ext>
                </a:extLst>
              </a:tr>
            </a:tbl>
          </a:graphicData>
        </a:graphic>
      </p:graphicFrame>
    </p:spTree>
    <p:extLst>
      <p:ext uri="{BB962C8B-B14F-4D97-AF65-F5344CB8AC3E}">
        <p14:creationId xmlns:p14="http://schemas.microsoft.com/office/powerpoint/2010/main" val="42236483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AB61E7-8DBF-7321-FD87-C4F7DD949ED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8E79253-0D92-056C-ACEE-FD5CA31C3201}"/>
              </a:ext>
            </a:extLst>
          </p:cNvPr>
          <p:cNvSpPr>
            <a:spLocks noGrp="1"/>
          </p:cNvSpPr>
          <p:nvPr>
            <p:ph idx="1"/>
          </p:nvPr>
        </p:nvSpPr>
        <p:spPr>
          <a:xfrm>
            <a:off x="777240" y="435429"/>
            <a:ext cx="10659110" cy="5741534"/>
          </a:xfrm>
        </p:spPr>
        <p:txBody>
          <a:bodyPr>
            <a:normAutofit/>
          </a:bodyPr>
          <a:lstStyle/>
          <a:p>
            <a:pPr marL="0" indent="0">
              <a:buNone/>
            </a:pPr>
            <a:r>
              <a:rPr lang="en-US" sz="2400" b="1" dirty="0"/>
              <a:t>What is </a:t>
            </a:r>
            <a:r>
              <a:rPr lang="en-US" sz="2400" b="1" dirty="0">
                <a:solidFill>
                  <a:srgbClr val="C00000"/>
                </a:solidFill>
              </a:rPr>
              <a:t>Hypothesis</a:t>
            </a:r>
            <a:r>
              <a:rPr lang="en-US" sz="2400" b="1" dirty="0"/>
              <a:t> Testing?</a:t>
            </a:r>
          </a:p>
          <a:p>
            <a:pPr marL="0" indent="0">
              <a:buNone/>
            </a:pPr>
            <a:r>
              <a:rPr lang="en-US" sz="2400" dirty="0"/>
              <a:t>Hypothesis Testing is a way to </a:t>
            </a:r>
            <a:r>
              <a:rPr lang="en-US" sz="2400" b="1" dirty="0">
                <a:solidFill>
                  <a:srgbClr val="C00000"/>
                </a:solidFill>
              </a:rPr>
              <a:t>test assumptions </a:t>
            </a:r>
            <a:r>
              <a:rPr lang="en-US" sz="2400" b="1" dirty="0"/>
              <a:t>about a dataset</a:t>
            </a:r>
            <a:r>
              <a:rPr lang="en-US" sz="2400" dirty="0"/>
              <a:t>.</a:t>
            </a:r>
          </a:p>
          <a:p>
            <a:pPr marL="0" indent="0">
              <a:buNone/>
            </a:pPr>
            <a:endParaRPr lang="en-US" sz="2400" dirty="0"/>
          </a:p>
          <a:p>
            <a:pPr marL="0" indent="0">
              <a:buNone/>
            </a:pPr>
            <a:r>
              <a:rPr lang="en-US" sz="2400" dirty="0"/>
              <a:t>It answers the question:</a:t>
            </a:r>
          </a:p>
          <a:p>
            <a:pPr marL="0" indent="0">
              <a:buNone/>
            </a:pPr>
            <a:r>
              <a:rPr lang="en-US" sz="2400" dirty="0"/>
              <a:t>	</a:t>
            </a:r>
            <a:r>
              <a:rPr lang="en-US" sz="2400" b="1" dirty="0"/>
              <a:t>"Is what I'm seeing in the data </a:t>
            </a:r>
            <a:r>
              <a:rPr lang="en-US" sz="2400" b="1" dirty="0">
                <a:solidFill>
                  <a:srgbClr val="C00000"/>
                </a:solidFill>
              </a:rPr>
              <a:t>real</a:t>
            </a:r>
            <a:r>
              <a:rPr lang="en-US" sz="2400" b="1" dirty="0"/>
              <a:t>, or just due to </a:t>
            </a:r>
            <a:r>
              <a:rPr lang="en-US" sz="2400" b="1" dirty="0">
                <a:solidFill>
                  <a:srgbClr val="C00000"/>
                </a:solidFill>
              </a:rPr>
              <a:t>chance</a:t>
            </a:r>
            <a:r>
              <a:rPr lang="en-US" sz="2400" b="1" dirty="0"/>
              <a:t>?“</a:t>
            </a:r>
          </a:p>
          <a:p>
            <a:pPr marL="0" indent="0">
              <a:buNone/>
            </a:pPr>
            <a:endParaRPr lang="en-US" sz="2400" b="1" dirty="0"/>
          </a:p>
          <a:p>
            <a:pPr marL="0" indent="0">
              <a:buNone/>
            </a:pPr>
            <a:endParaRPr lang="en-IN" sz="2400" b="1" dirty="0"/>
          </a:p>
        </p:txBody>
      </p:sp>
      <p:graphicFrame>
        <p:nvGraphicFramePr>
          <p:cNvPr id="4" name="Table 3">
            <a:extLst>
              <a:ext uri="{FF2B5EF4-FFF2-40B4-BE49-F238E27FC236}">
                <a16:creationId xmlns:a16="http://schemas.microsoft.com/office/drawing/2014/main" id="{1624B069-6B83-71F6-8E23-35F9B65FE66F}"/>
              </a:ext>
            </a:extLst>
          </p:cNvPr>
          <p:cNvGraphicFramePr>
            <a:graphicFrameLocks noGrp="1"/>
          </p:cNvGraphicFramePr>
          <p:nvPr>
            <p:extLst>
              <p:ext uri="{D42A27DB-BD31-4B8C-83A1-F6EECF244321}">
                <p14:modId xmlns:p14="http://schemas.microsoft.com/office/powerpoint/2010/main" val="1638268290"/>
              </p:ext>
            </p:extLst>
          </p:nvPr>
        </p:nvGraphicFramePr>
        <p:xfrm>
          <a:off x="990600" y="3028002"/>
          <a:ext cx="10025743" cy="3296600"/>
        </p:xfrm>
        <a:graphic>
          <a:graphicData uri="http://schemas.openxmlformats.org/drawingml/2006/table">
            <a:tbl>
              <a:tblPr firstRow="1" firstCol="1" bandRow="1">
                <a:tableStyleId>{5C22544A-7EE6-4342-B048-85BDC9FD1C3A}</a:tableStyleId>
              </a:tblPr>
              <a:tblGrid>
                <a:gridCol w="4134579">
                  <a:extLst>
                    <a:ext uri="{9D8B030D-6E8A-4147-A177-3AD203B41FA5}">
                      <a16:colId xmlns:a16="http://schemas.microsoft.com/office/drawing/2014/main" val="1666020089"/>
                    </a:ext>
                  </a:extLst>
                </a:gridCol>
                <a:gridCol w="5891164">
                  <a:extLst>
                    <a:ext uri="{9D8B030D-6E8A-4147-A177-3AD203B41FA5}">
                      <a16:colId xmlns:a16="http://schemas.microsoft.com/office/drawing/2014/main" val="3237553437"/>
                    </a:ext>
                  </a:extLst>
                </a:gridCol>
              </a:tblGrid>
              <a:tr h="406559">
                <a:tc>
                  <a:txBody>
                    <a:bodyPr/>
                    <a:lstStyle/>
                    <a:p>
                      <a:pPr>
                        <a:lnSpc>
                          <a:spcPct val="115000"/>
                        </a:lnSpc>
                        <a:spcAft>
                          <a:spcPts val="800"/>
                        </a:spcAft>
                        <a:buNone/>
                      </a:pPr>
                      <a:r>
                        <a:rPr lang="en-IN" sz="2400" kern="100" dirty="0">
                          <a:effectLst/>
                        </a:rPr>
                        <a:t>Term</a:t>
                      </a:r>
                      <a:endParaRPr lang="en-IN"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400" kern="100">
                          <a:effectLst/>
                        </a:rPr>
                        <a:t>Simple Meaning</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243252510"/>
                  </a:ext>
                </a:extLst>
              </a:tr>
              <a:tr h="406559">
                <a:tc>
                  <a:txBody>
                    <a:bodyPr/>
                    <a:lstStyle/>
                    <a:p>
                      <a:pPr>
                        <a:lnSpc>
                          <a:spcPct val="115000"/>
                        </a:lnSpc>
                        <a:spcAft>
                          <a:spcPts val="800"/>
                        </a:spcAft>
                        <a:buNone/>
                      </a:pPr>
                      <a:r>
                        <a:rPr lang="en-IN" sz="2400" kern="100" dirty="0">
                          <a:effectLst/>
                        </a:rPr>
                        <a:t>Hypothesis</a:t>
                      </a:r>
                      <a:endParaRPr lang="en-IN"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400" kern="100">
                          <a:effectLst/>
                        </a:rPr>
                        <a:t>A guess/claim we want to test</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003445686"/>
                  </a:ext>
                </a:extLst>
              </a:tr>
              <a:tr h="406559">
                <a:tc>
                  <a:txBody>
                    <a:bodyPr/>
                    <a:lstStyle/>
                    <a:p>
                      <a:pPr>
                        <a:lnSpc>
                          <a:spcPct val="115000"/>
                        </a:lnSpc>
                        <a:spcAft>
                          <a:spcPts val="800"/>
                        </a:spcAft>
                        <a:buNone/>
                      </a:pPr>
                      <a:r>
                        <a:rPr lang="en-IN" sz="2400" kern="100" dirty="0">
                          <a:effectLst/>
                        </a:rPr>
                        <a:t>Null Hypothesis (H₀)</a:t>
                      </a:r>
                      <a:endParaRPr lang="en-IN"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400" kern="100">
                          <a:effectLst/>
                        </a:rPr>
                        <a:t>"There is no effect or difference"</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492097938"/>
                  </a:ext>
                </a:extLst>
              </a:tr>
              <a:tr h="406559">
                <a:tc>
                  <a:txBody>
                    <a:bodyPr/>
                    <a:lstStyle/>
                    <a:p>
                      <a:pPr>
                        <a:lnSpc>
                          <a:spcPct val="115000"/>
                        </a:lnSpc>
                        <a:spcAft>
                          <a:spcPts val="800"/>
                        </a:spcAft>
                        <a:buNone/>
                      </a:pPr>
                      <a:r>
                        <a:rPr lang="en-IN" sz="2400" kern="100">
                          <a:effectLst/>
                        </a:rPr>
                        <a:t>Alternate Hypothesis (H₁)</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400" kern="100">
                          <a:effectLst/>
                        </a:rPr>
                        <a:t>"There is an effect or difference"</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592516468"/>
                  </a:ext>
                </a:extLst>
              </a:tr>
              <a:tr h="835182">
                <a:tc>
                  <a:txBody>
                    <a:bodyPr/>
                    <a:lstStyle/>
                    <a:p>
                      <a:pPr>
                        <a:lnSpc>
                          <a:spcPct val="115000"/>
                        </a:lnSpc>
                        <a:spcAft>
                          <a:spcPts val="800"/>
                        </a:spcAft>
                        <a:buNone/>
                      </a:pPr>
                      <a:r>
                        <a:rPr lang="en-IN" sz="2400" kern="100">
                          <a:effectLst/>
                        </a:rPr>
                        <a:t>P-value</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400" kern="100">
                          <a:effectLst/>
                        </a:rPr>
                        <a:t>Probability that results happened by chance</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8326162"/>
                  </a:ext>
                </a:extLst>
              </a:tr>
              <a:tr h="835182">
                <a:tc>
                  <a:txBody>
                    <a:bodyPr/>
                    <a:lstStyle/>
                    <a:p>
                      <a:pPr>
                        <a:lnSpc>
                          <a:spcPct val="115000"/>
                        </a:lnSpc>
                        <a:spcAft>
                          <a:spcPts val="800"/>
                        </a:spcAft>
                        <a:buNone/>
                      </a:pPr>
                      <a:r>
                        <a:rPr lang="en-IN" sz="2400" kern="100">
                          <a:effectLst/>
                        </a:rPr>
                        <a:t>Significance level (α)</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400" kern="100" dirty="0">
                          <a:effectLst/>
                        </a:rPr>
                        <a:t>The cutoff (usually 0.05) to decide if we reject H₀</a:t>
                      </a:r>
                      <a:endParaRPr lang="en-IN"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763952102"/>
                  </a:ext>
                </a:extLst>
              </a:tr>
            </a:tbl>
          </a:graphicData>
        </a:graphic>
      </p:graphicFrame>
    </p:spTree>
    <p:extLst>
      <p:ext uri="{BB962C8B-B14F-4D97-AF65-F5344CB8AC3E}">
        <p14:creationId xmlns:p14="http://schemas.microsoft.com/office/powerpoint/2010/main" val="6797356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40CD6B-B71E-A700-4D8C-E170123C906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B3BF8C2-805A-B040-721E-A38EF24D6825}"/>
              </a:ext>
            </a:extLst>
          </p:cNvPr>
          <p:cNvSpPr>
            <a:spLocks noGrp="1"/>
          </p:cNvSpPr>
          <p:nvPr>
            <p:ph idx="1"/>
          </p:nvPr>
        </p:nvSpPr>
        <p:spPr>
          <a:xfrm>
            <a:off x="777240" y="489857"/>
            <a:ext cx="10659110" cy="5932714"/>
          </a:xfrm>
        </p:spPr>
        <p:txBody>
          <a:bodyPr>
            <a:normAutofit lnSpcReduction="10000"/>
          </a:bodyPr>
          <a:lstStyle/>
          <a:p>
            <a:pPr marL="0" indent="0">
              <a:buNone/>
            </a:pPr>
            <a:r>
              <a:rPr lang="en-US" sz="2400" b="1" dirty="0"/>
              <a:t>Example:</a:t>
            </a:r>
          </a:p>
          <a:p>
            <a:pPr marL="0" indent="0">
              <a:buNone/>
            </a:pPr>
            <a:r>
              <a:rPr lang="en-US" sz="2400" dirty="0"/>
              <a:t>You built a </a:t>
            </a:r>
            <a:r>
              <a:rPr lang="en-US" sz="2400" b="1" dirty="0"/>
              <a:t>new teaching method</a:t>
            </a:r>
            <a:r>
              <a:rPr lang="en-US" sz="2400" dirty="0"/>
              <a:t>. You want to test if it really improves student scores.</a:t>
            </a:r>
          </a:p>
          <a:p>
            <a:r>
              <a:rPr lang="en-US" sz="2400" b="1" dirty="0"/>
              <a:t>H₀ (</a:t>
            </a:r>
            <a:r>
              <a:rPr lang="en-US" sz="2400" b="1" dirty="0">
                <a:solidFill>
                  <a:srgbClr val="C00000"/>
                </a:solidFill>
              </a:rPr>
              <a:t>Null</a:t>
            </a:r>
            <a:r>
              <a:rPr lang="en-US" sz="2400" b="1" dirty="0"/>
              <a:t> Hypothesis): </a:t>
            </a:r>
            <a:r>
              <a:rPr lang="en-US" sz="2400" dirty="0"/>
              <a:t>New method has no effect.</a:t>
            </a:r>
          </a:p>
          <a:p>
            <a:r>
              <a:rPr lang="en-US" sz="2400" b="1" dirty="0"/>
              <a:t>H₁ (</a:t>
            </a:r>
            <a:r>
              <a:rPr lang="en-US" sz="2400" b="1" dirty="0">
                <a:solidFill>
                  <a:srgbClr val="C00000"/>
                </a:solidFill>
              </a:rPr>
              <a:t>Alternate</a:t>
            </a:r>
            <a:r>
              <a:rPr lang="en-US" sz="2400" b="1" dirty="0"/>
              <a:t> Hypothesis): </a:t>
            </a:r>
            <a:r>
              <a:rPr lang="en-US" sz="2400" dirty="0"/>
              <a:t>New method improves scores.</a:t>
            </a:r>
          </a:p>
          <a:p>
            <a:pPr marL="0" indent="0">
              <a:buNone/>
            </a:pPr>
            <a:endParaRPr lang="en-US" sz="1700" dirty="0"/>
          </a:p>
          <a:p>
            <a:pPr marL="0" indent="0">
              <a:buNone/>
            </a:pPr>
            <a:r>
              <a:rPr lang="en-US" sz="2400" dirty="0"/>
              <a:t>You teach two groups:</a:t>
            </a:r>
          </a:p>
          <a:p>
            <a:r>
              <a:rPr lang="en-US" sz="2400" b="1" dirty="0"/>
              <a:t>Group A: </a:t>
            </a:r>
            <a:r>
              <a:rPr lang="en-US" sz="2400" dirty="0"/>
              <a:t>Old method → Avg score = 70</a:t>
            </a:r>
          </a:p>
          <a:p>
            <a:r>
              <a:rPr lang="en-US" sz="2400" b="1" dirty="0"/>
              <a:t>Group B: </a:t>
            </a:r>
            <a:r>
              <a:rPr lang="en-US" sz="2400" dirty="0"/>
              <a:t>New method → Avg score = 78</a:t>
            </a:r>
          </a:p>
          <a:p>
            <a:pPr marL="0" indent="0">
              <a:buNone/>
            </a:pPr>
            <a:endParaRPr lang="en-US" sz="1500" dirty="0"/>
          </a:p>
          <a:p>
            <a:pPr marL="0" indent="0">
              <a:buNone/>
            </a:pPr>
            <a:r>
              <a:rPr lang="en-US" sz="2400" dirty="0"/>
              <a:t>Now you do </a:t>
            </a:r>
            <a:r>
              <a:rPr lang="en-US" sz="2400" b="1" dirty="0">
                <a:solidFill>
                  <a:srgbClr val="C00000"/>
                </a:solidFill>
              </a:rPr>
              <a:t>hypothesis testing </a:t>
            </a:r>
            <a:r>
              <a:rPr lang="en-US" sz="2400" dirty="0"/>
              <a:t>to check:</a:t>
            </a:r>
          </a:p>
          <a:p>
            <a:pPr marL="0" indent="0">
              <a:buNone/>
            </a:pPr>
            <a:r>
              <a:rPr lang="en-US" sz="2400" dirty="0"/>
              <a:t>👉 Is the difference (78 vs. 70) real or just by luck?</a:t>
            </a:r>
          </a:p>
          <a:p>
            <a:pPr marL="0" indent="0">
              <a:buNone/>
            </a:pPr>
            <a:endParaRPr lang="en-US" sz="1800" dirty="0"/>
          </a:p>
          <a:p>
            <a:pPr marL="0" indent="0">
              <a:buNone/>
            </a:pPr>
            <a:r>
              <a:rPr lang="en-US" sz="2400" dirty="0"/>
              <a:t>If p-value &lt; 0.05 → </a:t>
            </a:r>
            <a:r>
              <a:rPr lang="en-US" sz="2400" b="1" dirty="0">
                <a:solidFill>
                  <a:srgbClr val="C00000"/>
                </a:solidFill>
              </a:rPr>
              <a:t>Reject</a:t>
            </a:r>
            <a:r>
              <a:rPr lang="en-US" sz="2400" dirty="0"/>
              <a:t> H₀ </a:t>
            </a:r>
          </a:p>
          <a:p>
            <a:pPr marL="0" indent="0">
              <a:buNone/>
            </a:pPr>
            <a:r>
              <a:rPr lang="en-US" sz="2400" dirty="0"/>
              <a:t>If p-value ≥ 0.05 → </a:t>
            </a:r>
            <a:r>
              <a:rPr lang="en-US" sz="2400" b="1" dirty="0">
                <a:solidFill>
                  <a:srgbClr val="C00000"/>
                </a:solidFill>
              </a:rPr>
              <a:t>Don’t</a:t>
            </a:r>
            <a:r>
              <a:rPr lang="en-US" sz="2400" dirty="0"/>
              <a:t> </a:t>
            </a:r>
            <a:r>
              <a:rPr lang="en-US" sz="2400" b="1" dirty="0">
                <a:solidFill>
                  <a:srgbClr val="C00000"/>
                </a:solidFill>
              </a:rPr>
              <a:t>reject</a:t>
            </a:r>
            <a:r>
              <a:rPr lang="en-US" sz="2400" dirty="0"/>
              <a:t> H₀ </a:t>
            </a:r>
          </a:p>
          <a:p>
            <a:pPr marL="0" indent="0">
              <a:buNone/>
            </a:pPr>
            <a:endParaRPr lang="en-IN" sz="2400" dirty="0"/>
          </a:p>
        </p:txBody>
      </p:sp>
    </p:spTree>
    <p:extLst>
      <p:ext uri="{BB962C8B-B14F-4D97-AF65-F5344CB8AC3E}">
        <p14:creationId xmlns:p14="http://schemas.microsoft.com/office/powerpoint/2010/main" val="36744288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A9FE1B-6DAB-7720-821B-F6B2305469E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31C1877-5F6D-1939-C86F-CA3994777B44}"/>
              </a:ext>
            </a:extLst>
          </p:cNvPr>
          <p:cNvSpPr>
            <a:spLocks noGrp="1"/>
          </p:cNvSpPr>
          <p:nvPr>
            <p:ph idx="1"/>
          </p:nvPr>
        </p:nvSpPr>
        <p:spPr>
          <a:xfrm>
            <a:off x="777240" y="1404257"/>
            <a:ext cx="10659110" cy="4772706"/>
          </a:xfrm>
        </p:spPr>
        <p:txBody>
          <a:bodyPr>
            <a:normAutofit/>
          </a:bodyPr>
          <a:lstStyle/>
          <a:p>
            <a:pPr marL="0" indent="0">
              <a:buNone/>
            </a:pPr>
            <a:r>
              <a:rPr lang="en-US" sz="2800" b="1" dirty="0"/>
              <a:t>Why is Hypothesis Testing Important in ML?</a:t>
            </a:r>
          </a:p>
          <a:p>
            <a:r>
              <a:rPr lang="en-US" sz="2800" dirty="0"/>
              <a:t>In </a:t>
            </a:r>
            <a:r>
              <a:rPr lang="en-US" sz="2800" b="1" dirty="0"/>
              <a:t>Machine Learning</a:t>
            </a:r>
            <a:r>
              <a:rPr lang="en-US" sz="2800" dirty="0"/>
              <a:t>, we:</a:t>
            </a:r>
          </a:p>
          <a:p>
            <a:pPr lvl="1"/>
            <a:r>
              <a:rPr lang="en-US" sz="2800" dirty="0"/>
              <a:t>Test if one feature really </a:t>
            </a:r>
            <a:r>
              <a:rPr lang="en-US" sz="2800" b="1" dirty="0">
                <a:solidFill>
                  <a:srgbClr val="C00000"/>
                </a:solidFill>
              </a:rPr>
              <a:t>affects</a:t>
            </a:r>
            <a:r>
              <a:rPr lang="en-US" sz="2800" dirty="0"/>
              <a:t> the result</a:t>
            </a:r>
          </a:p>
          <a:p>
            <a:pPr lvl="1"/>
            <a:r>
              <a:rPr lang="en-US" sz="2800" dirty="0"/>
              <a:t>Decide if a </a:t>
            </a:r>
            <a:r>
              <a:rPr lang="en-US" sz="2800" b="1" dirty="0">
                <a:solidFill>
                  <a:srgbClr val="C00000"/>
                </a:solidFill>
              </a:rPr>
              <a:t>new model </a:t>
            </a:r>
            <a:r>
              <a:rPr lang="en-US" sz="2800" dirty="0"/>
              <a:t>is </a:t>
            </a:r>
            <a:r>
              <a:rPr lang="en-US" sz="2800" b="1" dirty="0"/>
              <a:t>better</a:t>
            </a:r>
            <a:r>
              <a:rPr lang="en-US" sz="2800" dirty="0"/>
              <a:t> than an </a:t>
            </a:r>
            <a:r>
              <a:rPr lang="en-US" sz="2800" b="1" dirty="0"/>
              <a:t>old one</a:t>
            </a:r>
          </a:p>
          <a:p>
            <a:pPr lvl="1"/>
            <a:r>
              <a:rPr lang="en-US" sz="2800" dirty="0"/>
              <a:t>Avoid making decisions based on </a:t>
            </a:r>
            <a:r>
              <a:rPr lang="en-US" sz="2800" b="1" dirty="0"/>
              <a:t>random patterns</a:t>
            </a:r>
            <a:endParaRPr lang="en-US" sz="2800" dirty="0"/>
          </a:p>
        </p:txBody>
      </p:sp>
    </p:spTree>
    <p:extLst>
      <p:ext uri="{BB962C8B-B14F-4D97-AF65-F5344CB8AC3E}">
        <p14:creationId xmlns:p14="http://schemas.microsoft.com/office/powerpoint/2010/main" val="10905394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BDD37A-FE6E-AEED-904B-9EBACED2A38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3DF406B-B291-499C-0904-27D9E492AC6D}"/>
              </a:ext>
            </a:extLst>
          </p:cNvPr>
          <p:cNvSpPr>
            <a:spLocks noGrp="1"/>
          </p:cNvSpPr>
          <p:nvPr>
            <p:ph idx="1"/>
          </p:nvPr>
        </p:nvSpPr>
        <p:spPr>
          <a:xfrm>
            <a:off x="777240" y="718457"/>
            <a:ext cx="10659110" cy="5458506"/>
          </a:xfrm>
        </p:spPr>
        <p:txBody>
          <a:bodyPr>
            <a:normAutofit/>
          </a:bodyPr>
          <a:lstStyle/>
          <a:p>
            <a:pPr marL="0" indent="0">
              <a:buNone/>
            </a:pPr>
            <a:r>
              <a:rPr lang="en-US" sz="2800" b="1" dirty="0"/>
              <a:t>Identifying patterns and insights from data</a:t>
            </a:r>
          </a:p>
          <a:p>
            <a:r>
              <a:rPr lang="en-US" sz="2400" b="1" dirty="0"/>
              <a:t>What does "Identifying Patterns and Insights" mean?</a:t>
            </a:r>
          </a:p>
          <a:p>
            <a:r>
              <a:rPr lang="en-US" sz="2400" dirty="0"/>
              <a:t>It means </a:t>
            </a:r>
            <a:r>
              <a:rPr lang="en-US" sz="2400" b="1" dirty="0"/>
              <a:t>looking at data</a:t>
            </a:r>
            <a:r>
              <a:rPr lang="en-US" sz="2400" dirty="0"/>
              <a:t> and finding </a:t>
            </a:r>
            <a:r>
              <a:rPr lang="en-US" sz="2400" b="1" dirty="0"/>
              <a:t>useful information</a:t>
            </a:r>
            <a:r>
              <a:rPr lang="en-US" sz="2400" dirty="0"/>
              <a:t> — things that </a:t>
            </a:r>
            <a:r>
              <a:rPr lang="en-US" sz="2400" b="1" dirty="0">
                <a:solidFill>
                  <a:srgbClr val="C00000"/>
                </a:solidFill>
              </a:rPr>
              <a:t>repeat</a:t>
            </a:r>
            <a:r>
              <a:rPr lang="en-US" sz="2400" dirty="0"/>
              <a:t>, </a:t>
            </a:r>
            <a:r>
              <a:rPr lang="en-US" sz="2400" b="1" dirty="0">
                <a:solidFill>
                  <a:srgbClr val="C00000"/>
                </a:solidFill>
              </a:rPr>
              <a:t>stand</a:t>
            </a:r>
            <a:r>
              <a:rPr lang="en-US" sz="2400" b="1" dirty="0"/>
              <a:t> </a:t>
            </a:r>
            <a:r>
              <a:rPr lang="en-US" sz="2400" b="1" dirty="0">
                <a:solidFill>
                  <a:srgbClr val="C00000"/>
                </a:solidFill>
              </a:rPr>
              <a:t>out</a:t>
            </a:r>
            <a:r>
              <a:rPr lang="en-US" sz="2400" dirty="0"/>
              <a:t>, or </a:t>
            </a:r>
            <a:r>
              <a:rPr lang="en-US" sz="2400" b="1" dirty="0">
                <a:solidFill>
                  <a:srgbClr val="C00000"/>
                </a:solidFill>
              </a:rPr>
              <a:t>tell</a:t>
            </a:r>
            <a:r>
              <a:rPr lang="en-US" sz="2400" b="1" dirty="0"/>
              <a:t> </a:t>
            </a:r>
            <a:r>
              <a:rPr lang="en-US" sz="2400" b="1" dirty="0">
                <a:solidFill>
                  <a:srgbClr val="C00000"/>
                </a:solidFill>
              </a:rPr>
              <a:t>a</a:t>
            </a:r>
            <a:r>
              <a:rPr lang="en-US" sz="2400" b="1" dirty="0"/>
              <a:t> </a:t>
            </a:r>
            <a:r>
              <a:rPr lang="en-US" sz="2400" b="1" dirty="0">
                <a:solidFill>
                  <a:srgbClr val="C00000"/>
                </a:solidFill>
              </a:rPr>
              <a:t>story</a:t>
            </a:r>
            <a:r>
              <a:rPr lang="en-US" sz="2400" dirty="0"/>
              <a:t>.</a:t>
            </a:r>
          </a:p>
          <a:p>
            <a:r>
              <a:rPr lang="en-US" sz="2400" dirty="0"/>
              <a:t>It’s like being a </a:t>
            </a:r>
            <a:r>
              <a:rPr lang="en-US" sz="2400" b="1" dirty="0">
                <a:solidFill>
                  <a:srgbClr val="C00000"/>
                </a:solidFill>
              </a:rPr>
              <a:t>detective</a:t>
            </a:r>
            <a:r>
              <a:rPr lang="en-US" sz="2400" dirty="0"/>
              <a:t> and using data as clues!</a:t>
            </a:r>
          </a:p>
          <a:p>
            <a:pPr marL="0" indent="0">
              <a:buNone/>
            </a:pPr>
            <a:endParaRPr lang="en-US" sz="2400" dirty="0"/>
          </a:p>
          <a:p>
            <a:pPr marL="0" indent="0">
              <a:buNone/>
            </a:pPr>
            <a:r>
              <a:rPr lang="en-US" sz="2400" b="1" dirty="0"/>
              <a:t>Why do we do this?</a:t>
            </a:r>
          </a:p>
          <a:p>
            <a:r>
              <a:rPr lang="en-US" sz="2400" dirty="0"/>
              <a:t>To answer questions like:</a:t>
            </a:r>
          </a:p>
          <a:p>
            <a:r>
              <a:rPr lang="en-US" sz="2400" dirty="0"/>
              <a:t>What is happening in the data?</a:t>
            </a:r>
          </a:p>
          <a:p>
            <a:r>
              <a:rPr lang="en-US" sz="2400" dirty="0"/>
              <a:t>Why is it happening?</a:t>
            </a:r>
          </a:p>
          <a:p>
            <a:r>
              <a:rPr lang="en-US" sz="2400" dirty="0"/>
              <a:t>What can we do based on it?</a:t>
            </a:r>
          </a:p>
          <a:p>
            <a:pPr marL="0" indent="0">
              <a:buNone/>
            </a:pPr>
            <a:endParaRPr lang="en-US" sz="2400" dirty="0"/>
          </a:p>
          <a:p>
            <a:pPr marL="0" indent="0">
              <a:buNone/>
            </a:pPr>
            <a:endParaRPr lang="en-IN" sz="2400" b="1" dirty="0"/>
          </a:p>
        </p:txBody>
      </p:sp>
    </p:spTree>
    <p:extLst>
      <p:ext uri="{BB962C8B-B14F-4D97-AF65-F5344CB8AC3E}">
        <p14:creationId xmlns:p14="http://schemas.microsoft.com/office/powerpoint/2010/main" val="14292532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5C740D-81C4-88D2-07D1-3B03853684B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DB372CF-4E68-0273-0308-A9F6D84CC788}"/>
              </a:ext>
            </a:extLst>
          </p:cNvPr>
          <p:cNvSpPr>
            <a:spLocks noGrp="1"/>
          </p:cNvSpPr>
          <p:nvPr>
            <p:ph idx="1"/>
          </p:nvPr>
        </p:nvSpPr>
        <p:spPr>
          <a:xfrm>
            <a:off x="777240" y="718457"/>
            <a:ext cx="10659110" cy="5458506"/>
          </a:xfrm>
        </p:spPr>
        <p:txBody>
          <a:bodyPr>
            <a:normAutofit/>
          </a:bodyPr>
          <a:lstStyle/>
          <a:p>
            <a:pPr marL="0" indent="0">
              <a:buNone/>
            </a:pPr>
            <a:r>
              <a:rPr lang="en-US" sz="2400" b="1" dirty="0"/>
              <a:t>Real-life Examples:</a:t>
            </a:r>
          </a:p>
          <a:p>
            <a:pPr marL="0" indent="0">
              <a:buNone/>
            </a:pPr>
            <a:r>
              <a:rPr lang="en-US" sz="2400" b="1" dirty="0"/>
              <a:t>1. Student Performance</a:t>
            </a:r>
          </a:p>
          <a:p>
            <a:pPr marL="0" indent="0">
              <a:buNone/>
            </a:pPr>
            <a:r>
              <a:rPr lang="en-US" sz="2400" b="1" dirty="0"/>
              <a:t>Data</a:t>
            </a:r>
            <a:r>
              <a:rPr lang="en-US" sz="2400" dirty="0"/>
              <a:t>: Marks of students in all subjects</a:t>
            </a:r>
          </a:p>
          <a:p>
            <a:r>
              <a:rPr lang="en-US" sz="2400" b="1" dirty="0">
                <a:solidFill>
                  <a:srgbClr val="C00000"/>
                </a:solidFill>
              </a:rPr>
              <a:t>Pattern</a:t>
            </a:r>
            <a:r>
              <a:rPr lang="en-US" sz="2400" dirty="0"/>
              <a:t>: Most students who fail in </a:t>
            </a:r>
            <a:r>
              <a:rPr lang="en-US" sz="2400" dirty="0" err="1"/>
              <a:t>Maths</a:t>
            </a:r>
            <a:r>
              <a:rPr lang="en-US" sz="2400" dirty="0"/>
              <a:t> also score low in Physics</a:t>
            </a:r>
          </a:p>
          <a:p>
            <a:r>
              <a:rPr lang="en-US" sz="2400" b="1" dirty="0">
                <a:solidFill>
                  <a:srgbClr val="C00000"/>
                </a:solidFill>
              </a:rPr>
              <a:t>Insight</a:t>
            </a:r>
            <a:r>
              <a:rPr lang="en-US" sz="2400" dirty="0"/>
              <a:t>: Students struggle with problem-solving subjects</a:t>
            </a:r>
          </a:p>
          <a:p>
            <a:r>
              <a:rPr lang="en-US" sz="2400" b="1" dirty="0">
                <a:solidFill>
                  <a:srgbClr val="C00000"/>
                </a:solidFill>
              </a:rPr>
              <a:t>Action</a:t>
            </a:r>
            <a:r>
              <a:rPr lang="en-US" sz="2400" dirty="0"/>
              <a:t>: Plan extra problem-solving sessions</a:t>
            </a:r>
          </a:p>
          <a:p>
            <a:pPr marL="0" indent="0">
              <a:buNone/>
            </a:pPr>
            <a:endParaRPr lang="en-US" dirty="0"/>
          </a:p>
          <a:p>
            <a:pPr marL="0" indent="0">
              <a:buNone/>
            </a:pPr>
            <a:r>
              <a:rPr lang="en-US" sz="2400" b="1" dirty="0"/>
              <a:t>2. Online Shopping</a:t>
            </a:r>
          </a:p>
          <a:p>
            <a:pPr marL="0" indent="0">
              <a:buNone/>
            </a:pPr>
            <a:r>
              <a:rPr lang="en-US" sz="2400" b="1" dirty="0"/>
              <a:t>Data</a:t>
            </a:r>
            <a:r>
              <a:rPr lang="en-US" sz="2400" dirty="0"/>
              <a:t>: Products people buy</a:t>
            </a:r>
          </a:p>
          <a:p>
            <a:r>
              <a:rPr lang="en-US" sz="2400" b="1" dirty="0">
                <a:solidFill>
                  <a:srgbClr val="C00000"/>
                </a:solidFill>
              </a:rPr>
              <a:t>Pattern</a:t>
            </a:r>
            <a:r>
              <a:rPr lang="en-US" sz="2400" b="1" dirty="0"/>
              <a:t>: </a:t>
            </a:r>
            <a:r>
              <a:rPr lang="en-US" sz="2400" dirty="0"/>
              <a:t>People who buy laptops also buy laptop bags</a:t>
            </a:r>
          </a:p>
          <a:p>
            <a:r>
              <a:rPr lang="en-US" sz="2400" b="1" dirty="0">
                <a:solidFill>
                  <a:srgbClr val="C00000"/>
                </a:solidFill>
              </a:rPr>
              <a:t>Insight</a:t>
            </a:r>
            <a:r>
              <a:rPr lang="en-US" sz="2400" b="1" dirty="0"/>
              <a:t>: </a:t>
            </a:r>
            <a:r>
              <a:rPr lang="en-US" sz="2400" dirty="0"/>
              <a:t>There’s a link between these two products</a:t>
            </a:r>
          </a:p>
          <a:p>
            <a:r>
              <a:rPr lang="en-US" sz="2400" b="1" dirty="0">
                <a:solidFill>
                  <a:srgbClr val="C00000"/>
                </a:solidFill>
              </a:rPr>
              <a:t>Action:</a:t>
            </a:r>
            <a:r>
              <a:rPr lang="en-US" sz="2400" b="1" dirty="0"/>
              <a:t> </a:t>
            </a:r>
            <a:r>
              <a:rPr lang="en-US" sz="2400" dirty="0"/>
              <a:t>Show laptop bags as “suggested items”</a:t>
            </a:r>
          </a:p>
          <a:p>
            <a:pPr marL="0" indent="0">
              <a:buNone/>
            </a:pPr>
            <a:endParaRPr lang="en-US" sz="2400" dirty="0"/>
          </a:p>
        </p:txBody>
      </p:sp>
    </p:spTree>
    <p:extLst>
      <p:ext uri="{BB962C8B-B14F-4D97-AF65-F5344CB8AC3E}">
        <p14:creationId xmlns:p14="http://schemas.microsoft.com/office/powerpoint/2010/main" val="27357701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1DC1B6-325B-CD2D-7D4A-B127F1713AF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D51E151-E20E-66A4-B960-F6A0554253C2}"/>
              </a:ext>
            </a:extLst>
          </p:cNvPr>
          <p:cNvSpPr>
            <a:spLocks noGrp="1"/>
          </p:cNvSpPr>
          <p:nvPr>
            <p:ph idx="1"/>
          </p:nvPr>
        </p:nvSpPr>
        <p:spPr>
          <a:xfrm>
            <a:off x="777240" y="522514"/>
            <a:ext cx="10659110" cy="5900057"/>
          </a:xfrm>
        </p:spPr>
        <p:txBody>
          <a:bodyPr>
            <a:normAutofit/>
          </a:bodyPr>
          <a:lstStyle/>
          <a:p>
            <a:pPr marL="0" indent="0">
              <a:buNone/>
            </a:pPr>
            <a:r>
              <a:rPr lang="en-US" sz="2400" b="1" dirty="0"/>
              <a:t>How do we identify patterns?</a:t>
            </a:r>
          </a:p>
          <a:p>
            <a:pPr marL="0" indent="0">
              <a:buNone/>
            </a:pPr>
            <a:r>
              <a:rPr lang="en-US" sz="2400" b="1" dirty="0"/>
              <a:t>1. Data Visualization</a:t>
            </a:r>
          </a:p>
          <a:p>
            <a:r>
              <a:rPr lang="en-US" sz="2400" b="1" dirty="0"/>
              <a:t>Graphs</a:t>
            </a:r>
            <a:r>
              <a:rPr lang="en-US" sz="2400" dirty="0"/>
              <a:t> help us </a:t>
            </a:r>
            <a:r>
              <a:rPr lang="en-US" sz="2400" b="1" dirty="0"/>
              <a:t>see patterns clearly</a:t>
            </a:r>
            <a:endParaRPr lang="en-US" sz="2400" dirty="0"/>
          </a:p>
          <a:p>
            <a:r>
              <a:rPr lang="en-US" sz="2400" b="1" dirty="0"/>
              <a:t>Bar charts </a:t>
            </a:r>
            <a:r>
              <a:rPr lang="en-US" sz="2400" dirty="0"/>
              <a:t>→ Which category is most common?</a:t>
            </a:r>
          </a:p>
          <a:p>
            <a:r>
              <a:rPr lang="en-US" sz="2400" b="1" dirty="0"/>
              <a:t>Line charts </a:t>
            </a:r>
            <a:r>
              <a:rPr lang="en-US" sz="2400" dirty="0"/>
              <a:t>→ What’s increasing or decreasing over time?</a:t>
            </a:r>
          </a:p>
          <a:p>
            <a:r>
              <a:rPr lang="en-US" sz="2400" b="1" dirty="0"/>
              <a:t>Heatmaps</a:t>
            </a:r>
            <a:r>
              <a:rPr lang="en-US" sz="2400" dirty="0"/>
              <a:t> → Where are values strong or weak?</a:t>
            </a:r>
          </a:p>
          <a:p>
            <a:endParaRPr lang="en-US" sz="2400" dirty="0"/>
          </a:p>
          <a:p>
            <a:pPr marL="0" indent="0">
              <a:buNone/>
            </a:pPr>
            <a:r>
              <a:rPr lang="en-US" sz="2400" b="1" dirty="0"/>
              <a:t>2. Statistical Measures</a:t>
            </a:r>
          </a:p>
          <a:p>
            <a:r>
              <a:rPr lang="en-US" sz="2400" b="1" dirty="0"/>
              <a:t>Mean / Median / Mode</a:t>
            </a:r>
            <a:r>
              <a:rPr lang="en-US" sz="2400" dirty="0"/>
              <a:t> → Find central values</a:t>
            </a:r>
          </a:p>
          <a:p>
            <a:r>
              <a:rPr lang="en-US" sz="2400" b="1" dirty="0"/>
              <a:t>Correlation</a:t>
            </a:r>
            <a:r>
              <a:rPr lang="en-US" sz="2400" dirty="0"/>
              <a:t> → See if two things rise/fall together</a:t>
            </a:r>
            <a:br>
              <a:rPr lang="en-US" sz="2400" dirty="0"/>
            </a:br>
            <a:r>
              <a:rPr lang="en-US" sz="2400" dirty="0"/>
              <a:t>e.g., More hours studied = Higher marks?</a:t>
            </a:r>
          </a:p>
          <a:p>
            <a:endParaRPr lang="en-US" sz="2400" dirty="0"/>
          </a:p>
        </p:txBody>
      </p:sp>
    </p:spTree>
    <p:extLst>
      <p:ext uri="{BB962C8B-B14F-4D97-AF65-F5344CB8AC3E}">
        <p14:creationId xmlns:p14="http://schemas.microsoft.com/office/powerpoint/2010/main" val="21556083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1BB6E2-3E86-1657-39B6-1B83B0EF0BC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45DBB0A-B2B8-AE79-9340-110821745B7D}"/>
              </a:ext>
            </a:extLst>
          </p:cNvPr>
          <p:cNvSpPr>
            <a:spLocks noGrp="1"/>
          </p:cNvSpPr>
          <p:nvPr>
            <p:ph idx="1"/>
          </p:nvPr>
        </p:nvSpPr>
        <p:spPr>
          <a:xfrm>
            <a:off x="777240" y="718457"/>
            <a:ext cx="10659110" cy="5458506"/>
          </a:xfrm>
        </p:spPr>
        <p:txBody>
          <a:bodyPr>
            <a:normAutofit/>
          </a:bodyPr>
          <a:lstStyle/>
          <a:p>
            <a:pPr marL="0" indent="0">
              <a:buNone/>
            </a:pPr>
            <a:r>
              <a:rPr lang="en-US" sz="2800" b="1" dirty="0"/>
              <a:t>3. Clustering</a:t>
            </a:r>
          </a:p>
          <a:p>
            <a:r>
              <a:rPr lang="en-US" sz="2800" dirty="0"/>
              <a:t>Group similar data together</a:t>
            </a:r>
            <a:br>
              <a:rPr lang="en-US" sz="2800" dirty="0"/>
            </a:br>
            <a:r>
              <a:rPr lang="en-US" sz="2800" dirty="0"/>
              <a:t>E.g., </a:t>
            </a:r>
            <a:r>
              <a:rPr lang="en-US" sz="2800" b="1" dirty="0">
                <a:solidFill>
                  <a:srgbClr val="C00000"/>
                </a:solidFill>
              </a:rPr>
              <a:t>Segment</a:t>
            </a:r>
            <a:r>
              <a:rPr lang="en-US" sz="2800" b="1" dirty="0"/>
              <a:t> customers </a:t>
            </a:r>
            <a:r>
              <a:rPr lang="en-US" sz="2800" dirty="0"/>
              <a:t>into groups based on age &amp; spending.</a:t>
            </a:r>
          </a:p>
          <a:p>
            <a:endParaRPr lang="en-US" sz="2800" dirty="0"/>
          </a:p>
          <a:p>
            <a:pPr marL="0" indent="0">
              <a:buNone/>
            </a:pPr>
            <a:r>
              <a:rPr lang="en-US" sz="2800" b="1" dirty="0"/>
              <a:t>4. Anomaly Detection</a:t>
            </a:r>
          </a:p>
          <a:p>
            <a:r>
              <a:rPr lang="en-US" sz="2800" dirty="0"/>
              <a:t>Spot unusual data</a:t>
            </a:r>
            <a:br>
              <a:rPr lang="en-US" sz="2800" dirty="0"/>
            </a:br>
            <a:r>
              <a:rPr lang="en-US" sz="2800" dirty="0"/>
              <a:t>E.g., A </a:t>
            </a:r>
            <a:r>
              <a:rPr lang="en-US" sz="2800" b="1" dirty="0">
                <a:solidFill>
                  <a:srgbClr val="C00000"/>
                </a:solidFill>
              </a:rPr>
              <a:t>sudden drop </a:t>
            </a:r>
            <a:r>
              <a:rPr lang="en-US" sz="2800" dirty="0"/>
              <a:t>in website traffic</a:t>
            </a:r>
          </a:p>
          <a:p>
            <a:pPr marL="0" indent="0">
              <a:buNone/>
            </a:pPr>
            <a:endParaRPr lang="en-IN" sz="2800" dirty="0"/>
          </a:p>
        </p:txBody>
      </p:sp>
    </p:spTree>
    <p:extLst>
      <p:ext uri="{BB962C8B-B14F-4D97-AF65-F5344CB8AC3E}">
        <p14:creationId xmlns:p14="http://schemas.microsoft.com/office/powerpoint/2010/main" val="1494014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900D74-4D1F-56BA-4D69-F7D92BC7B3E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BABF299-2538-17F6-A1EB-FDBF26DD487C}"/>
              </a:ext>
            </a:extLst>
          </p:cNvPr>
          <p:cNvSpPr>
            <a:spLocks noGrp="1"/>
          </p:cNvSpPr>
          <p:nvPr>
            <p:ph idx="1"/>
          </p:nvPr>
        </p:nvSpPr>
        <p:spPr>
          <a:xfrm>
            <a:off x="777240" y="718457"/>
            <a:ext cx="10659110" cy="5458506"/>
          </a:xfrm>
        </p:spPr>
        <p:txBody>
          <a:bodyPr>
            <a:normAutofit/>
          </a:bodyPr>
          <a:lstStyle/>
          <a:p>
            <a:pPr marL="0" indent="0">
              <a:buNone/>
            </a:pPr>
            <a:r>
              <a:rPr lang="en-US" sz="2800" b="1" dirty="0"/>
              <a:t>Introduction to Time Series Data:</a:t>
            </a:r>
          </a:p>
          <a:p>
            <a:r>
              <a:rPr lang="en-US" sz="2400" b="1" dirty="0"/>
              <a:t>Time Series Data</a:t>
            </a:r>
            <a:r>
              <a:rPr lang="en-US" sz="2400" dirty="0"/>
              <a:t> is a collection of </a:t>
            </a:r>
            <a:r>
              <a:rPr lang="en-US" sz="2400" b="1" dirty="0"/>
              <a:t>data points collected </a:t>
            </a:r>
            <a:r>
              <a:rPr lang="en-US" sz="2400" b="1" dirty="0">
                <a:solidFill>
                  <a:srgbClr val="C00000"/>
                </a:solidFill>
              </a:rPr>
              <a:t>over time</a:t>
            </a:r>
            <a:r>
              <a:rPr lang="en-US" sz="2400" dirty="0">
                <a:solidFill>
                  <a:srgbClr val="C00000"/>
                </a:solidFill>
              </a:rPr>
              <a:t> </a:t>
            </a:r>
            <a:r>
              <a:rPr lang="en-US" sz="2400" dirty="0"/>
              <a:t>– usually at regular intervals like </a:t>
            </a:r>
            <a:r>
              <a:rPr lang="en-US" sz="2400" b="1" dirty="0"/>
              <a:t>daily, weekly, monthly, or yearly</a:t>
            </a:r>
            <a:r>
              <a:rPr lang="en-US" sz="2400" dirty="0"/>
              <a:t>.</a:t>
            </a:r>
          </a:p>
          <a:p>
            <a:r>
              <a:rPr lang="en-US" sz="2400" dirty="0"/>
              <a:t>It helps us see </a:t>
            </a:r>
            <a:r>
              <a:rPr lang="en-US" sz="2400" b="1" dirty="0"/>
              <a:t>how things change over time</a:t>
            </a:r>
            <a:r>
              <a:rPr lang="en-US" sz="2400" dirty="0"/>
              <a:t>.</a:t>
            </a:r>
          </a:p>
          <a:p>
            <a:r>
              <a:rPr lang="en-US" sz="2400" dirty="0"/>
              <a:t>Each data point is associated with a </a:t>
            </a:r>
            <a:r>
              <a:rPr lang="en-US" sz="2400" b="1" dirty="0"/>
              <a:t>timestamp (date/time)</a:t>
            </a:r>
            <a:r>
              <a:rPr lang="en-US" sz="2400" dirty="0"/>
              <a:t>.</a:t>
            </a:r>
          </a:p>
          <a:p>
            <a:pPr marL="0" indent="0">
              <a:buNone/>
            </a:pPr>
            <a:endParaRPr lang="en-US" sz="1050" b="1" dirty="0"/>
          </a:p>
          <a:p>
            <a:pPr marL="0" indent="0">
              <a:buNone/>
            </a:pPr>
            <a:r>
              <a:rPr lang="en-US" sz="2400" b="1" dirty="0"/>
              <a:t>Examples of Time Series Data</a:t>
            </a:r>
            <a:endParaRPr lang="en-IN" sz="2400" b="1" dirty="0"/>
          </a:p>
          <a:p>
            <a:pPr marL="0" indent="0">
              <a:buNone/>
            </a:pPr>
            <a:endParaRPr lang="en-IN" sz="2400" dirty="0"/>
          </a:p>
        </p:txBody>
      </p:sp>
      <p:graphicFrame>
        <p:nvGraphicFramePr>
          <p:cNvPr id="2" name="Table 1">
            <a:extLst>
              <a:ext uri="{FF2B5EF4-FFF2-40B4-BE49-F238E27FC236}">
                <a16:creationId xmlns:a16="http://schemas.microsoft.com/office/drawing/2014/main" id="{2F09CCCC-BACE-37BE-AA2B-AD86C28217C5}"/>
              </a:ext>
            </a:extLst>
          </p:cNvPr>
          <p:cNvGraphicFramePr>
            <a:graphicFrameLocks noGrp="1"/>
          </p:cNvGraphicFramePr>
          <p:nvPr>
            <p:extLst>
              <p:ext uri="{D42A27DB-BD31-4B8C-83A1-F6EECF244321}">
                <p14:modId xmlns:p14="http://schemas.microsoft.com/office/powerpoint/2010/main" val="1100654755"/>
              </p:ext>
            </p:extLst>
          </p:nvPr>
        </p:nvGraphicFramePr>
        <p:xfrm>
          <a:off x="1056504" y="3662857"/>
          <a:ext cx="10057810" cy="2514108"/>
        </p:xfrm>
        <a:graphic>
          <a:graphicData uri="http://schemas.openxmlformats.org/drawingml/2006/table">
            <a:tbl>
              <a:tblPr firstRow="1" firstCol="1" bandRow="1">
                <a:tableStyleId>{5C22544A-7EE6-4342-B048-85BDC9FD1C3A}</a:tableStyleId>
              </a:tblPr>
              <a:tblGrid>
                <a:gridCol w="5028905">
                  <a:extLst>
                    <a:ext uri="{9D8B030D-6E8A-4147-A177-3AD203B41FA5}">
                      <a16:colId xmlns:a16="http://schemas.microsoft.com/office/drawing/2014/main" val="4160475208"/>
                    </a:ext>
                  </a:extLst>
                </a:gridCol>
                <a:gridCol w="5028905">
                  <a:extLst>
                    <a:ext uri="{9D8B030D-6E8A-4147-A177-3AD203B41FA5}">
                      <a16:colId xmlns:a16="http://schemas.microsoft.com/office/drawing/2014/main" val="2428135226"/>
                    </a:ext>
                  </a:extLst>
                </a:gridCol>
              </a:tblGrid>
              <a:tr h="419018">
                <a:tc>
                  <a:txBody>
                    <a:bodyPr/>
                    <a:lstStyle/>
                    <a:p>
                      <a:pPr>
                        <a:lnSpc>
                          <a:spcPct val="115000"/>
                        </a:lnSpc>
                        <a:spcAft>
                          <a:spcPts val="800"/>
                        </a:spcAft>
                        <a:buNone/>
                      </a:pPr>
                      <a:r>
                        <a:rPr lang="en-IN" sz="2000" kern="100">
                          <a:effectLst/>
                        </a:rPr>
                        <a:t>Example</a:t>
                      </a:r>
                      <a:endParaRPr lang="en-IN"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000" kern="100">
                          <a:effectLst/>
                        </a:rPr>
                        <a:t>Time Interval</a:t>
                      </a:r>
                      <a:endParaRPr lang="en-IN"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351369168"/>
                  </a:ext>
                </a:extLst>
              </a:tr>
              <a:tr h="419018">
                <a:tc>
                  <a:txBody>
                    <a:bodyPr/>
                    <a:lstStyle/>
                    <a:p>
                      <a:pPr>
                        <a:lnSpc>
                          <a:spcPct val="115000"/>
                        </a:lnSpc>
                        <a:spcAft>
                          <a:spcPts val="800"/>
                        </a:spcAft>
                        <a:buNone/>
                      </a:pPr>
                      <a:r>
                        <a:rPr lang="en-IN" sz="2000" kern="100">
                          <a:effectLst/>
                        </a:rPr>
                        <a:t>Daily temperature of a city</a:t>
                      </a:r>
                      <a:endParaRPr lang="en-IN"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000" kern="100">
                          <a:effectLst/>
                        </a:rPr>
                        <a:t>Every day</a:t>
                      </a:r>
                      <a:endParaRPr lang="en-IN"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080590060"/>
                  </a:ext>
                </a:extLst>
              </a:tr>
              <a:tr h="419018">
                <a:tc>
                  <a:txBody>
                    <a:bodyPr/>
                    <a:lstStyle/>
                    <a:p>
                      <a:pPr>
                        <a:lnSpc>
                          <a:spcPct val="115000"/>
                        </a:lnSpc>
                        <a:spcAft>
                          <a:spcPts val="800"/>
                        </a:spcAft>
                        <a:buNone/>
                      </a:pPr>
                      <a:r>
                        <a:rPr lang="en-IN" sz="2000" kern="100">
                          <a:effectLst/>
                        </a:rPr>
                        <a:t>Stock prices of a company</a:t>
                      </a:r>
                      <a:endParaRPr lang="en-IN"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000" kern="100" dirty="0">
                          <a:effectLst/>
                        </a:rPr>
                        <a:t>Every second/minute/hour/day</a:t>
                      </a:r>
                      <a:endParaRPr lang="en-IN" sz="2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218809253"/>
                  </a:ext>
                </a:extLst>
              </a:tr>
              <a:tr h="419018">
                <a:tc>
                  <a:txBody>
                    <a:bodyPr/>
                    <a:lstStyle/>
                    <a:p>
                      <a:pPr>
                        <a:lnSpc>
                          <a:spcPct val="115000"/>
                        </a:lnSpc>
                        <a:spcAft>
                          <a:spcPts val="800"/>
                        </a:spcAft>
                        <a:buNone/>
                      </a:pPr>
                      <a:r>
                        <a:rPr lang="en-IN" sz="2000" kern="100">
                          <a:effectLst/>
                        </a:rPr>
                        <a:t>Monthly rainfall in a region</a:t>
                      </a:r>
                      <a:endParaRPr lang="en-IN"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000" kern="100">
                          <a:effectLst/>
                        </a:rPr>
                        <a:t>Every month</a:t>
                      </a:r>
                      <a:endParaRPr lang="en-IN"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948123050"/>
                  </a:ext>
                </a:extLst>
              </a:tr>
              <a:tr h="419018">
                <a:tc>
                  <a:txBody>
                    <a:bodyPr/>
                    <a:lstStyle/>
                    <a:p>
                      <a:pPr>
                        <a:lnSpc>
                          <a:spcPct val="115000"/>
                        </a:lnSpc>
                        <a:spcAft>
                          <a:spcPts val="800"/>
                        </a:spcAft>
                        <a:buNone/>
                      </a:pPr>
                      <a:r>
                        <a:rPr lang="en-IN" sz="2000" kern="100">
                          <a:effectLst/>
                        </a:rPr>
                        <a:t>Electricity usage in a home</a:t>
                      </a:r>
                      <a:endParaRPr lang="en-IN"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000" kern="100">
                          <a:effectLst/>
                        </a:rPr>
                        <a:t>Every hour</a:t>
                      </a:r>
                      <a:endParaRPr lang="en-IN"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712694212"/>
                  </a:ext>
                </a:extLst>
              </a:tr>
              <a:tr h="419018">
                <a:tc>
                  <a:txBody>
                    <a:bodyPr/>
                    <a:lstStyle/>
                    <a:p>
                      <a:pPr>
                        <a:lnSpc>
                          <a:spcPct val="115000"/>
                        </a:lnSpc>
                        <a:spcAft>
                          <a:spcPts val="800"/>
                        </a:spcAft>
                        <a:buNone/>
                      </a:pPr>
                      <a:r>
                        <a:rPr lang="en-IN" sz="2000" kern="100" dirty="0">
                          <a:effectLst/>
                        </a:rPr>
                        <a:t>COVID-19 cases reported daily</a:t>
                      </a:r>
                      <a:endParaRPr lang="en-IN" sz="2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000" kern="100" dirty="0">
                          <a:effectLst/>
                        </a:rPr>
                        <a:t>Every day</a:t>
                      </a:r>
                      <a:endParaRPr lang="en-IN" sz="2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938522806"/>
                  </a:ext>
                </a:extLst>
              </a:tr>
            </a:tbl>
          </a:graphicData>
        </a:graphic>
      </p:graphicFrame>
    </p:spTree>
    <p:extLst>
      <p:ext uri="{BB962C8B-B14F-4D97-AF65-F5344CB8AC3E}">
        <p14:creationId xmlns:p14="http://schemas.microsoft.com/office/powerpoint/2010/main" val="36739450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FACA4-BDEC-802A-C866-B7B1895DC24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59F1C89-752C-8454-B218-335D4E83347D}"/>
              </a:ext>
            </a:extLst>
          </p:cNvPr>
          <p:cNvSpPr>
            <a:spLocks noGrp="1"/>
          </p:cNvSpPr>
          <p:nvPr>
            <p:ph idx="1"/>
          </p:nvPr>
        </p:nvSpPr>
        <p:spPr>
          <a:xfrm>
            <a:off x="777240" y="718457"/>
            <a:ext cx="10659110" cy="5458506"/>
          </a:xfrm>
        </p:spPr>
        <p:txBody>
          <a:bodyPr>
            <a:normAutofit/>
          </a:bodyPr>
          <a:lstStyle/>
          <a:p>
            <a:pPr marL="0" indent="0">
              <a:buNone/>
            </a:pPr>
            <a:r>
              <a:rPr lang="en-IN" sz="2400" b="1" dirty="0"/>
              <a:t>Components of Time Series Data</a:t>
            </a:r>
          </a:p>
          <a:p>
            <a:pPr marL="457200" indent="-457200">
              <a:buFont typeface="+mj-lt"/>
              <a:buAutoNum type="arabicPeriod"/>
            </a:pPr>
            <a:r>
              <a:rPr lang="en-IN" sz="2400" b="1" dirty="0"/>
              <a:t>Trend</a:t>
            </a:r>
            <a:r>
              <a:rPr lang="en-IN" sz="2400" dirty="0"/>
              <a:t> – Long-term movement (📈 sales going up)</a:t>
            </a:r>
          </a:p>
          <a:p>
            <a:pPr marL="457200" indent="-457200">
              <a:buFont typeface="+mj-lt"/>
              <a:buAutoNum type="arabicPeriod"/>
            </a:pPr>
            <a:r>
              <a:rPr lang="en-IN" sz="2400" b="1" dirty="0"/>
              <a:t>Seasonality</a:t>
            </a:r>
            <a:r>
              <a:rPr lang="en-IN" sz="2400" dirty="0"/>
              <a:t> – Repeating patterns (🌦 rainy season every year)</a:t>
            </a:r>
          </a:p>
          <a:p>
            <a:pPr marL="457200" indent="-457200">
              <a:buFont typeface="+mj-lt"/>
              <a:buAutoNum type="arabicPeriod"/>
            </a:pPr>
            <a:r>
              <a:rPr lang="en-IN" sz="2400" b="1" dirty="0"/>
              <a:t>Cyclic patterns</a:t>
            </a:r>
            <a:r>
              <a:rPr lang="en-IN" sz="2400" dirty="0"/>
              <a:t> – Up &amp; down cycles over years (📉 economic cycles)</a:t>
            </a:r>
          </a:p>
          <a:p>
            <a:pPr marL="457200" indent="-457200">
              <a:buFont typeface="+mj-lt"/>
              <a:buAutoNum type="arabicPeriod"/>
            </a:pPr>
            <a:r>
              <a:rPr lang="en-IN" sz="2400" b="1" dirty="0"/>
              <a:t>Noise</a:t>
            </a:r>
            <a:r>
              <a:rPr lang="en-IN" sz="2400" dirty="0"/>
              <a:t> – Random or irregular variations (📉 sudden stock drop)</a:t>
            </a:r>
          </a:p>
          <a:p>
            <a:pPr marL="0" indent="0">
              <a:buNone/>
            </a:pPr>
            <a:endParaRPr lang="en-IN" sz="1100" dirty="0"/>
          </a:p>
          <a:p>
            <a:pPr marL="0" indent="0">
              <a:buNone/>
            </a:pPr>
            <a:r>
              <a:rPr lang="en-IN" sz="2400" b="1" dirty="0"/>
              <a:t>Time Series Terminology</a:t>
            </a:r>
          </a:p>
          <a:p>
            <a:pPr marL="0" indent="0">
              <a:buNone/>
            </a:pPr>
            <a:endParaRPr lang="en-IN" sz="2400" dirty="0"/>
          </a:p>
        </p:txBody>
      </p:sp>
      <p:graphicFrame>
        <p:nvGraphicFramePr>
          <p:cNvPr id="2" name="Table 1">
            <a:extLst>
              <a:ext uri="{FF2B5EF4-FFF2-40B4-BE49-F238E27FC236}">
                <a16:creationId xmlns:a16="http://schemas.microsoft.com/office/drawing/2014/main" id="{8558287C-D2E6-92DD-B48B-E6861E18A08D}"/>
              </a:ext>
            </a:extLst>
          </p:cNvPr>
          <p:cNvGraphicFramePr>
            <a:graphicFrameLocks noGrp="1"/>
          </p:cNvGraphicFramePr>
          <p:nvPr>
            <p:extLst>
              <p:ext uri="{D42A27DB-BD31-4B8C-83A1-F6EECF244321}">
                <p14:modId xmlns:p14="http://schemas.microsoft.com/office/powerpoint/2010/main" val="1506255043"/>
              </p:ext>
            </p:extLst>
          </p:nvPr>
        </p:nvGraphicFramePr>
        <p:xfrm>
          <a:off x="947646" y="3846408"/>
          <a:ext cx="9753010" cy="2503451"/>
        </p:xfrm>
        <a:graphic>
          <a:graphicData uri="http://schemas.openxmlformats.org/drawingml/2006/table">
            <a:tbl>
              <a:tblPr firstRow="1" firstCol="1" bandRow="1">
                <a:tableStyleId>{5C22544A-7EE6-4342-B048-85BDC9FD1C3A}</a:tableStyleId>
              </a:tblPr>
              <a:tblGrid>
                <a:gridCol w="2394268">
                  <a:extLst>
                    <a:ext uri="{9D8B030D-6E8A-4147-A177-3AD203B41FA5}">
                      <a16:colId xmlns:a16="http://schemas.microsoft.com/office/drawing/2014/main" val="2448705974"/>
                    </a:ext>
                  </a:extLst>
                </a:gridCol>
                <a:gridCol w="7358742">
                  <a:extLst>
                    <a:ext uri="{9D8B030D-6E8A-4147-A177-3AD203B41FA5}">
                      <a16:colId xmlns:a16="http://schemas.microsoft.com/office/drawing/2014/main" val="3566894420"/>
                    </a:ext>
                  </a:extLst>
                </a:gridCol>
              </a:tblGrid>
              <a:tr h="317979">
                <a:tc>
                  <a:txBody>
                    <a:bodyPr/>
                    <a:lstStyle/>
                    <a:p>
                      <a:pPr>
                        <a:lnSpc>
                          <a:spcPct val="115000"/>
                        </a:lnSpc>
                        <a:spcAft>
                          <a:spcPts val="800"/>
                        </a:spcAft>
                        <a:buNone/>
                      </a:pPr>
                      <a:r>
                        <a:rPr lang="en-IN" sz="2400" kern="100">
                          <a:effectLst/>
                        </a:rPr>
                        <a:t>Term</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400" kern="100">
                          <a:effectLst/>
                        </a:rPr>
                        <a:t>Meaning</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156200322"/>
                  </a:ext>
                </a:extLst>
              </a:tr>
              <a:tr h="317979">
                <a:tc>
                  <a:txBody>
                    <a:bodyPr/>
                    <a:lstStyle/>
                    <a:p>
                      <a:pPr>
                        <a:lnSpc>
                          <a:spcPct val="115000"/>
                        </a:lnSpc>
                        <a:spcAft>
                          <a:spcPts val="800"/>
                        </a:spcAft>
                        <a:buNone/>
                      </a:pPr>
                      <a:r>
                        <a:rPr lang="en-IN" sz="2400" kern="100">
                          <a:effectLst/>
                        </a:rPr>
                        <a:t>Timestamp</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400" kern="100">
                          <a:effectLst/>
                        </a:rPr>
                        <a:t>The date/time of each data point</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041586791"/>
                  </a:ext>
                </a:extLst>
              </a:tr>
              <a:tr h="653269">
                <a:tc>
                  <a:txBody>
                    <a:bodyPr/>
                    <a:lstStyle/>
                    <a:p>
                      <a:pPr>
                        <a:lnSpc>
                          <a:spcPct val="115000"/>
                        </a:lnSpc>
                        <a:spcAft>
                          <a:spcPts val="800"/>
                        </a:spcAft>
                        <a:buNone/>
                      </a:pPr>
                      <a:r>
                        <a:rPr lang="en-IN" sz="2400" kern="100" dirty="0">
                          <a:effectLst/>
                        </a:rPr>
                        <a:t>Frequency</a:t>
                      </a:r>
                      <a:endParaRPr lang="en-IN"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400" kern="100">
                          <a:effectLst/>
                        </a:rPr>
                        <a:t>How often data is recorded (daily, hourly, etc.)</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852271307"/>
                  </a:ext>
                </a:extLst>
              </a:tr>
              <a:tr h="653269">
                <a:tc>
                  <a:txBody>
                    <a:bodyPr/>
                    <a:lstStyle/>
                    <a:p>
                      <a:pPr>
                        <a:lnSpc>
                          <a:spcPct val="115000"/>
                        </a:lnSpc>
                        <a:spcAft>
                          <a:spcPts val="800"/>
                        </a:spcAft>
                        <a:buNone/>
                      </a:pPr>
                      <a:r>
                        <a:rPr lang="en-IN" sz="2400" kern="100">
                          <a:effectLst/>
                        </a:rPr>
                        <a:t>Lag</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400" kern="100">
                          <a:effectLst/>
                        </a:rPr>
                        <a:t>Time gap between data points (e.g., 1 day ago)</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937366113"/>
                  </a:ext>
                </a:extLst>
              </a:tr>
              <a:tr h="317979">
                <a:tc>
                  <a:txBody>
                    <a:bodyPr/>
                    <a:lstStyle/>
                    <a:p>
                      <a:pPr>
                        <a:lnSpc>
                          <a:spcPct val="115000"/>
                        </a:lnSpc>
                        <a:spcAft>
                          <a:spcPts val="800"/>
                        </a:spcAft>
                        <a:buNone/>
                      </a:pPr>
                      <a:r>
                        <a:rPr lang="en-IN" sz="2400" kern="100">
                          <a:effectLst/>
                        </a:rPr>
                        <a:t>Forecast</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400" kern="100" dirty="0">
                          <a:effectLst/>
                        </a:rPr>
                        <a:t>Predicting future data values</a:t>
                      </a:r>
                      <a:endParaRPr lang="en-IN"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105946095"/>
                  </a:ext>
                </a:extLst>
              </a:tr>
            </a:tbl>
          </a:graphicData>
        </a:graphic>
      </p:graphicFrame>
    </p:spTree>
    <p:extLst>
      <p:ext uri="{BB962C8B-B14F-4D97-AF65-F5344CB8AC3E}">
        <p14:creationId xmlns:p14="http://schemas.microsoft.com/office/powerpoint/2010/main" val="141614626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518969-6453-B5BE-7F54-110D8CB569D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A7F664F-FD37-EBDF-7BC3-6906FC3AA554}"/>
              </a:ext>
            </a:extLst>
          </p:cNvPr>
          <p:cNvSpPr>
            <a:spLocks noGrp="1"/>
          </p:cNvSpPr>
          <p:nvPr>
            <p:ph idx="1"/>
          </p:nvPr>
        </p:nvSpPr>
        <p:spPr>
          <a:xfrm>
            <a:off x="777240" y="718457"/>
            <a:ext cx="10659110" cy="5458506"/>
          </a:xfrm>
        </p:spPr>
        <p:txBody>
          <a:bodyPr>
            <a:normAutofit/>
          </a:bodyPr>
          <a:lstStyle/>
          <a:p>
            <a:pPr marL="0" indent="0">
              <a:buNone/>
            </a:pPr>
            <a:r>
              <a:rPr lang="en-IN" sz="3200" b="1" dirty="0"/>
              <a:t>Note: </a:t>
            </a:r>
          </a:p>
          <a:p>
            <a:pPr marL="0" indent="0">
              <a:buNone/>
            </a:pPr>
            <a:r>
              <a:rPr lang="en-US" sz="3200" dirty="0"/>
              <a:t>Think of a </a:t>
            </a:r>
            <a:r>
              <a:rPr lang="en-US" sz="3200" b="1" dirty="0"/>
              <a:t>time series</a:t>
            </a:r>
            <a:r>
              <a:rPr lang="en-US" sz="3200" dirty="0"/>
              <a:t> as a </a:t>
            </a:r>
            <a:r>
              <a:rPr lang="en-US" sz="3200" b="1" dirty="0">
                <a:solidFill>
                  <a:srgbClr val="C00000"/>
                </a:solidFill>
              </a:rPr>
              <a:t>story told over time</a:t>
            </a:r>
            <a:r>
              <a:rPr lang="en-US" sz="3200" dirty="0"/>
              <a:t>, where each data point is a chapter that helps us understand what happened </a:t>
            </a:r>
            <a:r>
              <a:rPr lang="en-US" sz="3200" b="1" dirty="0"/>
              <a:t>before</a:t>
            </a:r>
            <a:r>
              <a:rPr lang="en-US" sz="3200" dirty="0"/>
              <a:t> and predict what may happen </a:t>
            </a:r>
            <a:r>
              <a:rPr lang="en-US" sz="3200" b="1" dirty="0"/>
              <a:t>next</a:t>
            </a:r>
            <a:r>
              <a:rPr lang="en-US" sz="3200" dirty="0"/>
              <a:t>.</a:t>
            </a:r>
            <a:endParaRPr lang="en-IN" sz="3200" dirty="0"/>
          </a:p>
        </p:txBody>
      </p:sp>
    </p:spTree>
    <p:extLst>
      <p:ext uri="{BB962C8B-B14F-4D97-AF65-F5344CB8AC3E}">
        <p14:creationId xmlns:p14="http://schemas.microsoft.com/office/powerpoint/2010/main" val="185559497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1BCA96-E0F6-980F-C082-9DDB8716248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1E7B3A5-2A67-D45F-EDBF-27F41756A106}"/>
              </a:ext>
            </a:extLst>
          </p:cNvPr>
          <p:cNvSpPr>
            <a:spLocks noGrp="1"/>
          </p:cNvSpPr>
          <p:nvPr>
            <p:ph idx="1"/>
          </p:nvPr>
        </p:nvSpPr>
        <p:spPr>
          <a:xfrm>
            <a:off x="777240" y="718457"/>
            <a:ext cx="10659110" cy="5458506"/>
          </a:xfrm>
        </p:spPr>
        <p:txBody>
          <a:bodyPr>
            <a:normAutofit/>
          </a:bodyPr>
          <a:lstStyle/>
          <a:p>
            <a:pPr marL="0" indent="0">
              <a:buNone/>
            </a:pPr>
            <a:r>
              <a:rPr lang="en-US" sz="2400" b="1" dirty="0"/>
              <a:t>Time Series Analysis:</a:t>
            </a:r>
          </a:p>
          <a:p>
            <a:pPr marL="0" indent="0">
              <a:buNone/>
            </a:pPr>
            <a:r>
              <a:rPr lang="en-US" sz="2400" dirty="0"/>
              <a:t>Time Series Analysis is the process of:</a:t>
            </a:r>
          </a:p>
          <a:p>
            <a:pPr marL="0" indent="0">
              <a:buNone/>
            </a:pPr>
            <a:r>
              <a:rPr lang="en-US" sz="2400" dirty="0"/>
              <a:t>	“Studying time-based data to understand what </a:t>
            </a:r>
            <a:r>
              <a:rPr lang="en-US" sz="2400" b="1" dirty="0">
                <a:solidFill>
                  <a:srgbClr val="C00000"/>
                </a:solidFill>
              </a:rPr>
              <a:t>happened in the past</a:t>
            </a:r>
            <a:r>
              <a:rPr lang="en-US" sz="2400" dirty="0"/>
              <a:t> and </a:t>
            </a:r>
            <a:r>
              <a:rPr lang="en-US" sz="2400" b="1" dirty="0">
                <a:solidFill>
                  <a:srgbClr val="C00000"/>
                </a:solidFill>
              </a:rPr>
              <a:t>make predictions about the future</a:t>
            </a:r>
            <a:r>
              <a:rPr lang="en-US" sz="2400" dirty="0"/>
              <a:t>.”</a:t>
            </a:r>
          </a:p>
          <a:p>
            <a:pPr marL="0" indent="0">
              <a:buNone/>
            </a:pPr>
            <a:endParaRPr lang="en-US" sz="2400" dirty="0"/>
          </a:p>
          <a:p>
            <a:pPr marL="0" indent="0">
              <a:buNone/>
            </a:pPr>
            <a:r>
              <a:rPr lang="en-US" sz="2400" b="1" dirty="0"/>
              <a:t>It focuses on:</a:t>
            </a:r>
          </a:p>
          <a:p>
            <a:r>
              <a:rPr lang="en-US" sz="2400" b="1" dirty="0">
                <a:solidFill>
                  <a:srgbClr val="002060"/>
                </a:solidFill>
              </a:rPr>
              <a:t>Trends</a:t>
            </a:r>
            <a:r>
              <a:rPr lang="en-US" sz="2400" dirty="0"/>
              <a:t> (Is it going up or down?)</a:t>
            </a:r>
          </a:p>
          <a:p>
            <a:r>
              <a:rPr lang="en-US" sz="2400" b="1" dirty="0">
                <a:solidFill>
                  <a:srgbClr val="002060"/>
                </a:solidFill>
              </a:rPr>
              <a:t>Patterns</a:t>
            </a:r>
            <a:r>
              <a:rPr lang="en-US" sz="2400" dirty="0"/>
              <a:t> (Is it repeating?)</a:t>
            </a:r>
          </a:p>
          <a:p>
            <a:r>
              <a:rPr lang="en-US" sz="2400" b="1" dirty="0">
                <a:solidFill>
                  <a:srgbClr val="002060"/>
                </a:solidFill>
              </a:rPr>
              <a:t>Forecasting</a:t>
            </a:r>
            <a:r>
              <a:rPr lang="en-US" sz="2400" dirty="0"/>
              <a:t> (What might happen next?)</a:t>
            </a:r>
            <a:endParaRPr lang="en-IN" sz="2400" dirty="0"/>
          </a:p>
        </p:txBody>
      </p:sp>
    </p:spTree>
    <p:extLst>
      <p:ext uri="{BB962C8B-B14F-4D97-AF65-F5344CB8AC3E}">
        <p14:creationId xmlns:p14="http://schemas.microsoft.com/office/powerpoint/2010/main" val="3813549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B0A298-83DB-DFB8-C195-650769CFDFC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6F6D0ED-2996-4108-5108-F20492C2FA3A}"/>
              </a:ext>
            </a:extLst>
          </p:cNvPr>
          <p:cNvSpPr>
            <a:spLocks noGrp="1"/>
          </p:cNvSpPr>
          <p:nvPr>
            <p:ph idx="1"/>
          </p:nvPr>
        </p:nvSpPr>
        <p:spPr>
          <a:xfrm>
            <a:off x="777240" y="718457"/>
            <a:ext cx="10659110" cy="5458506"/>
          </a:xfrm>
        </p:spPr>
        <p:txBody>
          <a:bodyPr>
            <a:normAutofit/>
          </a:bodyPr>
          <a:lstStyle/>
          <a:p>
            <a:pPr marL="0" indent="0">
              <a:buNone/>
            </a:pPr>
            <a:r>
              <a:rPr lang="en-US" sz="2400" b="1" dirty="0"/>
              <a:t>Time Series </a:t>
            </a:r>
            <a:r>
              <a:rPr lang="en-US" sz="2400" b="1" dirty="0">
                <a:solidFill>
                  <a:srgbClr val="C00000"/>
                </a:solidFill>
              </a:rPr>
              <a:t>Forecasting</a:t>
            </a:r>
            <a:r>
              <a:rPr lang="en-US" sz="2400" b="1" dirty="0"/>
              <a:t> using </a:t>
            </a:r>
            <a:r>
              <a:rPr lang="en-US" sz="2400" b="1" dirty="0">
                <a:solidFill>
                  <a:srgbClr val="002060"/>
                </a:solidFill>
              </a:rPr>
              <a:t>ARIMA</a:t>
            </a:r>
            <a:r>
              <a:rPr lang="en-US" sz="2400" b="1" dirty="0"/>
              <a:t> and </a:t>
            </a:r>
            <a:r>
              <a:rPr lang="en-US" sz="2400" b="1" dirty="0">
                <a:solidFill>
                  <a:srgbClr val="002060"/>
                </a:solidFill>
              </a:rPr>
              <a:t>Prophet</a:t>
            </a:r>
            <a:r>
              <a:rPr lang="en-US" sz="2400" b="1" dirty="0"/>
              <a:t>:</a:t>
            </a:r>
          </a:p>
          <a:p>
            <a:pPr marL="0" indent="0">
              <a:buNone/>
            </a:pPr>
            <a:r>
              <a:rPr lang="en-US" sz="2400" b="1" dirty="0"/>
              <a:t>What is Time Series Forecasting?</a:t>
            </a:r>
          </a:p>
          <a:p>
            <a:pPr marL="0" indent="0">
              <a:buNone/>
            </a:pPr>
            <a:r>
              <a:rPr lang="en-US" sz="2400" dirty="0"/>
              <a:t>Forecasting means </a:t>
            </a:r>
            <a:r>
              <a:rPr lang="en-US" sz="2400" b="1" dirty="0">
                <a:solidFill>
                  <a:srgbClr val="C00000"/>
                </a:solidFill>
              </a:rPr>
              <a:t>predicting future values </a:t>
            </a:r>
            <a:r>
              <a:rPr lang="en-US" sz="2400" dirty="0"/>
              <a:t>based on </a:t>
            </a:r>
            <a:r>
              <a:rPr lang="en-US" sz="2400" b="1" dirty="0"/>
              <a:t>past</a:t>
            </a:r>
            <a:r>
              <a:rPr lang="en-US" sz="2400" dirty="0"/>
              <a:t> </a:t>
            </a:r>
            <a:r>
              <a:rPr lang="en-US" sz="2400" b="1" dirty="0"/>
              <a:t>data</a:t>
            </a:r>
            <a:r>
              <a:rPr lang="en-US" sz="2400" dirty="0"/>
              <a:t>.</a:t>
            </a:r>
          </a:p>
          <a:p>
            <a:pPr marL="0" indent="0">
              <a:buNone/>
            </a:pPr>
            <a:endParaRPr lang="en-US" sz="1050" b="1" dirty="0"/>
          </a:p>
          <a:p>
            <a:pPr marL="0" indent="0">
              <a:buNone/>
            </a:pPr>
            <a:r>
              <a:rPr lang="en-US" sz="2400" b="1" dirty="0"/>
              <a:t>Example:</a:t>
            </a:r>
          </a:p>
          <a:p>
            <a:r>
              <a:rPr lang="en-US" sz="2400" dirty="0"/>
              <a:t>Predicting </a:t>
            </a:r>
            <a:r>
              <a:rPr lang="en-US" sz="2400" b="1" dirty="0"/>
              <a:t>next month’s sales</a:t>
            </a:r>
          </a:p>
          <a:p>
            <a:r>
              <a:rPr lang="en-US" sz="2400" dirty="0"/>
              <a:t>Estimating </a:t>
            </a:r>
            <a:r>
              <a:rPr lang="en-US" sz="2400" b="1" dirty="0"/>
              <a:t>future temperature</a:t>
            </a:r>
          </a:p>
          <a:p>
            <a:r>
              <a:rPr lang="en-US" sz="2400" dirty="0"/>
              <a:t>Forecasting </a:t>
            </a:r>
            <a:r>
              <a:rPr lang="en-US" sz="2400" b="1" dirty="0"/>
              <a:t>stock prices</a:t>
            </a:r>
          </a:p>
          <a:p>
            <a:pPr marL="0" indent="0">
              <a:buNone/>
            </a:pPr>
            <a:endParaRPr lang="en-US" sz="2400" b="1" dirty="0"/>
          </a:p>
          <a:p>
            <a:pPr marL="0" indent="0">
              <a:buNone/>
            </a:pPr>
            <a:endParaRPr lang="en-IN" sz="2400" b="1" dirty="0"/>
          </a:p>
        </p:txBody>
      </p:sp>
    </p:spTree>
    <p:extLst>
      <p:ext uri="{BB962C8B-B14F-4D97-AF65-F5344CB8AC3E}">
        <p14:creationId xmlns:p14="http://schemas.microsoft.com/office/powerpoint/2010/main" val="36377327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4EDA1A-B1A7-EFED-EA25-85AC5EE4329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37488ED-4226-F62D-8364-FA2EE49ACC65}"/>
              </a:ext>
            </a:extLst>
          </p:cNvPr>
          <p:cNvSpPr>
            <a:spLocks noGrp="1"/>
          </p:cNvSpPr>
          <p:nvPr>
            <p:ph idx="1"/>
          </p:nvPr>
        </p:nvSpPr>
        <p:spPr>
          <a:xfrm>
            <a:off x="777240" y="990599"/>
            <a:ext cx="10659110" cy="5186363"/>
          </a:xfrm>
        </p:spPr>
        <p:txBody>
          <a:bodyPr>
            <a:normAutofit/>
          </a:bodyPr>
          <a:lstStyle/>
          <a:p>
            <a:pPr marL="0" indent="0">
              <a:buNone/>
            </a:pPr>
            <a:r>
              <a:rPr lang="en-IN" sz="3200" b="1" dirty="0"/>
              <a:t>Two Popular Forecasting Models:</a:t>
            </a:r>
          </a:p>
          <a:p>
            <a:pPr marL="457200" indent="-457200">
              <a:buFont typeface="+mj-lt"/>
              <a:buAutoNum type="arabicPeriod"/>
            </a:pPr>
            <a:r>
              <a:rPr lang="en-US" sz="3200" b="1" dirty="0"/>
              <a:t>ARIMA</a:t>
            </a:r>
            <a:r>
              <a:rPr lang="en-US" sz="3200" dirty="0"/>
              <a:t> (</a:t>
            </a:r>
            <a:r>
              <a:rPr lang="en-US" sz="3200" dirty="0" err="1"/>
              <a:t>AutoRegressive</a:t>
            </a:r>
            <a:r>
              <a:rPr lang="en-US" sz="3200" dirty="0"/>
              <a:t> Integrated Moving Average)</a:t>
            </a:r>
          </a:p>
          <a:p>
            <a:pPr marL="457200" indent="-457200">
              <a:buFont typeface="+mj-lt"/>
              <a:buAutoNum type="arabicPeriod"/>
            </a:pPr>
            <a:r>
              <a:rPr lang="en-IN" sz="3200" b="1" dirty="0"/>
              <a:t>Prophet</a:t>
            </a:r>
            <a:r>
              <a:rPr lang="en-IN" sz="3200" dirty="0"/>
              <a:t> (By Facebook/Meta)</a:t>
            </a:r>
            <a:endParaRPr lang="en-IN" sz="3200" b="1" dirty="0"/>
          </a:p>
        </p:txBody>
      </p:sp>
    </p:spTree>
    <p:extLst>
      <p:ext uri="{BB962C8B-B14F-4D97-AF65-F5344CB8AC3E}">
        <p14:creationId xmlns:p14="http://schemas.microsoft.com/office/powerpoint/2010/main" val="286304559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07C36A-5F8E-9899-BC44-97D4A10A992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174BFB8-34D1-292A-6E8D-A5FD081EEE08}"/>
              </a:ext>
            </a:extLst>
          </p:cNvPr>
          <p:cNvSpPr>
            <a:spLocks noGrp="1"/>
          </p:cNvSpPr>
          <p:nvPr>
            <p:ph idx="1"/>
          </p:nvPr>
        </p:nvSpPr>
        <p:spPr>
          <a:xfrm>
            <a:off x="777240" y="718457"/>
            <a:ext cx="10659110" cy="5458506"/>
          </a:xfrm>
        </p:spPr>
        <p:txBody>
          <a:bodyPr>
            <a:normAutofit/>
          </a:bodyPr>
          <a:lstStyle/>
          <a:p>
            <a:pPr marL="0" indent="0">
              <a:buNone/>
            </a:pPr>
            <a:r>
              <a:rPr lang="en-US" sz="2400" b="1" dirty="0"/>
              <a:t>ARIMA (</a:t>
            </a:r>
            <a:r>
              <a:rPr lang="en-US" sz="2400" b="1" dirty="0" err="1"/>
              <a:t>AutoRegressive</a:t>
            </a:r>
            <a:r>
              <a:rPr lang="en-US" sz="2400" b="1" dirty="0"/>
              <a:t> Integrated Moving Average)</a:t>
            </a:r>
          </a:p>
          <a:p>
            <a:pPr marL="0" indent="0">
              <a:buNone/>
            </a:pPr>
            <a:r>
              <a:rPr lang="en-US" sz="2400" b="1" dirty="0"/>
              <a:t>What is ARIMA?</a:t>
            </a:r>
          </a:p>
          <a:p>
            <a:r>
              <a:rPr lang="en-US" sz="2400" dirty="0"/>
              <a:t>ARIMA is a </a:t>
            </a:r>
            <a:r>
              <a:rPr lang="en-US" sz="2400" b="1" dirty="0"/>
              <a:t>classic </a:t>
            </a:r>
            <a:r>
              <a:rPr lang="en-US" sz="2400" b="1" dirty="0">
                <a:solidFill>
                  <a:srgbClr val="C00000"/>
                </a:solidFill>
              </a:rPr>
              <a:t>statistical model</a:t>
            </a:r>
            <a:r>
              <a:rPr lang="en-US" sz="2400" dirty="0">
                <a:solidFill>
                  <a:srgbClr val="C00000"/>
                </a:solidFill>
              </a:rPr>
              <a:t> </a:t>
            </a:r>
            <a:r>
              <a:rPr lang="en-US" sz="2400" dirty="0"/>
              <a:t>that uses past values and patterns to </a:t>
            </a:r>
            <a:r>
              <a:rPr lang="en-US" sz="2400" b="1" dirty="0"/>
              <a:t>predict future values</a:t>
            </a:r>
            <a:r>
              <a:rPr lang="en-US" sz="2400" dirty="0"/>
              <a:t>.</a:t>
            </a:r>
          </a:p>
          <a:p>
            <a:r>
              <a:rPr lang="en-US" sz="2400" b="1" dirty="0"/>
              <a:t>ARIMA is made of 3 parts:</a:t>
            </a:r>
          </a:p>
          <a:p>
            <a:pPr marL="0" indent="0">
              <a:buNone/>
            </a:pPr>
            <a:endParaRPr lang="en-IN" sz="2400" dirty="0"/>
          </a:p>
        </p:txBody>
      </p:sp>
      <p:graphicFrame>
        <p:nvGraphicFramePr>
          <p:cNvPr id="2" name="Table 1">
            <a:extLst>
              <a:ext uri="{FF2B5EF4-FFF2-40B4-BE49-F238E27FC236}">
                <a16:creationId xmlns:a16="http://schemas.microsoft.com/office/drawing/2014/main" id="{912514FA-F00C-DA22-36FC-B7433D9B916B}"/>
              </a:ext>
            </a:extLst>
          </p:cNvPr>
          <p:cNvGraphicFramePr>
            <a:graphicFrameLocks noGrp="1"/>
          </p:cNvGraphicFramePr>
          <p:nvPr>
            <p:extLst>
              <p:ext uri="{D42A27DB-BD31-4B8C-83A1-F6EECF244321}">
                <p14:modId xmlns:p14="http://schemas.microsoft.com/office/powerpoint/2010/main" val="3643110681"/>
              </p:ext>
            </p:extLst>
          </p:nvPr>
        </p:nvGraphicFramePr>
        <p:xfrm>
          <a:off x="1208903" y="3133629"/>
          <a:ext cx="9578840" cy="2918826"/>
        </p:xfrm>
        <a:graphic>
          <a:graphicData uri="http://schemas.openxmlformats.org/drawingml/2006/table">
            <a:tbl>
              <a:tblPr firstRow="1" firstCol="1" bandRow="1">
                <a:tableStyleId>{5C22544A-7EE6-4342-B048-85BDC9FD1C3A}</a:tableStyleId>
              </a:tblPr>
              <a:tblGrid>
                <a:gridCol w="3232468">
                  <a:extLst>
                    <a:ext uri="{9D8B030D-6E8A-4147-A177-3AD203B41FA5}">
                      <a16:colId xmlns:a16="http://schemas.microsoft.com/office/drawing/2014/main" val="4168702319"/>
                    </a:ext>
                  </a:extLst>
                </a:gridCol>
                <a:gridCol w="6346372">
                  <a:extLst>
                    <a:ext uri="{9D8B030D-6E8A-4147-A177-3AD203B41FA5}">
                      <a16:colId xmlns:a16="http://schemas.microsoft.com/office/drawing/2014/main" val="550162633"/>
                    </a:ext>
                  </a:extLst>
                </a:gridCol>
              </a:tblGrid>
              <a:tr h="407469">
                <a:tc>
                  <a:txBody>
                    <a:bodyPr/>
                    <a:lstStyle/>
                    <a:p>
                      <a:pPr>
                        <a:lnSpc>
                          <a:spcPct val="115000"/>
                        </a:lnSpc>
                        <a:spcAft>
                          <a:spcPts val="800"/>
                        </a:spcAft>
                        <a:buNone/>
                      </a:pPr>
                      <a:r>
                        <a:rPr lang="en-IN" sz="2400" kern="100">
                          <a:effectLst/>
                        </a:rPr>
                        <a:t>Part</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400" kern="100">
                          <a:effectLst/>
                        </a:rPr>
                        <a:t>Meaning</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809365433"/>
                  </a:ext>
                </a:extLst>
              </a:tr>
              <a:tr h="837119">
                <a:tc>
                  <a:txBody>
                    <a:bodyPr/>
                    <a:lstStyle/>
                    <a:p>
                      <a:pPr>
                        <a:lnSpc>
                          <a:spcPct val="115000"/>
                        </a:lnSpc>
                        <a:spcAft>
                          <a:spcPts val="800"/>
                        </a:spcAft>
                        <a:buNone/>
                      </a:pPr>
                      <a:r>
                        <a:rPr lang="en-IN" sz="2400" kern="100">
                          <a:effectLst/>
                        </a:rPr>
                        <a:t>AR (AutoRegressive)</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400" kern="100" dirty="0">
                          <a:effectLst/>
                        </a:rPr>
                        <a:t>Uses past values to predict future ones (like yesterday’s sales)</a:t>
                      </a:r>
                      <a:endParaRPr lang="en-IN"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513846813"/>
                  </a:ext>
                </a:extLst>
              </a:tr>
              <a:tr h="837119">
                <a:tc>
                  <a:txBody>
                    <a:bodyPr/>
                    <a:lstStyle/>
                    <a:p>
                      <a:pPr>
                        <a:lnSpc>
                          <a:spcPct val="115000"/>
                        </a:lnSpc>
                        <a:spcAft>
                          <a:spcPts val="800"/>
                        </a:spcAft>
                        <a:buNone/>
                      </a:pPr>
                      <a:r>
                        <a:rPr lang="en-IN" sz="2400" kern="100">
                          <a:effectLst/>
                        </a:rPr>
                        <a:t>I (Integrated)</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400" kern="100">
                          <a:effectLst/>
                        </a:rPr>
                        <a:t>Makes the data stable by removing trends (called differencing)</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762720194"/>
                  </a:ext>
                </a:extLst>
              </a:tr>
              <a:tr h="837119">
                <a:tc>
                  <a:txBody>
                    <a:bodyPr/>
                    <a:lstStyle/>
                    <a:p>
                      <a:pPr>
                        <a:lnSpc>
                          <a:spcPct val="115000"/>
                        </a:lnSpc>
                        <a:spcAft>
                          <a:spcPts val="800"/>
                        </a:spcAft>
                        <a:buNone/>
                      </a:pPr>
                      <a:r>
                        <a:rPr lang="en-IN" sz="2400" kern="100">
                          <a:effectLst/>
                        </a:rPr>
                        <a:t>MA (Moving Average)</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400" kern="100" dirty="0">
                          <a:effectLst/>
                        </a:rPr>
                        <a:t>Uses past errors (differences between predicted &amp; actual values)</a:t>
                      </a:r>
                      <a:endParaRPr lang="en-IN"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291993191"/>
                  </a:ext>
                </a:extLst>
              </a:tr>
            </a:tbl>
          </a:graphicData>
        </a:graphic>
      </p:graphicFrame>
    </p:spTree>
    <p:extLst>
      <p:ext uri="{BB962C8B-B14F-4D97-AF65-F5344CB8AC3E}">
        <p14:creationId xmlns:p14="http://schemas.microsoft.com/office/powerpoint/2010/main" val="55014264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D1B518-17F0-66CB-41D6-24872B31CD4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E187EB3-0646-559B-F70E-CE7EE246024A}"/>
              </a:ext>
            </a:extLst>
          </p:cNvPr>
          <p:cNvSpPr>
            <a:spLocks noGrp="1"/>
          </p:cNvSpPr>
          <p:nvPr>
            <p:ph idx="1"/>
          </p:nvPr>
        </p:nvSpPr>
        <p:spPr>
          <a:xfrm>
            <a:off x="777240" y="718457"/>
            <a:ext cx="10659110" cy="5458506"/>
          </a:xfrm>
        </p:spPr>
        <p:txBody>
          <a:bodyPr>
            <a:normAutofit/>
          </a:bodyPr>
          <a:lstStyle/>
          <a:p>
            <a:pPr marL="0" indent="0">
              <a:buNone/>
            </a:pPr>
            <a:r>
              <a:rPr lang="en-US" sz="2400" b="1" dirty="0"/>
              <a:t>Example:</a:t>
            </a:r>
          </a:p>
          <a:p>
            <a:r>
              <a:rPr lang="en-US" sz="2400" dirty="0"/>
              <a:t>If you know:</a:t>
            </a:r>
          </a:p>
          <a:p>
            <a:pPr lvl="1"/>
            <a:r>
              <a:rPr lang="en-US" sz="2400" dirty="0"/>
              <a:t>Sales 3 days ago: 100</a:t>
            </a:r>
          </a:p>
          <a:p>
            <a:pPr lvl="1"/>
            <a:r>
              <a:rPr lang="en-US" sz="2400" dirty="0"/>
              <a:t>2 days ago: 110</a:t>
            </a:r>
          </a:p>
          <a:p>
            <a:pPr lvl="1"/>
            <a:r>
              <a:rPr lang="en-US" sz="2400" dirty="0"/>
              <a:t>Yesterday: 120</a:t>
            </a:r>
          </a:p>
          <a:p>
            <a:r>
              <a:rPr lang="en-US" sz="2400" dirty="0"/>
              <a:t>ARIMA uses this pattern to </a:t>
            </a:r>
            <a:r>
              <a:rPr lang="en-US" sz="2400" b="1" dirty="0"/>
              <a:t>predict today’s sales</a:t>
            </a:r>
            <a:r>
              <a:rPr lang="en-US" sz="2400" dirty="0"/>
              <a:t>.</a:t>
            </a:r>
          </a:p>
          <a:p>
            <a:pPr marL="0" indent="0">
              <a:buNone/>
            </a:pPr>
            <a:endParaRPr lang="en-US" sz="1200" b="1" dirty="0"/>
          </a:p>
          <a:p>
            <a:pPr marL="0" indent="0">
              <a:buNone/>
            </a:pPr>
            <a:r>
              <a:rPr lang="en-US" sz="2400" b="1" dirty="0"/>
              <a:t>Best For:</a:t>
            </a:r>
          </a:p>
          <a:p>
            <a:r>
              <a:rPr lang="en-US" sz="2400" b="1" dirty="0"/>
              <a:t>Clean, numeric time series</a:t>
            </a:r>
            <a:endParaRPr lang="en-US" sz="2400" dirty="0"/>
          </a:p>
          <a:p>
            <a:r>
              <a:rPr lang="en-US" sz="2400" dirty="0"/>
              <a:t>When you want </a:t>
            </a:r>
            <a:r>
              <a:rPr lang="en-US" sz="2400" b="1" dirty="0"/>
              <a:t>accuracy + control</a:t>
            </a:r>
            <a:endParaRPr lang="en-US" sz="2400" dirty="0"/>
          </a:p>
          <a:p>
            <a:pPr marL="0" indent="0">
              <a:buNone/>
            </a:pPr>
            <a:endParaRPr lang="en-IN" sz="2400" dirty="0"/>
          </a:p>
        </p:txBody>
      </p:sp>
    </p:spTree>
    <p:extLst>
      <p:ext uri="{BB962C8B-B14F-4D97-AF65-F5344CB8AC3E}">
        <p14:creationId xmlns:p14="http://schemas.microsoft.com/office/powerpoint/2010/main" val="428242509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0E0A4D-795C-325E-A6E2-58D3E06927B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0E896D5-64B5-6703-D7CD-3E3AEE640295}"/>
              </a:ext>
            </a:extLst>
          </p:cNvPr>
          <p:cNvSpPr>
            <a:spLocks noGrp="1"/>
          </p:cNvSpPr>
          <p:nvPr>
            <p:ph idx="1"/>
          </p:nvPr>
        </p:nvSpPr>
        <p:spPr>
          <a:xfrm>
            <a:off x="777240" y="718457"/>
            <a:ext cx="10659110" cy="5458506"/>
          </a:xfrm>
        </p:spPr>
        <p:txBody>
          <a:bodyPr>
            <a:normAutofit/>
          </a:bodyPr>
          <a:lstStyle/>
          <a:p>
            <a:pPr marL="0" indent="0">
              <a:buNone/>
            </a:pPr>
            <a:r>
              <a:rPr lang="en-US" sz="2400" b="1" dirty="0"/>
              <a:t>Prophet (By Facebook/Meta)</a:t>
            </a:r>
          </a:p>
          <a:p>
            <a:pPr marL="0" indent="0">
              <a:buNone/>
            </a:pPr>
            <a:r>
              <a:rPr lang="en-US" sz="2400" b="1" dirty="0"/>
              <a:t>What is Prophet?</a:t>
            </a:r>
          </a:p>
          <a:p>
            <a:r>
              <a:rPr lang="en-US" sz="2400" b="1" dirty="0"/>
              <a:t>Prophet</a:t>
            </a:r>
            <a:r>
              <a:rPr lang="en-US" sz="2400" dirty="0"/>
              <a:t> is a </a:t>
            </a:r>
            <a:r>
              <a:rPr lang="en-US" sz="2400" b="1" dirty="0">
                <a:solidFill>
                  <a:srgbClr val="C00000"/>
                </a:solidFill>
              </a:rPr>
              <a:t>modern forecasting tool</a:t>
            </a:r>
            <a:r>
              <a:rPr lang="en-US" sz="2400" dirty="0">
                <a:solidFill>
                  <a:srgbClr val="C00000"/>
                </a:solidFill>
              </a:rPr>
              <a:t> </a:t>
            </a:r>
            <a:r>
              <a:rPr lang="en-US" sz="2400" dirty="0"/>
              <a:t>built by Facebook, designed to be:</a:t>
            </a:r>
          </a:p>
          <a:p>
            <a:pPr lvl="1"/>
            <a:r>
              <a:rPr lang="en-US" sz="2400" b="1" dirty="0"/>
              <a:t>Simple to use</a:t>
            </a:r>
            <a:endParaRPr lang="en-US" sz="2400" dirty="0"/>
          </a:p>
          <a:p>
            <a:pPr lvl="1"/>
            <a:r>
              <a:rPr lang="en-US" sz="2400" dirty="0"/>
              <a:t>Great at handling </a:t>
            </a:r>
            <a:r>
              <a:rPr lang="en-US" sz="2400" b="1" dirty="0"/>
              <a:t>seasonality and holidays</a:t>
            </a:r>
            <a:endParaRPr lang="en-US" sz="2400" dirty="0"/>
          </a:p>
          <a:p>
            <a:pPr marL="0" indent="0">
              <a:buNone/>
            </a:pPr>
            <a:endParaRPr lang="en-US" sz="2400" b="1" dirty="0"/>
          </a:p>
          <a:p>
            <a:pPr marL="0" indent="0">
              <a:buNone/>
            </a:pPr>
            <a:r>
              <a:rPr lang="en-US" sz="2400" b="1" dirty="0"/>
              <a:t>Prophet Model Components:</a:t>
            </a:r>
          </a:p>
          <a:p>
            <a:pPr marL="0" indent="0">
              <a:buNone/>
            </a:pPr>
            <a:endParaRPr lang="en-IN" sz="2400" dirty="0"/>
          </a:p>
        </p:txBody>
      </p:sp>
      <p:graphicFrame>
        <p:nvGraphicFramePr>
          <p:cNvPr id="5" name="Table 4">
            <a:extLst>
              <a:ext uri="{FF2B5EF4-FFF2-40B4-BE49-F238E27FC236}">
                <a16:creationId xmlns:a16="http://schemas.microsoft.com/office/drawing/2014/main" id="{89668D04-1AA6-88D0-A19F-DD0A80AEFF6C}"/>
              </a:ext>
            </a:extLst>
          </p:cNvPr>
          <p:cNvGraphicFramePr>
            <a:graphicFrameLocks noGrp="1"/>
          </p:cNvGraphicFramePr>
          <p:nvPr>
            <p:extLst>
              <p:ext uri="{D42A27DB-BD31-4B8C-83A1-F6EECF244321}">
                <p14:modId xmlns:p14="http://schemas.microsoft.com/office/powerpoint/2010/main" val="2838899319"/>
              </p:ext>
            </p:extLst>
          </p:nvPr>
        </p:nvGraphicFramePr>
        <p:xfrm>
          <a:off x="991189" y="3975313"/>
          <a:ext cx="10177554" cy="2201649"/>
        </p:xfrm>
        <a:graphic>
          <a:graphicData uri="http://schemas.openxmlformats.org/drawingml/2006/table">
            <a:tbl>
              <a:tblPr firstRow="1" firstCol="1" bandRow="1">
                <a:tableStyleId>{5C22544A-7EE6-4342-B048-85BDC9FD1C3A}</a:tableStyleId>
              </a:tblPr>
              <a:tblGrid>
                <a:gridCol w="2492240">
                  <a:extLst>
                    <a:ext uri="{9D8B030D-6E8A-4147-A177-3AD203B41FA5}">
                      <a16:colId xmlns:a16="http://schemas.microsoft.com/office/drawing/2014/main" val="4095529074"/>
                    </a:ext>
                  </a:extLst>
                </a:gridCol>
                <a:gridCol w="7685314">
                  <a:extLst>
                    <a:ext uri="{9D8B030D-6E8A-4147-A177-3AD203B41FA5}">
                      <a16:colId xmlns:a16="http://schemas.microsoft.com/office/drawing/2014/main" val="3103530431"/>
                    </a:ext>
                  </a:extLst>
                </a:gridCol>
              </a:tblGrid>
              <a:tr h="435587">
                <a:tc>
                  <a:txBody>
                    <a:bodyPr/>
                    <a:lstStyle/>
                    <a:p>
                      <a:pPr>
                        <a:lnSpc>
                          <a:spcPct val="115000"/>
                        </a:lnSpc>
                        <a:spcAft>
                          <a:spcPts val="800"/>
                        </a:spcAft>
                        <a:buNone/>
                      </a:pPr>
                      <a:r>
                        <a:rPr lang="en-IN" sz="2400" kern="100">
                          <a:effectLst/>
                        </a:rPr>
                        <a:t>Component</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400" kern="100">
                          <a:effectLst/>
                        </a:rPr>
                        <a:t>Meaning</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670351903"/>
                  </a:ext>
                </a:extLst>
              </a:tr>
              <a:tr h="435587">
                <a:tc>
                  <a:txBody>
                    <a:bodyPr/>
                    <a:lstStyle/>
                    <a:p>
                      <a:pPr>
                        <a:lnSpc>
                          <a:spcPct val="115000"/>
                        </a:lnSpc>
                        <a:spcAft>
                          <a:spcPts val="800"/>
                        </a:spcAft>
                        <a:buNone/>
                      </a:pPr>
                      <a:r>
                        <a:rPr lang="en-IN" sz="2400" kern="100">
                          <a:effectLst/>
                        </a:rPr>
                        <a:t>Trend</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400" kern="100" dirty="0">
                          <a:effectLst/>
                        </a:rPr>
                        <a:t>Overall direction (up/down over time)</a:t>
                      </a:r>
                      <a:endParaRPr lang="en-IN"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738315508"/>
                  </a:ext>
                </a:extLst>
              </a:tr>
              <a:tr h="435587">
                <a:tc>
                  <a:txBody>
                    <a:bodyPr/>
                    <a:lstStyle/>
                    <a:p>
                      <a:pPr>
                        <a:lnSpc>
                          <a:spcPct val="115000"/>
                        </a:lnSpc>
                        <a:spcAft>
                          <a:spcPts val="800"/>
                        </a:spcAft>
                        <a:buNone/>
                      </a:pPr>
                      <a:r>
                        <a:rPr lang="en-IN" sz="2400" kern="100">
                          <a:effectLst/>
                        </a:rPr>
                        <a:t>Seasonality</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400" kern="100">
                          <a:effectLst/>
                        </a:rPr>
                        <a:t>Repeating patterns (daily, weekly, yearly)</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653301626"/>
                  </a:ext>
                </a:extLst>
              </a:tr>
              <a:tr h="894888">
                <a:tc>
                  <a:txBody>
                    <a:bodyPr/>
                    <a:lstStyle/>
                    <a:p>
                      <a:pPr>
                        <a:lnSpc>
                          <a:spcPct val="115000"/>
                        </a:lnSpc>
                        <a:spcAft>
                          <a:spcPts val="800"/>
                        </a:spcAft>
                        <a:buNone/>
                      </a:pPr>
                      <a:r>
                        <a:rPr lang="en-IN" sz="2400" kern="100">
                          <a:effectLst/>
                        </a:rPr>
                        <a:t>Holidays</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400" kern="100" dirty="0">
                          <a:effectLst/>
                        </a:rPr>
                        <a:t>Special events that affect the data (e.g., Diwali sales)</a:t>
                      </a:r>
                      <a:endParaRPr lang="en-IN"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912253876"/>
                  </a:ext>
                </a:extLst>
              </a:tr>
            </a:tbl>
          </a:graphicData>
        </a:graphic>
      </p:graphicFrame>
    </p:spTree>
    <p:extLst>
      <p:ext uri="{BB962C8B-B14F-4D97-AF65-F5344CB8AC3E}">
        <p14:creationId xmlns:p14="http://schemas.microsoft.com/office/powerpoint/2010/main" val="30850902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803247-ABF6-AC84-A676-E817995D74B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38012F7-F6BF-E871-0EF9-6A1AD3FF8EA0}"/>
              </a:ext>
            </a:extLst>
          </p:cNvPr>
          <p:cNvSpPr>
            <a:spLocks noGrp="1"/>
          </p:cNvSpPr>
          <p:nvPr>
            <p:ph idx="1"/>
          </p:nvPr>
        </p:nvSpPr>
        <p:spPr>
          <a:xfrm>
            <a:off x="777240" y="718457"/>
            <a:ext cx="10659110" cy="5458506"/>
          </a:xfrm>
        </p:spPr>
        <p:txBody>
          <a:bodyPr>
            <a:normAutofit/>
          </a:bodyPr>
          <a:lstStyle/>
          <a:p>
            <a:pPr marL="0" indent="0">
              <a:buNone/>
            </a:pPr>
            <a:r>
              <a:rPr lang="en-US" sz="2800" b="1" dirty="0"/>
              <a:t>ARIMA vs Prophet – Which One to Use?</a:t>
            </a:r>
            <a:endParaRPr lang="en-IN" sz="2800" b="1" dirty="0"/>
          </a:p>
        </p:txBody>
      </p:sp>
      <p:graphicFrame>
        <p:nvGraphicFramePr>
          <p:cNvPr id="2" name="Table 1">
            <a:extLst>
              <a:ext uri="{FF2B5EF4-FFF2-40B4-BE49-F238E27FC236}">
                <a16:creationId xmlns:a16="http://schemas.microsoft.com/office/drawing/2014/main" id="{35EE8BC7-71A9-BC0F-613B-6CCACE1DF7AC}"/>
              </a:ext>
            </a:extLst>
          </p:cNvPr>
          <p:cNvGraphicFramePr>
            <a:graphicFrameLocks noGrp="1"/>
          </p:cNvGraphicFramePr>
          <p:nvPr>
            <p:extLst>
              <p:ext uri="{D42A27DB-BD31-4B8C-83A1-F6EECF244321}">
                <p14:modId xmlns:p14="http://schemas.microsoft.com/office/powerpoint/2010/main" val="1299889387"/>
              </p:ext>
            </p:extLst>
          </p:nvPr>
        </p:nvGraphicFramePr>
        <p:xfrm>
          <a:off x="1023846" y="1761558"/>
          <a:ext cx="9883639" cy="3801044"/>
        </p:xfrm>
        <a:graphic>
          <a:graphicData uri="http://schemas.openxmlformats.org/drawingml/2006/table">
            <a:tbl>
              <a:tblPr firstRow="1" firstCol="1" bandRow="1">
                <a:tableStyleId>{5C22544A-7EE6-4342-B048-85BDC9FD1C3A}</a:tableStyleId>
              </a:tblPr>
              <a:tblGrid>
                <a:gridCol w="3294181">
                  <a:extLst>
                    <a:ext uri="{9D8B030D-6E8A-4147-A177-3AD203B41FA5}">
                      <a16:colId xmlns:a16="http://schemas.microsoft.com/office/drawing/2014/main" val="4157710723"/>
                    </a:ext>
                  </a:extLst>
                </a:gridCol>
                <a:gridCol w="3294181">
                  <a:extLst>
                    <a:ext uri="{9D8B030D-6E8A-4147-A177-3AD203B41FA5}">
                      <a16:colId xmlns:a16="http://schemas.microsoft.com/office/drawing/2014/main" val="2649252478"/>
                    </a:ext>
                  </a:extLst>
                </a:gridCol>
                <a:gridCol w="3295277">
                  <a:extLst>
                    <a:ext uri="{9D8B030D-6E8A-4147-A177-3AD203B41FA5}">
                      <a16:colId xmlns:a16="http://schemas.microsoft.com/office/drawing/2014/main" val="3581181264"/>
                    </a:ext>
                  </a:extLst>
                </a:gridCol>
              </a:tblGrid>
              <a:tr h="538816">
                <a:tc>
                  <a:txBody>
                    <a:bodyPr/>
                    <a:lstStyle/>
                    <a:p>
                      <a:pPr>
                        <a:lnSpc>
                          <a:spcPct val="115000"/>
                        </a:lnSpc>
                        <a:spcAft>
                          <a:spcPts val="800"/>
                        </a:spcAft>
                        <a:buNone/>
                      </a:pPr>
                      <a:r>
                        <a:rPr lang="en-IN" sz="2400" kern="100">
                          <a:effectLst/>
                        </a:rPr>
                        <a:t>Feature</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400" kern="100">
                          <a:effectLst/>
                        </a:rPr>
                        <a:t>ARIMA</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400" kern="100">
                          <a:effectLst/>
                        </a:rPr>
                        <a:t>Prophet</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330443607"/>
                  </a:ext>
                </a:extLst>
              </a:tr>
              <a:tr h="538816">
                <a:tc>
                  <a:txBody>
                    <a:bodyPr/>
                    <a:lstStyle/>
                    <a:p>
                      <a:pPr>
                        <a:lnSpc>
                          <a:spcPct val="115000"/>
                        </a:lnSpc>
                        <a:spcAft>
                          <a:spcPts val="800"/>
                        </a:spcAft>
                        <a:buNone/>
                      </a:pPr>
                      <a:r>
                        <a:rPr lang="en-IN" sz="2400" kern="100">
                          <a:effectLst/>
                        </a:rPr>
                        <a:t>Easy to use</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400" kern="100" dirty="0">
                          <a:effectLst/>
                        </a:rPr>
                        <a:t>Needs tuning</a:t>
                      </a:r>
                      <a:endParaRPr lang="en-IN"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400" b="1" kern="100" dirty="0">
                          <a:effectLst/>
                        </a:rPr>
                        <a:t>Very beginner-friendly</a:t>
                      </a:r>
                      <a:endParaRPr lang="en-IN" sz="2400" b="1"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600723452"/>
                  </a:ext>
                </a:extLst>
              </a:tr>
              <a:tr h="538816">
                <a:tc>
                  <a:txBody>
                    <a:bodyPr/>
                    <a:lstStyle/>
                    <a:p>
                      <a:pPr>
                        <a:lnSpc>
                          <a:spcPct val="115000"/>
                        </a:lnSpc>
                        <a:spcAft>
                          <a:spcPts val="800"/>
                        </a:spcAft>
                        <a:buNone/>
                      </a:pPr>
                      <a:r>
                        <a:rPr lang="en-IN" sz="2400" kern="100" dirty="0">
                          <a:effectLst/>
                        </a:rPr>
                        <a:t>Handles seasonality</a:t>
                      </a:r>
                      <a:endParaRPr lang="en-IN"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400" kern="100" dirty="0">
                          <a:effectLst/>
                        </a:rPr>
                        <a:t>Not automatic</a:t>
                      </a:r>
                      <a:endParaRPr lang="en-IN"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400" b="1" kern="100" dirty="0">
                          <a:effectLst/>
                        </a:rPr>
                        <a:t>Automatic</a:t>
                      </a:r>
                      <a:endParaRPr lang="en-IN" sz="2400" b="1"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13915345"/>
                  </a:ext>
                </a:extLst>
              </a:tr>
              <a:tr h="538816">
                <a:tc>
                  <a:txBody>
                    <a:bodyPr/>
                    <a:lstStyle/>
                    <a:p>
                      <a:pPr>
                        <a:lnSpc>
                          <a:spcPct val="115000"/>
                        </a:lnSpc>
                        <a:spcAft>
                          <a:spcPts val="800"/>
                        </a:spcAft>
                        <a:buNone/>
                      </a:pPr>
                      <a:r>
                        <a:rPr lang="en-IN" sz="2400" kern="100">
                          <a:effectLst/>
                        </a:rPr>
                        <a:t>Handles holidays</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400" kern="100" dirty="0">
                          <a:effectLst/>
                        </a:rPr>
                        <a:t>Not directly</a:t>
                      </a:r>
                      <a:endParaRPr lang="en-IN"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400" b="1" kern="100" dirty="0">
                          <a:effectLst/>
                        </a:rPr>
                        <a:t>Yes</a:t>
                      </a:r>
                      <a:endParaRPr lang="en-IN" sz="2400" b="1"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464215107"/>
                  </a:ext>
                </a:extLst>
              </a:tr>
              <a:tr h="538816">
                <a:tc>
                  <a:txBody>
                    <a:bodyPr/>
                    <a:lstStyle/>
                    <a:p>
                      <a:pPr>
                        <a:lnSpc>
                          <a:spcPct val="115000"/>
                        </a:lnSpc>
                        <a:spcAft>
                          <a:spcPts val="800"/>
                        </a:spcAft>
                        <a:buNone/>
                      </a:pPr>
                      <a:r>
                        <a:rPr lang="en-IN" sz="2400" kern="100">
                          <a:effectLst/>
                        </a:rPr>
                        <a:t>Accuracy</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400" kern="100" dirty="0">
                          <a:effectLst/>
                        </a:rPr>
                        <a:t>High (with tuning)</a:t>
                      </a:r>
                      <a:endParaRPr lang="en-IN"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400" b="1" kern="100" dirty="0">
                          <a:effectLst/>
                        </a:rPr>
                        <a:t>Good</a:t>
                      </a:r>
                      <a:endParaRPr lang="en-IN" sz="2400" b="1"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942657004"/>
                  </a:ext>
                </a:extLst>
              </a:tr>
              <a:tr h="1106964">
                <a:tc>
                  <a:txBody>
                    <a:bodyPr/>
                    <a:lstStyle/>
                    <a:p>
                      <a:pPr>
                        <a:lnSpc>
                          <a:spcPct val="115000"/>
                        </a:lnSpc>
                        <a:spcAft>
                          <a:spcPts val="800"/>
                        </a:spcAft>
                        <a:buNone/>
                      </a:pPr>
                      <a:r>
                        <a:rPr lang="en-IN" sz="2400" kern="100">
                          <a:effectLst/>
                        </a:rPr>
                        <a:t>Use in industry</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400" kern="100" dirty="0">
                          <a:effectLst/>
                        </a:rPr>
                        <a:t>Finance, engineering</a:t>
                      </a:r>
                      <a:endParaRPr lang="en-IN"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400" kern="100" dirty="0">
                          <a:effectLst/>
                        </a:rPr>
                        <a:t>Business, marketing, weather</a:t>
                      </a:r>
                      <a:endParaRPr lang="en-IN"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32629114"/>
                  </a:ext>
                </a:extLst>
              </a:tr>
            </a:tbl>
          </a:graphicData>
        </a:graphic>
      </p:graphicFrame>
    </p:spTree>
    <p:extLst>
      <p:ext uri="{BB962C8B-B14F-4D97-AF65-F5344CB8AC3E}">
        <p14:creationId xmlns:p14="http://schemas.microsoft.com/office/powerpoint/2010/main" val="1168615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925827-27D4-9D99-C5C9-BBB54A8B630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2831205-D5CE-96D5-890E-2ABE135CEB69}"/>
              </a:ext>
            </a:extLst>
          </p:cNvPr>
          <p:cNvSpPr>
            <a:spLocks noGrp="1"/>
          </p:cNvSpPr>
          <p:nvPr>
            <p:ph idx="1"/>
          </p:nvPr>
        </p:nvSpPr>
        <p:spPr>
          <a:xfrm>
            <a:off x="777240" y="718457"/>
            <a:ext cx="10659110" cy="5458506"/>
          </a:xfrm>
        </p:spPr>
        <p:txBody>
          <a:bodyPr>
            <a:normAutofit/>
          </a:bodyPr>
          <a:lstStyle/>
          <a:p>
            <a:pPr marL="0" indent="0">
              <a:buNone/>
            </a:pPr>
            <a:r>
              <a:rPr lang="en-US" sz="2800" b="1" dirty="0"/>
              <a:t>Evaluating time series models:</a:t>
            </a:r>
          </a:p>
          <a:p>
            <a:pPr marL="0" indent="0">
              <a:buNone/>
            </a:pPr>
            <a:r>
              <a:rPr lang="en-US" sz="2400" dirty="0"/>
              <a:t>After we build a time series model (like ARIMA or Prophet), we need to check </a:t>
            </a:r>
            <a:r>
              <a:rPr lang="en-US" sz="2400" b="1" dirty="0">
                <a:solidFill>
                  <a:srgbClr val="C00000"/>
                </a:solidFill>
              </a:rPr>
              <a:t>how good the predictions are</a:t>
            </a:r>
            <a:r>
              <a:rPr lang="en-US" sz="2400" dirty="0"/>
              <a:t>. This process is called model evaluation.</a:t>
            </a:r>
          </a:p>
          <a:p>
            <a:pPr marL="0" indent="0">
              <a:buNone/>
            </a:pPr>
            <a:endParaRPr lang="en-US" sz="2400" b="1" dirty="0"/>
          </a:p>
          <a:p>
            <a:pPr marL="0" indent="0">
              <a:buNone/>
            </a:pPr>
            <a:r>
              <a:rPr lang="en-US" sz="2400" b="1" dirty="0"/>
              <a:t>Why Do We Evaluate?</a:t>
            </a:r>
          </a:p>
          <a:p>
            <a:r>
              <a:rPr lang="en-US" sz="2400" dirty="0"/>
              <a:t>To know </a:t>
            </a:r>
            <a:r>
              <a:rPr lang="en-US" sz="2400" b="1" dirty="0"/>
              <a:t>how accurate</a:t>
            </a:r>
            <a:r>
              <a:rPr lang="en-US" sz="2400" dirty="0"/>
              <a:t> our forecasts are.</a:t>
            </a:r>
          </a:p>
          <a:p>
            <a:r>
              <a:rPr lang="en-US" sz="2400" dirty="0"/>
              <a:t>To </a:t>
            </a:r>
            <a:r>
              <a:rPr lang="en-US" sz="2400" b="1" dirty="0"/>
              <a:t>compare different models</a:t>
            </a:r>
            <a:r>
              <a:rPr lang="en-US" sz="2400" dirty="0"/>
              <a:t> and choose the best one.</a:t>
            </a:r>
          </a:p>
          <a:p>
            <a:r>
              <a:rPr lang="en-US" sz="2400" dirty="0"/>
              <a:t>To </a:t>
            </a:r>
            <a:r>
              <a:rPr lang="en-US" sz="2400" b="1" dirty="0"/>
              <a:t>improve</a:t>
            </a:r>
            <a:r>
              <a:rPr lang="en-US" sz="2400" dirty="0"/>
              <a:t> our model by finding where it's going wrong.</a:t>
            </a:r>
          </a:p>
          <a:p>
            <a:pPr marL="0" indent="0">
              <a:buNone/>
            </a:pPr>
            <a:endParaRPr lang="en-IN" sz="2400" dirty="0"/>
          </a:p>
          <a:p>
            <a:pPr marL="0" indent="0">
              <a:buNone/>
            </a:pPr>
            <a:r>
              <a:rPr lang="en-IN" sz="2400" b="1" dirty="0"/>
              <a:t>Note: </a:t>
            </a:r>
            <a:r>
              <a:rPr lang="en-US" sz="2400" dirty="0"/>
              <a:t>The metrics used to evaluate </a:t>
            </a:r>
            <a:r>
              <a:rPr lang="en-US" sz="2400" b="1" dirty="0"/>
              <a:t>time series forecasting models</a:t>
            </a:r>
            <a:r>
              <a:rPr lang="en-US" sz="2400" dirty="0"/>
              <a:t> like ARIMA or Prophet are </a:t>
            </a:r>
            <a:r>
              <a:rPr lang="en-US" sz="2400" b="1" dirty="0"/>
              <a:t>very similar to those used in </a:t>
            </a:r>
            <a:r>
              <a:rPr lang="en-US" sz="2400" b="1" dirty="0">
                <a:solidFill>
                  <a:srgbClr val="C00000"/>
                </a:solidFill>
              </a:rPr>
              <a:t>supervised regression models</a:t>
            </a:r>
            <a:r>
              <a:rPr lang="en-US" sz="2400" dirty="0">
                <a:solidFill>
                  <a:srgbClr val="C00000"/>
                </a:solidFill>
              </a:rPr>
              <a:t> </a:t>
            </a:r>
            <a:r>
              <a:rPr lang="en-US" sz="2400" dirty="0"/>
              <a:t>in machine learning.</a:t>
            </a:r>
            <a:endParaRPr lang="en-IN" sz="2400" dirty="0"/>
          </a:p>
        </p:txBody>
      </p:sp>
    </p:spTree>
    <p:extLst>
      <p:ext uri="{BB962C8B-B14F-4D97-AF65-F5344CB8AC3E}">
        <p14:creationId xmlns:p14="http://schemas.microsoft.com/office/powerpoint/2010/main" val="210318045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6726CB-F9D2-ADE6-8477-D43CB511B70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E81625D-42B9-BDF2-451D-A018FA95AF9E}"/>
              </a:ext>
            </a:extLst>
          </p:cNvPr>
          <p:cNvSpPr>
            <a:spLocks noGrp="1"/>
          </p:cNvSpPr>
          <p:nvPr>
            <p:ph idx="1"/>
          </p:nvPr>
        </p:nvSpPr>
        <p:spPr>
          <a:xfrm>
            <a:off x="702853" y="1110343"/>
            <a:ext cx="10900568" cy="4789714"/>
          </a:xfrm>
        </p:spPr>
        <p:txBody>
          <a:bodyPr>
            <a:normAutofit/>
          </a:bodyPr>
          <a:lstStyle/>
          <a:p>
            <a:pPr marL="0" indent="0">
              <a:buNone/>
            </a:pPr>
            <a:r>
              <a:rPr lang="en-US" sz="3200" b="1" dirty="0">
                <a:solidFill>
                  <a:srgbClr val="002060"/>
                </a:solidFill>
              </a:rPr>
              <a:t>Model evaluation metrics for Time Series Data:</a:t>
            </a:r>
          </a:p>
          <a:p>
            <a:pPr marL="457200" indent="-457200">
              <a:buFont typeface="+mj-lt"/>
              <a:buAutoNum type="arabicPeriod"/>
            </a:pPr>
            <a:r>
              <a:rPr lang="en-US" sz="2800" b="1" dirty="0">
                <a:solidFill>
                  <a:srgbClr val="C00000"/>
                </a:solidFill>
              </a:rPr>
              <a:t>MAE</a:t>
            </a:r>
            <a:r>
              <a:rPr lang="en-US" sz="2400" dirty="0"/>
              <a:t> (Mean Absolute Error)</a:t>
            </a:r>
          </a:p>
          <a:p>
            <a:pPr marL="457200" indent="-457200">
              <a:buFont typeface="+mj-lt"/>
              <a:buAutoNum type="arabicPeriod"/>
            </a:pPr>
            <a:r>
              <a:rPr lang="en-US" sz="2800" b="1" dirty="0">
                <a:solidFill>
                  <a:srgbClr val="C00000"/>
                </a:solidFill>
              </a:rPr>
              <a:t>MSE</a:t>
            </a:r>
            <a:r>
              <a:rPr lang="en-US" sz="2400" dirty="0"/>
              <a:t> (Mean Squared Error)</a:t>
            </a:r>
          </a:p>
          <a:p>
            <a:pPr marL="457200" indent="-457200">
              <a:buFont typeface="+mj-lt"/>
              <a:buAutoNum type="arabicPeriod"/>
            </a:pPr>
            <a:r>
              <a:rPr lang="en-US" sz="2800" b="1" dirty="0">
                <a:solidFill>
                  <a:srgbClr val="C00000"/>
                </a:solidFill>
              </a:rPr>
              <a:t>RMSE</a:t>
            </a:r>
            <a:r>
              <a:rPr lang="en-US" sz="2400" dirty="0"/>
              <a:t> (Root Mean Squared Error)</a:t>
            </a:r>
          </a:p>
          <a:p>
            <a:pPr marL="0" indent="0">
              <a:buNone/>
            </a:pPr>
            <a:endParaRPr lang="en-US" sz="2400" dirty="0"/>
          </a:p>
          <a:p>
            <a:pPr marL="0" indent="0">
              <a:buNone/>
            </a:pPr>
            <a:r>
              <a:rPr lang="en-US" sz="2400" dirty="0"/>
              <a:t>These are commonly used to </a:t>
            </a:r>
            <a:r>
              <a:rPr lang="en-US" sz="2400" b="1" dirty="0">
                <a:solidFill>
                  <a:srgbClr val="C00000"/>
                </a:solidFill>
              </a:rPr>
              <a:t>evaluate regression models</a:t>
            </a:r>
            <a:r>
              <a:rPr lang="en-US" sz="2400" dirty="0"/>
              <a:t>, where the goal is to predict </a:t>
            </a:r>
            <a:r>
              <a:rPr lang="en-US" sz="2400" b="1" dirty="0"/>
              <a:t>continuous values </a:t>
            </a:r>
            <a:r>
              <a:rPr lang="en-US" sz="2400" dirty="0"/>
              <a:t>(e.g., predicting house prices, temperatures, etc.).</a:t>
            </a:r>
          </a:p>
          <a:p>
            <a:pPr marL="0" indent="0">
              <a:buNone/>
            </a:pPr>
            <a:endParaRPr lang="en-US" sz="2400" dirty="0"/>
          </a:p>
          <a:p>
            <a:pPr marL="0" indent="0">
              <a:buNone/>
            </a:pPr>
            <a:endParaRPr lang="en-IN" sz="2400" dirty="0"/>
          </a:p>
        </p:txBody>
      </p:sp>
    </p:spTree>
    <p:extLst>
      <p:ext uri="{BB962C8B-B14F-4D97-AF65-F5344CB8AC3E}">
        <p14:creationId xmlns:p14="http://schemas.microsoft.com/office/powerpoint/2010/main" val="224768842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D15801-0BFF-DFA3-502E-38F09A62F1F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3BD011-5435-326F-A5B0-7941C30BF715}"/>
              </a:ext>
            </a:extLst>
          </p:cNvPr>
          <p:cNvSpPr>
            <a:spLocks noGrp="1"/>
          </p:cNvSpPr>
          <p:nvPr>
            <p:ph idx="1"/>
          </p:nvPr>
        </p:nvSpPr>
        <p:spPr>
          <a:xfrm>
            <a:off x="777240" y="370114"/>
            <a:ext cx="10659110" cy="5806849"/>
          </a:xfrm>
        </p:spPr>
        <p:txBody>
          <a:bodyPr>
            <a:normAutofit fontScale="92500" lnSpcReduction="10000"/>
          </a:bodyPr>
          <a:lstStyle/>
          <a:p>
            <a:pPr marL="0" indent="0">
              <a:buNone/>
            </a:pPr>
            <a:r>
              <a:rPr lang="en-US" sz="3000" b="1" dirty="0"/>
              <a:t>Deployment of machine learning models:</a:t>
            </a:r>
          </a:p>
          <a:p>
            <a:pPr marL="0" indent="0">
              <a:buNone/>
            </a:pPr>
            <a:r>
              <a:rPr lang="en-US" sz="2400" b="1" dirty="0"/>
              <a:t>What is Deployment?</a:t>
            </a:r>
          </a:p>
          <a:p>
            <a:pPr marL="0" indent="0">
              <a:buNone/>
            </a:pPr>
            <a:r>
              <a:rPr lang="en-US" sz="2400" dirty="0"/>
              <a:t>Deployment means </a:t>
            </a:r>
            <a:r>
              <a:rPr lang="en-US" sz="2400" b="1" dirty="0"/>
              <a:t>taking a machine learning model </a:t>
            </a:r>
            <a:r>
              <a:rPr lang="en-US" sz="2400" dirty="0"/>
              <a:t>from your computer and </a:t>
            </a:r>
            <a:r>
              <a:rPr lang="en-US" sz="2400" b="1" dirty="0">
                <a:solidFill>
                  <a:srgbClr val="C00000"/>
                </a:solidFill>
              </a:rPr>
              <a:t>making it available for real-world use</a:t>
            </a:r>
            <a:r>
              <a:rPr lang="en-US" sz="2400" dirty="0"/>
              <a:t>, like in a </a:t>
            </a:r>
            <a:r>
              <a:rPr lang="en-US" sz="2400" b="1" dirty="0"/>
              <a:t>website</a:t>
            </a:r>
            <a:r>
              <a:rPr lang="en-US" sz="2400" dirty="0"/>
              <a:t>, </a:t>
            </a:r>
            <a:r>
              <a:rPr lang="en-US" sz="2400" b="1" dirty="0"/>
              <a:t>app</a:t>
            </a:r>
            <a:r>
              <a:rPr lang="en-US" sz="2400" dirty="0"/>
              <a:t>, or </a:t>
            </a:r>
            <a:r>
              <a:rPr lang="en-US" sz="2400" b="1" dirty="0"/>
              <a:t>business</a:t>
            </a:r>
            <a:r>
              <a:rPr lang="en-US" sz="2400" dirty="0"/>
              <a:t> </a:t>
            </a:r>
            <a:r>
              <a:rPr lang="en-US" sz="2400" b="1" dirty="0"/>
              <a:t>system</a:t>
            </a:r>
            <a:r>
              <a:rPr lang="en-US" sz="2400" dirty="0"/>
              <a:t>.</a:t>
            </a:r>
          </a:p>
          <a:p>
            <a:pPr marL="0" indent="0">
              <a:buNone/>
            </a:pPr>
            <a:endParaRPr lang="en-US" sz="2400" dirty="0"/>
          </a:p>
          <a:p>
            <a:pPr lvl="1"/>
            <a:r>
              <a:rPr lang="en-US" sz="2400" b="1" dirty="0"/>
              <a:t>You train a model </a:t>
            </a:r>
            <a:r>
              <a:rPr lang="en-US" sz="2400" b="1" dirty="0">
                <a:solidFill>
                  <a:srgbClr val="C00000"/>
                </a:solidFill>
              </a:rPr>
              <a:t>→</a:t>
            </a:r>
            <a:r>
              <a:rPr lang="en-US" sz="2400" b="1" dirty="0"/>
              <a:t> It works </a:t>
            </a:r>
            <a:r>
              <a:rPr lang="en-US" sz="2400" b="1" dirty="0">
                <a:solidFill>
                  <a:srgbClr val="C00000"/>
                </a:solidFill>
              </a:rPr>
              <a:t>→</a:t>
            </a:r>
            <a:r>
              <a:rPr lang="en-US" sz="2400" b="1" dirty="0"/>
              <a:t> You deploy it </a:t>
            </a:r>
            <a:r>
              <a:rPr lang="en-US" sz="2400" b="1" dirty="0">
                <a:solidFill>
                  <a:srgbClr val="C00000"/>
                </a:solidFill>
              </a:rPr>
              <a:t>→</a:t>
            </a:r>
            <a:r>
              <a:rPr lang="en-US" sz="2400" b="1" dirty="0"/>
              <a:t> Users can use it!</a:t>
            </a:r>
          </a:p>
          <a:p>
            <a:pPr lvl="1"/>
            <a:endParaRPr lang="en-IN" sz="2200" b="1" dirty="0"/>
          </a:p>
          <a:p>
            <a:pPr marL="0" indent="0">
              <a:buNone/>
            </a:pPr>
            <a:r>
              <a:rPr lang="en-US" sz="2600" b="1" dirty="0"/>
              <a:t>Example:</a:t>
            </a:r>
          </a:p>
          <a:p>
            <a:pPr marL="0" indent="0">
              <a:buNone/>
            </a:pPr>
            <a:r>
              <a:rPr lang="en-US" sz="2600" dirty="0"/>
              <a:t>You build a model to:</a:t>
            </a:r>
          </a:p>
          <a:p>
            <a:pPr lvl="1"/>
            <a:r>
              <a:rPr lang="en-US" sz="2400" b="1" dirty="0"/>
              <a:t>Predict product sales</a:t>
            </a:r>
          </a:p>
          <a:p>
            <a:pPr lvl="1"/>
            <a:r>
              <a:rPr lang="en-US" sz="2400" dirty="0"/>
              <a:t>Detect traffic from cameras</a:t>
            </a:r>
          </a:p>
          <a:p>
            <a:pPr lvl="1"/>
            <a:r>
              <a:rPr lang="en-US" sz="2400" dirty="0"/>
              <a:t>Diagnose disease from symptoms</a:t>
            </a:r>
          </a:p>
          <a:p>
            <a:r>
              <a:rPr lang="en-US" sz="2600" dirty="0"/>
              <a:t>After training the model, </a:t>
            </a:r>
            <a:r>
              <a:rPr lang="en-US" sz="2600" b="1" dirty="0"/>
              <a:t>deployment</a:t>
            </a:r>
            <a:r>
              <a:rPr lang="en-US" sz="2600" dirty="0"/>
              <a:t> means:</a:t>
            </a:r>
          </a:p>
          <a:p>
            <a:pPr marL="457200" lvl="1" indent="0">
              <a:buNone/>
            </a:pPr>
            <a:r>
              <a:rPr lang="en-US" sz="2400" dirty="0"/>
              <a:t>Making this model </a:t>
            </a:r>
            <a:r>
              <a:rPr lang="en-US" sz="2400" b="1" dirty="0">
                <a:solidFill>
                  <a:srgbClr val="C00000"/>
                </a:solidFill>
              </a:rPr>
              <a:t>available online </a:t>
            </a:r>
            <a:r>
              <a:rPr lang="en-US" sz="2400" dirty="0"/>
              <a:t>so that other apps or </a:t>
            </a:r>
            <a:r>
              <a:rPr lang="en-US" sz="2400" b="1" dirty="0"/>
              <a:t>users can send data </a:t>
            </a:r>
            <a:r>
              <a:rPr lang="en-US" sz="2400" dirty="0"/>
              <a:t>and </a:t>
            </a:r>
            <a:r>
              <a:rPr lang="en-US" sz="2400" b="1" dirty="0"/>
              <a:t>get</a:t>
            </a:r>
            <a:r>
              <a:rPr lang="en-US" sz="2400" dirty="0"/>
              <a:t> </a:t>
            </a:r>
            <a:r>
              <a:rPr lang="en-US" sz="2400" b="1" dirty="0"/>
              <a:t>predictions</a:t>
            </a:r>
            <a:r>
              <a:rPr lang="en-US" sz="2400" dirty="0"/>
              <a:t> </a:t>
            </a:r>
            <a:r>
              <a:rPr lang="en-US" sz="2400" b="1" dirty="0"/>
              <a:t>in </a:t>
            </a:r>
            <a:r>
              <a:rPr lang="en-US" sz="2400" b="1" dirty="0">
                <a:solidFill>
                  <a:srgbClr val="C00000"/>
                </a:solidFill>
              </a:rPr>
              <a:t>real time</a:t>
            </a:r>
            <a:r>
              <a:rPr lang="en-US" sz="2400" dirty="0"/>
              <a:t>.</a:t>
            </a:r>
            <a:endParaRPr lang="en-IN" sz="2400" dirty="0"/>
          </a:p>
        </p:txBody>
      </p:sp>
    </p:spTree>
    <p:extLst>
      <p:ext uri="{BB962C8B-B14F-4D97-AF65-F5344CB8AC3E}">
        <p14:creationId xmlns:p14="http://schemas.microsoft.com/office/powerpoint/2010/main" val="286479505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214815-099D-561C-9742-B7DB323C735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53F09E1-163F-A44E-EE60-961388C1B02B}"/>
              </a:ext>
            </a:extLst>
          </p:cNvPr>
          <p:cNvSpPr>
            <a:spLocks noGrp="1"/>
          </p:cNvSpPr>
          <p:nvPr>
            <p:ph idx="1"/>
          </p:nvPr>
        </p:nvSpPr>
        <p:spPr>
          <a:xfrm>
            <a:off x="777240" y="718457"/>
            <a:ext cx="10659110" cy="5458506"/>
          </a:xfrm>
        </p:spPr>
        <p:txBody>
          <a:bodyPr>
            <a:normAutofit/>
          </a:bodyPr>
          <a:lstStyle/>
          <a:p>
            <a:pPr marL="0" indent="0">
              <a:buNone/>
            </a:pPr>
            <a:r>
              <a:rPr lang="en-US" sz="2400" b="1" dirty="0"/>
              <a:t>Building web applications with </a:t>
            </a:r>
            <a:r>
              <a:rPr lang="en-US" sz="2400" b="1" dirty="0">
                <a:solidFill>
                  <a:srgbClr val="C00000"/>
                </a:solidFill>
              </a:rPr>
              <a:t>Flask</a:t>
            </a:r>
            <a:r>
              <a:rPr lang="en-US" sz="2400" b="1" dirty="0"/>
              <a:t> and </a:t>
            </a:r>
            <a:r>
              <a:rPr lang="en-US" sz="2400" b="1" dirty="0">
                <a:solidFill>
                  <a:srgbClr val="C00000"/>
                </a:solidFill>
              </a:rPr>
              <a:t>Django</a:t>
            </a:r>
            <a:r>
              <a:rPr lang="en-US" sz="2400" b="1" dirty="0"/>
              <a:t>:</a:t>
            </a:r>
          </a:p>
          <a:p>
            <a:pPr marL="0" indent="0">
              <a:buNone/>
            </a:pPr>
            <a:r>
              <a:rPr lang="en-US" sz="2400" b="1" dirty="0"/>
              <a:t>What is a Web Application?</a:t>
            </a:r>
          </a:p>
          <a:p>
            <a:r>
              <a:rPr lang="en-US" sz="2400" dirty="0"/>
              <a:t>A </a:t>
            </a:r>
            <a:r>
              <a:rPr lang="en-US" sz="2400" b="1" dirty="0"/>
              <a:t>web application</a:t>
            </a:r>
            <a:r>
              <a:rPr lang="en-US" sz="2400" dirty="0"/>
              <a:t> is a program that runs in a </a:t>
            </a:r>
            <a:r>
              <a:rPr lang="en-US" sz="2400" b="1" dirty="0">
                <a:solidFill>
                  <a:srgbClr val="C00000"/>
                </a:solidFill>
              </a:rPr>
              <a:t>web browser</a:t>
            </a:r>
            <a:r>
              <a:rPr lang="en-US" sz="2400" dirty="0">
                <a:solidFill>
                  <a:srgbClr val="C00000"/>
                </a:solidFill>
              </a:rPr>
              <a:t> </a:t>
            </a:r>
            <a:r>
              <a:rPr lang="en-US" sz="2400" dirty="0"/>
              <a:t>and allows users to </a:t>
            </a:r>
            <a:r>
              <a:rPr lang="en-US" sz="2400" b="1" dirty="0"/>
              <a:t>interact</a:t>
            </a:r>
            <a:r>
              <a:rPr lang="en-US" sz="2400" dirty="0"/>
              <a:t> with it online.</a:t>
            </a:r>
          </a:p>
          <a:p>
            <a:r>
              <a:rPr lang="en-US" sz="2400" b="1" dirty="0"/>
              <a:t>Example:</a:t>
            </a:r>
          </a:p>
          <a:p>
            <a:pPr lvl="1"/>
            <a:r>
              <a:rPr lang="en-US" sz="2400" dirty="0"/>
              <a:t>E-commerce website</a:t>
            </a:r>
          </a:p>
          <a:p>
            <a:pPr lvl="1"/>
            <a:r>
              <a:rPr lang="en-US" sz="2400" dirty="0"/>
              <a:t>Online quiz app</a:t>
            </a:r>
          </a:p>
          <a:p>
            <a:pPr lvl="1"/>
            <a:r>
              <a:rPr lang="en-US" sz="2400" dirty="0"/>
              <a:t>Student attendance portal</a:t>
            </a:r>
          </a:p>
          <a:p>
            <a:pPr marL="0" indent="0">
              <a:buNone/>
            </a:pPr>
            <a:endParaRPr lang="en-IN" sz="2400" dirty="0"/>
          </a:p>
        </p:txBody>
      </p:sp>
    </p:spTree>
    <p:extLst>
      <p:ext uri="{BB962C8B-B14F-4D97-AF65-F5344CB8AC3E}">
        <p14:creationId xmlns:p14="http://schemas.microsoft.com/office/powerpoint/2010/main" val="423302067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01FABB-7315-11F6-D405-6944BB93C36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959E038-C2C4-43D1-1D34-BFB46F833612}"/>
              </a:ext>
            </a:extLst>
          </p:cNvPr>
          <p:cNvSpPr>
            <a:spLocks noGrp="1"/>
          </p:cNvSpPr>
          <p:nvPr>
            <p:ph idx="1"/>
          </p:nvPr>
        </p:nvSpPr>
        <p:spPr>
          <a:xfrm>
            <a:off x="777240" y="522514"/>
            <a:ext cx="10659110" cy="5654449"/>
          </a:xfrm>
        </p:spPr>
        <p:txBody>
          <a:bodyPr>
            <a:normAutofit/>
          </a:bodyPr>
          <a:lstStyle/>
          <a:p>
            <a:pPr marL="0" indent="0">
              <a:buNone/>
            </a:pPr>
            <a:r>
              <a:rPr lang="en-US" sz="2800" b="1" dirty="0"/>
              <a:t>Building Web Apps with </a:t>
            </a:r>
            <a:r>
              <a:rPr lang="en-US" sz="2800" b="1" dirty="0">
                <a:solidFill>
                  <a:srgbClr val="C00000"/>
                </a:solidFill>
              </a:rPr>
              <a:t>Flask</a:t>
            </a:r>
            <a:r>
              <a:rPr lang="en-US" sz="2800" b="1" dirty="0"/>
              <a:t>:</a:t>
            </a:r>
          </a:p>
          <a:p>
            <a:pPr marL="0" indent="0">
              <a:buNone/>
            </a:pPr>
            <a:r>
              <a:rPr lang="en-US" sz="2400" b="1" dirty="0"/>
              <a:t>Flask</a:t>
            </a:r>
            <a:r>
              <a:rPr lang="en-US" sz="2400" dirty="0"/>
              <a:t> is a </a:t>
            </a:r>
            <a:r>
              <a:rPr lang="en-US" sz="2400" b="1" dirty="0"/>
              <a:t>lightweight web framework</a:t>
            </a:r>
            <a:r>
              <a:rPr lang="en-US" sz="2400" dirty="0"/>
              <a:t> written in Python that helps you </a:t>
            </a:r>
            <a:r>
              <a:rPr lang="en-US" sz="2400" b="1" dirty="0"/>
              <a:t>build web applications quickly and easily</a:t>
            </a:r>
            <a:r>
              <a:rPr lang="en-US" sz="2400" dirty="0"/>
              <a:t>.</a:t>
            </a:r>
          </a:p>
          <a:p>
            <a:pPr marL="0" indent="0">
              <a:buNone/>
            </a:pPr>
            <a:r>
              <a:rPr lang="en-US" sz="2400" b="1" dirty="0"/>
              <a:t>Key Points:</a:t>
            </a:r>
          </a:p>
          <a:p>
            <a:pPr lvl="1"/>
            <a:r>
              <a:rPr lang="en-US" sz="2200" dirty="0"/>
              <a:t>Known as a </a:t>
            </a:r>
            <a:r>
              <a:rPr lang="en-US" sz="2200" b="1" dirty="0"/>
              <a:t>"micro-framework"</a:t>
            </a:r>
            <a:r>
              <a:rPr lang="en-US" sz="2200" dirty="0"/>
              <a:t> — minimal by default, but you can add what you need.</a:t>
            </a:r>
          </a:p>
          <a:p>
            <a:pPr lvl="1"/>
            <a:r>
              <a:rPr lang="en-US" sz="2200" dirty="0"/>
              <a:t>Great for </a:t>
            </a:r>
            <a:r>
              <a:rPr lang="en-US" sz="2200" b="1" dirty="0"/>
              <a:t>small to medium web apps</a:t>
            </a:r>
            <a:r>
              <a:rPr lang="en-US" sz="2200" dirty="0"/>
              <a:t>.</a:t>
            </a:r>
          </a:p>
          <a:p>
            <a:pPr lvl="1"/>
            <a:r>
              <a:rPr lang="en-US" sz="2200" dirty="0"/>
              <a:t>Gives you </a:t>
            </a:r>
            <a:r>
              <a:rPr lang="en-US" sz="2200" b="1" dirty="0"/>
              <a:t>more control</a:t>
            </a:r>
            <a:r>
              <a:rPr lang="en-US" sz="2200" dirty="0"/>
              <a:t> and </a:t>
            </a:r>
            <a:r>
              <a:rPr lang="en-US" sz="2200" b="1" dirty="0"/>
              <a:t>flexibility</a:t>
            </a:r>
            <a:r>
              <a:rPr lang="en-US" sz="2200" dirty="0"/>
              <a:t>.</a:t>
            </a:r>
          </a:p>
          <a:p>
            <a:pPr lvl="1"/>
            <a:r>
              <a:rPr lang="en-US" sz="2200" dirty="0"/>
              <a:t>Easy to learn — perfect for </a:t>
            </a:r>
            <a:r>
              <a:rPr lang="en-US" sz="2200" b="1" dirty="0"/>
              <a:t>beginners</a:t>
            </a:r>
            <a:r>
              <a:rPr lang="en-US" sz="2200" dirty="0"/>
              <a:t>.</a:t>
            </a:r>
          </a:p>
          <a:p>
            <a:pPr marL="0" indent="0">
              <a:buNone/>
            </a:pPr>
            <a:endParaRPr lang="en-US" sz="1400" b="1" dirty="0"/>
          </a:p>
          <a:p>
            <a:pPr marL="0" indent="0">
              <a:buNone/>
            </a:pPr>
            <a:r>
              <a:rPr lang="en-US" sz="2400" b="1" dirty="0"/>
              <a:t>Flask includes:</a:t>
            </a:r>
          </a:p>
          <a:p>
            <a:pPr lvl="1"/>
            <a:r>
              <a:rPr lang="en-US" sz="2200" dirty="0"/>
              <a:t>A built-in web server</a:t>
            </a:r>
          </a:p>
          <a:p>
            <a:pPr lvl="1"/>
            <a:r>
              <a:rPr lang="en-US" sz="2200" dirty="0"/>
              <a:t>A simple way to define routes (URLs)</a:t>
            </a:r>
          </a:p>
          <a:p>
            <a:pPr lvl="1"/>
            <a:r>
              <a:rPr lang="en-US" sz="2200" dirty="0"/>
              <a:t>A template engine (Jinja2) to render HTML pages</a:t>
            </a:r>
          </a:p>
        </p:txBody>
      </p:sp>
    </p:spTree>
    <p:extLst>
      <p:ext uri="{BB962C8B-B14F-4D97-AF65-F5344CB8AC3E}">
        <p14:creationId xmlns:p14="http://schemas.microsoft.com/office/powerpoint/2010/main" val="166298265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44500-F9D8-6248-752A-80A1F35AEDF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0413495-5D2A-50F8-5789-9FC84712856B}"/>
              </a:ext>
            </a:extLst>
          </p:cNvPr>
          <p:cNvSpPr>
            <a:spLocks noGrp="1"/>
          </p:cNvSpPr>
          <p:nvPr>
            <p:ph idx="1"/>
          </p:nvPr>
        </p:nvSpPr>
        <p:spPr>
          <a:xfrm>
            <a:off x="777240" y="718457"/>
            <a:ext cx="10659110" cy="5458506"/>
          </a:xfrm>
        </p:spPr>
        <p:txBody>
          <a:bodyPr>
            <a:normAutofit/>
          </a:bodyPr>
          <a:lstStyle/>
          <a:p>
            <a:pPr marL="0" indent="0">
              <a:buNone/>
            </a:pPr>
            <a:r>
              <a:rPr lang="en-US" sz="2800" b="1" dirty="0">
                <a:solidFill>
                  <a:srgbClr val="002060"/>
                </a:solidFill>
              </a:rPr>
              <a:t>Simple Flask Server:</a:t>
            </a:r>
          </a:p>
          <a:p>
            <a:r>
              <a:rPr lang="en-US" sz="2400" b="1" dirty="0"/>
              <a:t>Step 1</a:t>
            </a:r>
            <a:r>
              <a:rPr lang="en-US" sz="2400" dirty="0"/>
              <a:t>: Install Flask</a:t>
            </a:r>
          </a:p>
          <a:p>
            <a:endParaRPr lang="en-US" sz="2400" b="1" dirty="0"/>
          </a:p>
          <a:p>
            <a:endParaRPr lang="en-US" sz="2400" b="1" dirty="0"/>
          </a:p>
          <a:p>
            <a:endParaRPr lang="en-US" sz="2400" b="1" dirty="0"/>
          </a:p>
          <a:p>
            <a:endParaRPr lang="en-US" sz="2400" b="1" dirty="0"/>
          </a:p>
          <a:p>
            <a:r>
              <a:rPr lang="en-US" sz="2400" b="1" dirty="0"/>
              <a:t>Step 2: </a:t>
            </a:r>
            <a:r>
              <a:rPr lang="en-US" sz="2400" dirty="0"/>
              <a:t>Create a Basic Flask App</a:t>
            </a:r>
          </a:p>
          <a:p>
            <a:endParaRPr lang="en-US" sz="2400" b="1" dirty="0"/>
          </a:p>
          <a:p>
            <a:endParaRPr lang="en-US" sz="2400" b="1" dirty="0"/>
          </a:p>
          <a:p>
            <a:r>
              <a:rPr lang="en-US" sz="2400" dirty="0"/>
              <a:t>Now visit: http://localhost:5000 </a:t>
            </a:r>
          </a:p>
          <a:p>
            <a:r>
              <a:rPr lang="en-US" sz="2400" dirty="0"/>
              <a:t>You’ll see "Hello, Students!"</a:t>
            </a:r>
            <a:endParaRPr lang="en-US" sz="2400" b="1" dirty="0"/>
          </a:p>
          <a:p>
            <a:pPr marL="0" indent="0">
              <a:buNone/>
            </a:pPr>
            <a:endParaRPr lang="en-IN" sz="2400" dirty="0"/>
          </a:p>
        </p:txBody>
      </p:sp>
      <p:pic>
        <p:nvPicPr>
          <p:cNvPr id="4" name="Picture 3">
            <a:extLst>
              <a:ext uri="{FF2B5EF4-FFF2-40B4-BE49-F238E27FC236}">
                <a16:creationId xmlns:a16="http://schemas.microsoft.com/office/drawing/2014/main" id="{0CD08717-AD43-C40E-87B4-FB123CF1EBAB}"/>
              </a:ext>
            </a:extLst>
          </p:cNvPr>
          <p:cNvPicPr>
            <a:picLocks noChangeAspect="1"/>
          </p:cNvPicPr>
          <p:nvPr/>
        </p:nvPicPr>
        <p:blipFill>
          <a:blip r:embed="rId2"/>
          <a:stretch>
            <a:fillRect/>
          </a:stretch>
        </p:blipFill>
        <p:spPr>
          <a:xfrm>
            <a:off x="1873209" y="1867628"/>
            <a:ext cx="3257188" cy="842915"/>
          </a:xfrm>
          <a:prstGeom prst="rect">
            <a:avLst/>
          </a:prstGeom>
        </p:spPr>
      </p:pic>
      <p:pic>
        <p:nvPicPr>
          <p:cNvPr id="6" name="Picture 5">
            <a:extLst>
              <a:ext uri="{FF2B5EF4-FFF2-40B4-BE49-F238E27FC236}">
                <a16:creationId xmlns:a16="http://schemas.microsoft.com/office/drawing/2014/main" id="{CFC34C16-40F9-C357-2B16-E3E91C457B74}"/>
              </a:ext>
            </a:extLst>
          </p:cNvPr>
          <p:cNvPicPr>
            <a:picLocks noChangeAspect="1"/>
          </p:cNvPicPr>
          <p:nvPr/>
        </p:nvPicPr>
        <p:blipFill>
          <a:blip r:embed="rId3"/>
          <a:stretch>
            <a:fillRect/>
          </a:stretch>
        </p:blipFill>
        <p:spPr>
          <a:xfrm>
            <a:off x="6569788" y="1951628"/>
            <a:ext cx="4257143" cy="4342857"/>
          </a:xfrm>
          <a:prstGeom prst="rect">
            <a:avLst/>
          </a:prstGeom>
        </p:spPr>
      </p:pic>
    </p:spTree>
    <p:extLst>
      <p:ext uri="{BB962C8B-B14F-4D97-AF65-F5344CB8AC3E}">
        <p14:creationId xmlns:p14="http://schemas.microsoft.com/office/powerpoint/2010/main" val="15702972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221504-2730-2F90-E635-1AA02C83C46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67DACA7-5B4F-30BC-E823-805B7AFE5884}"/>
              </a:ext>
            </a:extLst>
          </p:cNvPr>
          <p:cNvSpPr>
            <a:spLocks noGrp="1"/>
          </p:cNvSpPr>
          <p:nvPr>
            <p:ph idx="1"/>
          </p:nvPr>
        </p:nvSpPr>
        <p:spPr>
          <a:xfrm>
            <a:off x="777240" y="718457"/>
            <a:ext cx="10659110" cy="5458506"/>
          </a:xfrm>
        </p:spPr>
        <p:txBody>
          <a:bodyPr>
            <a:normAutofit fontScale="92500" lnSpcReduction="10000"/>
          </a:bodyPr>
          <a:lstStyle/>
          <a:p>
            <a:pPr marL="0" indent="0">
              <a:buNone/>
            </a:pPr>
            <a:r>
              <a:rPr lang="en-US" sz="2600" b="1" dirty="0"/>
              <a:t>Building Web Apps with </a:t>
            </a:r>
            <a:r>
              <a:rPr lang="en-US" sz="2600" b="1" dirty="0">
                <a:solidFill>
                  <a:srgbClr val="C00000"/>
                </a:solidFill>
              </a:rPr>
              <a:t>Django:</a:t>
            </a:r>
          </a:p>
          <a:p>
            <a:pPr marL="0" indent="0">
              <a:buNone/>
            </a:pPr>
            <a:r>
              <a:rPr lang="en-US" sz="2400" dirty="0"/>
              <a:t>Django is a high-level web framework for Python that helps you build powerful web applications quickly with less code.</a:t>
            </a:r>
          </a:p>
          <a:p>
            <a:pPr marL="0" indent="0">
              <a:buNone/>
            </a:pPr>
            <a:r>
              <a:rPr lang="en-US" sz="2400" b="1" dirty="0"/>
              <a:t>Key Points:</a:t>
            </a:r>
          </a:p>
          <a:p>
            <a:pPr lvl="1"/>
            <a:r>
              <a:rPr lang="en-US" sz="2200" dirty="0"/>
              <a:t>Known as a "batteries-included" framework — comes with everything you need.</a:t>
            </a:r>
          </a:p>
          <a:p>
            <a:pPr lvl="1"/>
            <a:r>
              <a:rPr lang="en-US" sz="2200" dirty="0"/>
              <a:t>Great for large and complex apps.</a:t>
            </a:r>
          </a:p>
          <a:p>
            <a:pPr lvl="1"/>
            <a:r>
              <a:rPr lang="en-US" sz="2200" dirty="0"/>
              <a:t>Built-in tools for:</a:t>
            </a:r>
          </a:p>
          <a:p>
            <a:pPr lvl="2"/>
            <a:r>
              <a:rPr lang="en-US" sz="2000" dirty="0"/>
              <a:t>Authentication (login/register)</a:t>
            </a:r>
          </a:p>
          <a:p>
            <a:pPr lvl="2"/>
            <a:r>
              <a:rPr lang="en-US" sz="2000" dirty="0"/>
              <a:t>Admin panel</a:t>
            </a:r>
          </a:p>
          <a:p>
            <a:pPr lvl="2"/>
            <a:r>
              <a:rPr lang="en-US" sz="2000" dirty="0"/>
              <a:t>Database handling</a:t>
            </a:r>
          </a:p>
          <a:p>
            <a:pPr lvl="2"/>
            <a:r>
              <a:rPr lang="en-US" sz="2000" dirty="0"/>
              <a:t>Security</a:t>
            </a:r>
          </a:p>
          <a:p>
            <a:pPr lvl="2"/>
            <a:endParaRPr lang="en-US" sz="1800" dirty="0"/>
          </a:p>
          <a:p>
            <a:pPr marL="0" indent="0">
              <a:buNone/>
            </a:pPr>
            <a:r>
              <a:rPr lang="en-US" sz="2400" b="1" dirty="0"/>
              <a:t>Django includes:</a:t>
            </a:r>
          </a:p>
          <a:p>
            <a:pPr lvl="1"/>
            <a:r>
              <a:rPr lang="en-US" sz="2200" dirty="0"/>
              <a:t>ORM (Object Relational Mapping) for database access</a:t>
            </a:r>
          </a:p>
          <a:p>
            <a:pPr lvl="1"/>
            <a:r>
              <a:rPr lang="en-US" sz="2200" dirty="0"/>
              <a:t>Admin interface (auto-generated)</a:t>
            </a:r>
          </a:p>
          <a:p>
            <a:pPr lvl="1"/>
            <a:r>
              <a:rPr lang="en-US" sz="2200" dirty="0"/>
              <a:t>URL routing, templates, and forms</a:t>
            </a:r>
          </a:p>
          <a:p>
            <a:pPr lvl="1"/>
            <a:r>
              <a:rPr lang="en-US" sz="2200" dirty="0"/>
              <a:t>Security features</a:t>
            </a:r>
            <a:endParaRPr lang="en-IN" sz="2200" dirty="0"/>
          </a:p>
        </p:txBody>
      </p:sp>
    </p:spTree>
    <p:extLst>
      <p:ext uri="{BB962C8B-B14F-4D97-AF65-F5344CB8AC3E}">
        <p14:creationId xmlns:p14="http://schemas.microsoft.com/office/powerpoint/2010/main" val="171302520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5462BA-59DC-19CC-7970-0F7DD8CF2AD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745268E-3EA2-AA79-0180-D0D1E9537E52}"/>
              </a:ext>
            </a:extLst>
          </p:cNvPr>
          <p:cNvSpPr>
            <a:spLocks noGrp="1"/>
          </p:cNvSpPr>
          <p:nvPr>
            <p:ph idx="1"/>
          </p:nvPr>
        </p:nvSpPr>
        <p:spPr>
          <a:xfrm>
            <a:off x="777240" y="718457"/>
            <a:ext cx="10659110" cy="5458506"/>
          </a:xfrm>
        </p:spPr>
        <p:txBody>
          <a:bodyPr>
            <a:normAutofit/>
          </a:bodyPr>
          <a:lstStyle/>
          <a:p>
            <a:pPr marL="0" indent="0">
              <a:buNone/>
            </a:pPr>
            <a:r>
              <a:rPr lang="en-US" sz="2800" b="1" dirty="0">
                <a:solidFill>
                  <a:srgbClr val="002060"/>
                </a:solidFill>
              </a:rPr>
              <a:t>Simple Django Server:</a:t>
            </a:r>
          </a:p>
          <a:p>
            <a:pPr marL="0" indent="0">
              <a:buNone/>
            </a:pPr>
            <a:r>
              <a:rPr lang="en-US" sz="2400" b="1" dirty="0"/>
              <a:t>Step 1: </a:t>
            </a:r>
            <a:r>
              <a:rPr lang="en-US" sz="2400" dirty="0"/>
              <a:t>Install Django</a:t>
            </a:r>
          </a:p>
          <a:p>
            <a:pPr marL="0" indent="0">
              <a:buNone/>
            </a:pPr>
            <a:endParaRPr lang="en-US" sz="2400" b="1" dirty="0"/>
          </a:p>
          <a:p>
            <a:pPr marL="0" indent="0">
              <a:buNone/>
            </a:pPr>
            <a:endParaRPr lang="en-US" sz="2400" b="1" dirty="0"/>
          </a:p>
          <a:p>
            <a:pPr marL="0" indent="0">
              <a:buNone/>
            </a:pPr>
            <a:endParaRPr lang="en-US" sz="2400" b="1" dirty="0"/>
          </a:p>
          <a:p>
            <a:pPr marL="0" indent="0">
              <a:buNone/>
            </a:pPr>
            <a:r>
              <a:rPr lang="en-US" sz="2400" b="1" dirty="0"/>
              <a:t>Step 2: Create</a:t>
            </a:r>
            <a:r>
              <a:rPr lang="en-US" sz="2400" dirty="0"/>
              <a:t> a New Project and </a:t>
            </a:r>
            <a:r>
              <a:rPr lang="en-US" sz="2400" b="1" dirty="0"/>
              <a:t>Visit</a:t>
            </a:r>
            <a:r>
              <a:rPr lang="en-US" sz="2400" dirty="0"/>
              <a:t>: http://localhost:8000 — Django is running!</a:t>
            </a:r>
            <a:endParaRPr lang="en-US" sz="2400" b="1" dirty="0"/>
          </a:p>
          <a:p>
            <a:pPr marL="0" indent="0">
              <a:buNone/>
            </a:pPr>
            <a:endParaRPr lang="en-IN" sz="2400" dirty="0"/>
          </a:p>
        </p:txBody>
      </p:sp>
      <p:pic>
        <p:nvPicPr>
          <p:cNvPr id="4" name="Picture 3">
            <a:extLst>
              <a:ext uri="{FF2B5EF4-FFF2-40B4-BE49-F238E27FC236}">
                <a16:creationId xmlns:a16="http://schemas.microsoft.com/office/drawing/2014/main" id="{0CFF4C3B-7EF0-17EE-1DBF-A7AC6876F891}"/>
              </a:ext>
            </a:extLst>
          </p:cNvPr>
          <p:cNvPicPr>
            <a:picLocks noChangeAspect="1"/>
          </p:cNvPicPr>
          <p:nvPr/>
        </p:nvPicPr>
        <p:blipFill>
          <a:blip r:embed="rId2"/>
          <a:stretch>
            <a:fillRect/>
          </a:stretch>
        </p:blipFill>
        <p:spPr>
          <a:xfrm>
            <a:off x="1505124" y="1796866"/>
            <a:ext cx="3480532" cy="870133"/>
          </a:xfrm>
          <a:prstGeom prst="rect">
            <a:avLst/>
          </a:prstGeom>
        </p:spPr>
      </p:pic>
      <p:pic>
        <p:nvPicPr>
          <p:cNvPr id="6" name="Picture 5">
            <a:extLst>
              <a:ext uri="{FF2B5EF4-FFF2-40B4-BE49-F238E27FC236}">
                <a16:creationId xmlns:a16="http://schemas.microsoft.com/office/drawing/2014/main" id="{924BCD55-7648-2A53-F9E9-5BB82572C455}"/>
              </a:ext>
            </a:extLst>
          </p:cNvPr>
          <p:cNvPicPr>
            <a:picLocks noChangeAspect="1"/>
          </p:cNvPicPr>
          <p:nvPr/>
        </p:nvPicPr>
        <p:blipFill>
          <a:blip r:embed="rId3"/>
          <a:stretch>
            <a:fillRect/>
          </a:stretch>
        </p:blipFill>
        <p:spPr>
          <a:xfrm>
            <a:off x="1505124" y="3825095"/>
            <a:ext cx="6628571" cy="2038095"/>
          </a:xfrm>
          <a:prstGeom prst="rect">
            <a:avLst/>
          </a:prstGeom>
        </p:spPr>
      </p:pic>
    </p:spTree>
    <p:extLst>
      <p:ext uri="{BB962C8B-B14F-4D97-AF65-F5344CB8AC3E}">
        <p14:creationId xmlns:p14="http://schemas.microsoft.com/office/powerpoint/2010/main" val="189174269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10B76A-C390-2BAE-8482-45BE2F8E92C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92D4416-2FB1-104A-955F-1FE2DCA08317}"/>
              </a:ext>
            </a:extLst>
          </p:cNvPr>
          <p:cNvSpPr>
            <a:spLocks noGrp="1"/>
          </p:cNvSpPr>
          <p:nvPr>
            <p:ph idx="1"/>
          </p:nvPr>
        </p:nvSpPr>
        <p:spPr>
          <a:xfrm>
            <a:off x="777240" y="718457"/>
            <a:ext cx="10659110" cy="5458506"/>
          </a:xfrm>
        </p:spPr>
        <p:txBody>
          <a:bodyPr>
            <a:normAutofit/>
          </a:bodyPr>
          <a:lstStyle/>
          <a:p>
            <a:pPr marL="0" indent="0">
              <a:buNone/>
            </a:pPr>
            <a:r>
              <a:rPr lang="en-US" sz="2400" b="1" dirty="0"/>
              <a:t>Step 3</a:t>
            </a:r>
            <a:r>
              <a:rPr lang="en-US" sz="2400" dirty="0"/>
              <a:t>: Create an App</a:t>
            </a:r>
          </a:p>
          <a:p>
            <a:pPr marL="0" indent="0">
              <a:buNone/>
            </a:pPr>
            <a:endParaRPr lang="en-US" sz="2400" dirty="0"/>
          </a:p>
          <a:p>
            <a:pPr marL="0" indent="0">
              <a:buNone/>
            </a:pPr>
            <a:endParaRPr lang="en-US" sz="2400" dirty="0"/>
          </a:p>
          <a:p>
            <a:pPr marL="0" indent="0">
              <a:buNone/>
            </a:pPr>
            <a:endParaRPr lang="en-US" sz="2400" dirty="0"/>
          </a:p>
          <a:p>
            <a:pPr lvl="1"/>
            <a:r>
              <a:rPr lang="en-US" sz="2200" dirty="0"/>
              <a:t>Add your app to INSTALLED_APPS in settings.py</a:t>
            </a:r>
          </a:p>
          <a:p>
            <a:pPr lvl="1"/>
            <a:r>
              <a:rPr lang="en-US" sz="2200" dirty="0"/>
              <a:t>Define routes (views), templates, and models</a:t>
            </a:r>
          </a:p>
          <a:p>
            <a:pPr marL="0" indent="0">
              <a:buNone/>
            </a:pPr>
            <a:endParaRPr lang="en-IN" sz="2400" dirty="0"/>
          </a:p>
          <a:p>
            <a:pPr marL="0" indent="0">
              <a:buNone/>
            </a:pPr>
            <a:r>
              <a:rPr lang="en-US" sz="2400" b="1" dirty="0"/>
              <a:t>Step 4: Add Views and Templates</a:t>
            </a:r>
          </a:p>
          <a:p>
            <a:r>
              <a:rPr lang="en-US" sz="2400" b="1" dirty="0"/>
              <a:t>views.py</a:t>
            </a:r>
            <a:endParaRPr lang="en-US" sz="2400" dirty="0"/>
          </a:p>
          <a:p>
            <a:pPr marL="0" indent="0">
              <a:buNone/>
            </a:pPr>
            <a:endParaRPr lang="en-IN" sz="2400" dirty="0"/>
          </a:p>
        </p:txBody>
      </p:sp>
      <p:pic>
        <p:nvPicPr>
          <p:cNvPr id="4" name="Picture 3">
            <a:extLst>
              <a:ext uri="{FF2B5EF4-FFF2-40B4-BE49-F238E27FC236}">
                <a16:creationId xmlns:a16="http://schemas.microsoft.com/office/drawing/2014/main" id="{2E04E836-674A-C314-28AC-605B1E14DDC9}"/>
              </a:ext>
            </a:extLst>
          </p:cNvPr>
          <p:cNvPicPr>
            <a:picLocks noChangeAspect="1"/>
          </p:cNvPicPr>
          <p:nvPr/>
        </p:nvPicPr>
        <p:blipFill>
          <a:blip r:embed="rId2"/>
          <a:stretch>
            <a:fillRect/>
          </a:stretch>
        </p:blipFill>
        <p:spPr>
          <a:xfrm>
            <a:off x="1514838" y="1455344"/>
            <a:ext cx="5484676" cy="890136"/>
          </a:xfrm>
          <a:prstGeom prst="rect">
            <a:avLst/>
          </a:prstGeom>
        </p:spPr>
      </p:pic>
      <p:pic>
        <p:nvPicPr>
          <p:cNvPr id="7" name="Picture 6">
            <a:extLst>
              <a:ext uri="{FF2B5EF4-FFF2-40B4-BE49-F238E27FC236}">
                <a16:creationId xmlns:a16="http://schemas.microsoft.com/office/drawing/2014/main" id="{F5AF9184-C69E-7980-8E33-EC6F0224543B}"/>
              </a:ext>
            </a:extLst>
          </p:cNvPr>
          <p:cNvPicPr>
            <a:picLocks noChangeAspect="1"/>
          </p:cNvPicPr>
          <p:nvPr/>
        </p:nvPicPr>
        <p:blipFill>
          <a:blip r:embed="rId3"/>
          <a:stretch>
            <a:fillRect/>
          </a:stretch>
        </p:blipFill>
        <p:spPr>
          <a:xfrm>
            <a:off x="2638314" y="4287208"/>
            <a:ext cx="7387429" cy="2230895"/>
          </a:xfrm>
          <a:prstGeom prst="rect">
            <a:avLst/>
          </a:prstGeom>
        </p:spPr>
      </p:pic>
    </p:spTree>
    <p:extLst>
      <p:ext uri="{BB962C8B-B14F-4D97-AF65-F5344CB8AC3E}">
        <p14:creationId xmlns:p14="http://schemas.microsoft.com/office/powerpoint/2010/main" val="420404123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164EDE-3BFE-E5F0-7338-F9C37FA50E5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DCE4DDC-E30F-AC27-9F43-16A801338E82}"/>
              </a:ext>
            </a:extLst>
          </p:cNvPr>
          <p:cNvSpPr>
            <a:spLocks noGrp="1"/>
          </p:cNvSpPr>
          <p:nvPr>
            <p:ph idx="1"/>
          </p:nvPr>
        </p:nvSpPr>
        <p:spPr>
          <a:xfrm>
            <a:off x="777240" y="718457"/>
            <a:ext cx="10659110" cy="5458506"/>
          </a:xfrm>
        </p:spPr>
        <p:txBody>
          <a:bodyPr>
            <a:normAutofit/>
          </a:bodyPr>
          <a:lstStyle/>
          <a:p>
            <a:r>
              <a:rPr lang="en-IN" sz="2400" b="1" dirty="0"/>
              <a:t>urls.py</a:t>
            </a:r>
          </a:p>
          <a:p>
            <a:pPr marL="0" indent="0">
              <a:buNone/>
            </a:pPr>
            <a:endParaRPr lang="en-IN" sz="2400" b="1" dirty="0"/>
          </a:p>
        </p:txBody>
      </p:sp>
      <p:pic>
        <p:nvPicPr>
          <p:cNvPr id="4" name="Picture 3">
            <a:extLst>
              <a:ext uri="{FF2B5EF4-FFF2-40B4-BE49-F238E27FC236}">
                <a16:creationId xmlns:a16="http://schemas.microsoft.com/office/drawing/2014/main" id="{34CC8E06-8F36-DA59-9261-B7CA1203C0D7}"/>
              </a:ext>
            </a:extLst>
          </p:cNvPr>
          <p:cNvPicPr>
            <a:picLocks noChangeAspect="1"/>
          </p:cNvPicPr>
          <p:nvPr/>
        </p:nvPicPr>
        <p:blipFill>
          <a:blip r:embed="rId2"/>
          <a:stretch>
            <a:fillRect/>
          </a:stretch>
        </p:blipFill>
        <p:spPr>
          <a:xfrm>
            <a:off x="2500313" y="860360"/>
            <a:ext cx="4129088" cy="2568640"/>
          </a:xfrm>
          <a:prstGeom prst="rect">
            <a:avLst/>
          </a:prstGeom>
        </p:spPr>
      </p:pic>
    </p:spTree>
    <p:extLst>
      <p:ext uri="{BB962C8B-B14F-4D97-AF65-F5344CB8AC3E}">
        <p14:creationId xmlns:p14="http://schemas.microsoft.com/office/powerpoint/2010/main" val="198799144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FE8EE-5BC7-2CFF-68EF-B31E3D1A102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DC23713-20E5-7842-0889-305E2250B971}"/>
              </a:ext>
            </a:extLst>
          </p:cNvPr>
          <p:cNvSpPr>
            <a:spLocks noGrp="1"/>
          </p:cNvSpPr>
          <p:nvPr>
            <p:ph idx="1"/>
          </p:nvPr>
        </p:nvSpPr>
        <p:spPr>
          <a:xfrm>
            <a:off x="766445" y="1643743"/>
            <a:ext cx="10659110" cy="3570514"/>
          </a:xfrm>
        </p:spPr>
        <p:txBody>
          <a:bodyPr>
            <a:normAutofit/>
          </a:bodyPr>
          <a:lstStyle/>
          <a:p>
            <a:pPr marL="0" indent="0" algn="ctr">
              <a:buNone/>
            </a:pPr>
            <a:r>
              <a:rPr lang="en-US" sz="7200" b="1" dirty="0"/>
              <a:t>Case Studies on Real-World Applications of Machine Learning</a:t>
            </a:r>
            <a:endParaRPr lang="en-IN" sz="7200" b="1" dirty="0"/>
          </a:p>
        </p:txBody>
      </p:sp>
    </p:spTree>
    <p:extLst>
      <p:ext uri="{BB962C8B-B14F-4D97-AF65-F5344CB8AC3E}">
        <p14:creationId xmlns:p14="http://schemas.microsoft.com/office/powerpoint/2010/main" val="78128138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8A41C2-434E-7BA7-1F0D-05A7464CDA2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D8FB317-2F4F-099B-2FD1-F5E8CCC8AB9B}"/>
              </a:ext>
            </a:extLst>
          </p:cNvPr>
          <p:cNvSpPr>
            <a:spLocks noGrp="1"/>
          </p:cNvSpPr>
          <p:nvPr>
            <p:ph idx="1"/>
          </p:nvPr>
        </p:nvSpPr>
        <p:spPr>
          <a:xfrm>
            <a:off x="777240" y="718457"/>
            <a:ext cx="10659110" cy="5458506"/>
          </a:xfrm>
        </p:spPr>
        <p:txBody>
          <a:bodyPr>
            <a:normAutofit/>
          </a:bodyPr>
          <a:lstStyle/>
          <a:p>
            <a:pPr marL="0" indent="0">
              <a:buNone/>
            </a:pPr>
            <a:r>
              <a:rPr lang="en-US" sz="2400" b="1" dirty="0"/>
              <a:t>What is a Case Study?</a:t>
            </a:r>
          </a:p>
          <a:p>
            <a:pPr marL="0" indent="0">
              <a:buNone/>
            </a:pPr>
            <a:r>
              <a:rPr lang="en-US" sz="2400" dirty="0"/>
              <a:t>A case study is a </a:t>
            </a:r>
            <a:r>
              <a:rPr lang="en-US" sz="2400" b="1" dirty="0">
                <a:solidFill>
                  <a:srgbClr val="C00000"/>
                </a:solidFill>
              </a:rPr>
              <a:t>detailed investigation </a:t>
            </a:r>
            <a:r>
              <a:rPr lang="en-US" sz="2400" dirty="0"/>
              <a:t>or </a:t>
            </a:r>
            <a:r>
              <a:rPr lang="en-US" sz="2400" b="1" dirty="0">
                <a:solidFill>
                  <a:srgbClr val="C00000"/>
                </a:solidFill>
              </a:rPr>
              <a:t>analysis</a:t>
            </a:r>
            <a:r>
              <a:rPr lang="en-US" sz="2400" dirty="0"/>
              <a:t> of a </a:t>
            </a:r>
            <a:r>
              <a:rPr lang="en-US" sz="2400" b="1" dirty="0"/>
              <a:t>real-life problem </a:t>
            </a:r>
            <a:r>
              <a:rPr lang="en-US" sz="2400" dirty="0"/>
              <a:t>or </a:t>
            </a:r>
            <a:r>
              <a:rPr lang="en-US" sz="2400" b="1" dirty="0"/>
              <a:t>project</a:t>
            </a:r>
            <a:r>
              <a:rPr lang="en-US" sz="2400" dirty="0"/>
              <a:t> to understand how a concept or method is applied in practice.</a:t>
            </a:r>
          </a:p>
          <a:p>
            <a:pPr marL="0" indent="0">
              <a:buNone/>
            </a:pPr>
            <a:endParaRPr lang="en-US" sz="2400" dirty="0"/>
          </a:p>
          <a:p>
            <a:pPr marL="0" indent="0">
              <a:buNone/>
            </a:pPr>
            <a:r>
              <a:rPr lang="en-US" sz="2400" dirty="0"/>
              <a:t>In Simple Terms:</a:t>
            </a:r>
          </a:p>
          <a:p>
            <a:pPr marL="0" indent="0">
              <a:buNone/>
            </a:pPr>
            <a:r>
              <a:rPr lang="en-US" sz="2400" dirty="0"/>
              <a:t>A case study </a:t>
            </a:r>
            <a:r>
              <a:rPr lang="en-US" sz="2400" b="1" dirty="0">
                <a:solidFill>
                  <a:srgbClr val="002060"/>
                </a:solidFill>
              </a:rPr>
              <a:t>tells a story of a real situation </a:t>
            </a:r>
            <a:r>
              <a:rPr lang="en-US" sz="2400" dirty="0"/>
              <a:t>where something like machine learning, AI, or a business strategy was used to solve a problem.</a:t>
            </a:r>
          </a:p>
          <a:p>
            <a:pPr marL="0" indent="0">
              <a:buNone/>
            </a:pPr>
            <a:endParaRPr lang="en-US" sz="2400" dirty="0"/>
          </a:p>
          <a:p>
            <a:pPr marL="0" indent="0">
              <a:buNone/>
            </a:pPr>
            <a:endParaRPr lang="en-IN" sz="2400" dirty="0"/>
          </a:p>
        </p:txBody>
      </p:sp>
    </p:spTree>
    <p:extLst>
      <p:ext uri="{BB962C8B-B14F-4D97-AF65-F5344CB8AC3E}">
        <p14:creationId xmlns:p14="http://schemas.microsoft.com/office/powerpoint/2010/main" val="18814028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C3A27F-15AB-1690-BE71-B2DFDF025FE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799409A-6EAF-A9F7-9F3D-B32F432DAAFB}"/>
              </a:ext>
            </a:extLst>
          </p:cNvPr>
          <p:cNvSpPr>
            <a:spLocks noGrp="1"/>
          </p:cNvSpPr>
          <p:nvPr>
            <p:ph idx="1"/>
          </p:nvPr>
        </p:nvSpPr>
        <p:spPr>
          <a:xfrm>
            <a:off x="777240" y="1175657"/>
            <a:ext cx="10659110" cy="4256314"/>
          </a:xfrm>
        </p:spPr>
        <p:txBody>
          <a:bodyPr>
            <a:normAutofit/>
          </a:bodyPr>
          <a:lstStyle/>
          <a:p>
            <a:pPr marL="0" indent="0">
              <a:buNone/>
            </a:pPr>
            <a:r>
              <a:rPr lang="en-US" sz="2800" b="1" dirty="0"/>
              <a:t>Case Study:</a:t>
            </a:r>
          </a:p>
          <a:p>
            <a:pPr marL="0" indent="0">
              <a:buNone/>
            </a:pPr>
            <a:r>
              <a:rPr lang="en-US" sz="2400" b="1" i="1" dirty="0"/>
              <a:t>Case Study 1: </a:t>
            </a:r>
            <a:r>
              <a:rPr lang="en-US" sz="2400" dirty="0"/>
              <a:t>Predicting Movie Preferences (Netflix)</a:t>
            </a:r>
          </a:p>
          <a:p>
            <a:pPr marL="0" indent="0">
              <a:buNone/>
            </a:pPr>
            <a:r>
              <a:rPr lang="en-US" sz="2400" b="1" i="1" dirty="0"/>
              <a:t>Case Study 2: </a:t>
            </a:r>
            <a:r>
              <a:rPr lang="en-US" sz="2400" dirty="0"/>
              <a:t>Product Recommendations (Amazon)</a:t>
            </a:r>
          </a:p>
          <a:p>
            <a:pPr marL="0" indent="0">
              <a:buNone/>
            </a:pPr>
            <a:r>
              <a:rPr lang="en-US" sz="2400" b="1" i="1" dirty="0"/>
              <a:t>Case Study 3: </a:t>
            </a:r>
            <a:r>
              <a:rPr lang="en-US" sz="2400" dirty="0"/>
              <a:t>Self-Driving Cars (Tesla)</a:t>
            </a:r>
          </a:p>
          <a:p>
            <a:pPr marL="0" indent="0">
              <a:buNone/>
            </a:pPr>
            <a:r>
              <a:rPr lang="en-US" sz="2400" b="1" i="1" dirty="0"/>
              <a:t>Case Study 4: </a:t>
            </a:r>
            <a:r>
              <a:rPr lang="en-US" sz="2400" dirty="0"/>
              <a:t>Disease Prediction (Healthcare)</a:t>
            </a:r>
          </a:p>
          <a:p>
            <a:pPr marL="0" indent="0">
              <a:buNone/>
            </a:pPr>
            <a:r>
              <a:rPr lang="en-US" sz="2400" b="1" i="1" dirty="0"/>
              <a:t>Case Study 5: </a:t>
            </a:r>
            <a:r>
              <a:rPr lang="en-US" sz="2400" dirty="0"/>
              <a:t>Face Recognition (Facebook/Meta)</a:t>
            </a:r>
          </a:p>
          <a:p>
            <a:pPr marL="0" indent="0">
              <a:buNone/>
            </a:pPr>
            <a:r>
              <a:rPr lang="en-US" sz="2400" b="1" i="1" dirty="0"/>
              <a:t>Case Study 6: </a:t>
            </a:r>
            <a:r>
              <a:rPr lang="en-US" sz="2400" dirty="0"/>
              <a:t>Fraud Detection (Banks &amp; FinTech)</a:t>
            </a:r>
          </a:p>
          <a:p>
            <a:pPr marL="0" indent="0">
              <a:buNone/>
            </a:pPr>
            <a:r>
              <a:rPr lang="en-US" sz="2400" b="1" i="1" dirty="0"/>
              <a:t>Case Study 7: </a:t>
            </a:r>
            <a:r>
              <a:rPr lang="en-US" sz="2400" dirty="0"/>
              <a:t>Voice Assistants (Siri, Alexa, Google Assistant)</a:t>
            </a:r>
            <a:endParaRPr lang="en-IN" sz="2400" dirty="0"/>
          </a:p>
        </p:txBody>
      </p:sp>
    </p:spTree>
    <p:extLst>
      <p:ext uri="{BB962C8B-B14F-4D97-AF65-F5344CB8AC3E}">
        <p14:creationId xmlns:p14="http://schemas.microsoft.com/office/powerpoint/2010/main" val="248643285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4299A0-73DD-E98A-E04B-670AC1C0FA6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3849899-94F5-7389-3888-2F8C0153EB16}"/>
              </a:ext>
            </a:extLst>
          </p:cNvPr>
          <p:cNvSpPr>
            <a:spLocks noGrp="1"/>
          </p:cNvSpPr>
          <p:nvPr>
            <p:ph idx="1"/>
          </p:nvPr>
        </p:nvSpPr>
        <p:spPr>
          <a:xfrm>
            <a:off x="743688" y="947057"/>
            <a:ext cx="10900568" cy="5192486"/>
          </a:xfrm>
        </p:spPr>
        <p:txBody>
          <a:bodyPr>
            <a:normAutofit lnSpcReduction="10000"/>
          </a:bodyPr>
          <a:lstStyle/>
          <a:p>
            <a:pPr marL="0" indent="0">
              <a:buNone/>
            </a:pPr>
            <a:r>
              <a:rPr lang="en-US" sz="3200" b="1" dirty="0">
                <a:solidFill>
                  <a:srgbClr val="C00000"/>
                </a:solidFill>
              </a:rPr>
              <a:t>Module-5: </a:t>
            </a:r>
            <a:r>
              <a:rPr lang="en-US" sz="3200" b="1" dirty="0">
                <a:solidFill>
                  <a:schemeClr val="accent3">
                    <a:lumMod val="50000"/>
                  </a:schemeClr>
                </a:solidFill>
              </a:rPr>
              <a:t>Data Analytics and Real-World Applications: </a:t>
            </a:r>
          </a:p>
          <a:p>
            <a:pPr marL="0" indent="0">
              <a:buNone/>
            </a:pPr>
            <a:r>
              <a:rPr lang="en-US" sz="3200" b="1" dirty="0"/>
              <a:t>Exploratory Data Analysis (EDA): Data visualization techniques</a:t>
            </a:r>
            <a:r>
              <a:rPr lang="en-US" sz="3200" dirty="0"/>
              <a:t>, </a:t>
            </a:r>
            <a:r>
              <a:rPr lang="en-US" sz="3200" b="1" dirty="0"/>
              <a:t>Statistical analysis and hypothesis testing</a:t>
            </a:r>
            <a:r>
              <a:rPr lang="en-US" sz="3200" dirty="0"/>
              <a:t>, </a:t>
            </a:r>
            <a:r>
              <a:rPr lang="en-US" sz="3200" b="1" dirty="0"/>
              <a:t>Identifying patterns and insights from data.  </a:t>
            </a:r>
          </a:p>
          <a:p>
            <a:pPr marL="0" indent="0">
              <a:buNone/>
            </a:pPr>
            <a:r>
              <a:rPr lang="en-US" sz="3200" b="1" dirty="0"/>
              <a:t>Time Series Analysis:  Introduction to time series data</a:t>
            </a:r>
            <a:r>
              <a:rPr lang="en-US" sz="3200" dirty="0"/>
              <a:t>, </a:t>
            </a:r>
            <a:r>
              <a:rPr lang="en-US" sz="3200" b="1" dirty="0"/>
              <a:t>Time series forecasting using ARIMA and Prophet, Evaluating time series models. </a:t>
            </a:r>
            <a:r>
              <a:rPr lang="en-US" sz="3200" dirty="0"/>
              <a:t> </a:t>
            </a:r>
          </a:p>
          <a:p>
            <a:pPr marL="0" indent="0">
              <a:buNone/>
            </a:pPr>
            <a:r>
              <a:rPr lang="en-US" sz="3200" b="1" dirty="0"/>
              <a:t>Integrating Machine Learning Models: Deployment of machine learning models,</a:t>
            </a:r>
            <a:r>
              <a:rPr lang="en-US" sz="3200" dirty="0"/>
              <a:t> </a:t>
            </a:r>
            <a:r>
              <a:rPr lang="en-US" sz="3200" b="1" dirty="0"/>
              <a:t>Building web applications with Flask and Django,</a:t>
            </a:r>
            <a:r>
              <a:rPr lang="en-US" sz="3200" dirty="0"/>
              <a:t> Case studies on real-world applications of machine    learning.</a:t>
            </a:r>
            <a:endParaRPr lang="en-IN" sz="3200" dirty="0"/>
          </a:p>
        </p:txBody>
      </p:sp>
    </p:spTree>
    <p:extLst>
      <p:ext uri="{BB962C8B-B14F-4D97-AF65-F5344CB8AC3E}">
        <p14:creationId xmlns:p14="http://schemas.microsoft.com/office/powerpoint/2010/main" val="283070507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B9B490-6B20-7808-07E3-F31BA4D6AB5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9A82B4F-B9FB-B597-8DE5-5CA4ACAD84D0}"/>
              </a:ext>
            </a:extLst>
          </p:cNvPr>
          <p:cNvSpPr>
            <a:spLocks noGrp="1"/>
          </p:cNvSpPr>
          <p:nvPr>
            <p:ph idx="1"/>
          </p:nvPr>
        </p:nvSpPr>
        <p:spPr>
          <a:xfrm>
            <a:off x="777240" y="718457"/>
            <a:ext cx="10659110" cy="5458506"/>
          </a:xfrm>
        </p:spPr>
        <p:txBody>
          <a:bodyPr>
            <a:normAutofit/>
          </a:bodyPr>
          <a:lstStyle/>
          <a:p>
            <a:pPr marL="0" indent="0">
              <a:buNone/>
            </a:pPr>
            <a:endParaRPr lang="en-IN" sz="2400" dirty="0"/>
          </a:p>
        </p:txBody>
      </p:sp>
    </p:spTree>
    <p:extLst>
      <p:ext uri="{BB962C8B-B14F-4D97-AF65-F5344CB8AC3E}">
        <p14:creationId xmlns:p14="http://schemas.microsoft.com/office/powerpoint/2010/main" val="34140782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194135-971A-FEC8-4BA9-06FE4EDADDE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5423E7F-9CBC-A3A3-A42A-DB25C7BE2DE7}"/>
              </a:ext>
            </a:extLst>
          </p:cNvPr>
          <p:cNvSpPr>
            <a:spLocks noGrp="1"/>
          </p:cNvSpPr>
          <p:nvPr>
            <p:ph idx="1"/>
          </p:nvPr>
        </p:nvSpPr>
        <p:spPr>
          <a:xfrm>
            <a:off x="777240" y="718457"/>
            <a:ext cx="10659110" cy="5458506"/>
          </a:xfrm>
        </p:spPr>
        <p:txBody>
          <a:bodyPr>
            <a:normAutofit/>
          </a:bodyPr>
          <a:lstStyle/>
          <a:p>
            <a:pPr marL="0" indent="0">
              <a:buNone/>
            </a:pPr>
            <a:endParaRPr lang="en-IN" sz="2400" dirty="0"/>
          </a:p>
        </p:txBody>
      </p:sp>
    </p:spTree>
    <p:extLst>
      <p:ext uri="{BB962C8B-B14F-4D97-AF65-F5344CB8AC3E}">
        <p14:creationId xmlns:p14="http://schemas.microsoft.com/office/powerpoint/2010/main" val="2355037597"/>
      </p:ext>
    </p:extLst>
  </p:cSld>
  <p:clrMapOvr>
    <a:masterClrMapping/>
  </p:clrMapOvr>
</p:sld>
</file>

<file path=ppt/theme/theme1.xml><?xml version="1.0" encoding="utf-8"?>
<a:theme xmlns:a="http://schemas.openxmlformats.org/drawingml/2006/main" name="ConfettiVTI">
  <a:themeElements>
    <a:clrScheme name="Custom 30">
      <a:dk1>
        <a:sysClr val="windowText" lastClr="000000"/>
      </a:dk1>
      <a:lt1>
        <a:sysClr val="window" lastClr="FFFFFF"/>
      </a:lt1>
      <a:dk2>
        <a:srgbClr val="420023"/>
      </a:dk2>
      <a:lt2>
        <a:srgbClr val="FDFBF9"/>
      </a:lt2>
      <a:accent1>
        <a:srgbClr val="97446E"/>
      </a:accent1>
      <a:accent2>
        <a:srgbClr val="A40056"/>
      </a:accent2>
      <a:accent3>
        <a:srgbClr val="24BEEE"/>
      </a:accent3>
      <a:accent4>
        <a:srgbClr val="91274F"/>
      </a:accent4>
      <a:accent5>
        <a:srgbClr val="F39E29"/>
      </a:accent5>
      <a:accent6>
        <a:srgbClr val="E87450"/>
      </a:accent6>
      <a:hlink>
        <a:srgbClr val="F55D5D"/>
      </a:hlink>
      <a:folHlink>
        <a:srgbClr val="EA3A60"/>
      </a:folHlink>
    </a:clrScheme>
    <a:fontScheme name="Custom 10">
      <a:majorFont>
        <a:latin typeface="Gill Sans Nova"/>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onfettiVTI" id="{B5618F7C-B4F0-4D28-83B4-440D0519681F}" vid="{5F84EFDF-E14E-48C6-955C-990A32085A7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498</TotalTime>
  <Words>2671</Words>
  <Application>Microsoft Office PowerPoint</Application>
  <PresentationFormat>Widescreen</PresentationFormat>
  <Paragraphs>408</Paragraphs>
  <Slides>49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49</vt:i4>
      </vt:variant>
    </vt:vector>
  </HeadingPairs>
  <TitlesOfParts>
    <vt:vector size="54" baseType="lpstr">
      <vt:lpstr>Aptos</vt:lpstr>
      <vt:lpstr>Arial</vt:lpstr>
      <vt:lpstr>Calibri</vt:lpstr>
      <vt:lpstr>Gill Sans Nova</vt:lpstr>
      <vt:lpstr>ConfettiVTI</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PRAMOD NAIK</dc:creator>
  <cp:lastModifiedBy>Pramod Naik</cp:lastModifiedBy>
  <cp:revision>39</cp:revision>
  <dcterms:created xsi:type="dcterms:W3CDTF">2024-11-25T17:19:06Z</dcterms:created>
  <dcterms:modified xsi:type="dcterms:W3CDTF">2025-08-05T18:26:59Z</dcterms:modified>
</cp:coreProperties>
</file>