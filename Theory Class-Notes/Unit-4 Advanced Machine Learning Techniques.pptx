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0" r:id="rId1"/>
  </p:sldMasterIdLst>
  <p:notesMasterIdLst>
    <p:notesMasterId r:id="rId95"/>
  </p:notesMasterIdLst>
  <p:sldIdLst>
    <p:sldId id="429" r:id="rId2"/>
    <p:sldId id="433" r:id="rId3"/>
    <p:sldId id="430" r:id="rId4"/>
    <p:sldId id="434" r:id="rId5"/>
    <p:sldId id="432" r:id="rId6"/>
    <p:sldId id="435" r:id="rId7"/>
    <p:sldId id="442" r:id="rId8"/>
    <p:sldId id="436" r:id="rId9"/>
    <p:sldId id="437" r:id="rId10"/>
    <p:sldId id="438" r:id="rId11"/>
    <p:sldId id="439" r:id="rId12"/>
    <p:sldId id="440" r:id="rId13"/>
    <p:sldId id="441" r:id="rId14"/>
    <p:sldId id="443" r:id="rId15"/>
    <p:sldId id="444" r:id="rId16"/>
    <p:sldId id="445" r:id="rId17"/>
    <p:sldId id="446" r:id="rId18"/>
    <p:sldId id="447" r:id="rId19"/>
    <p:sldId id="448" r:id="rId20"/>
    <p:sldId id="449" r:id="rId21"/>
    <p:sldId id="450" r:id="rId22"/>
    <p:sldId id="451" r:id="rId23"/>
    <p:sldId id="452" r:id="rId24"/>
    <p:sldId id="453" r:id="rId25"/>
    <p:sldId id="454" r:id="rId26"/>
    <p:sldId id="455" r:id="rId27"/>
    <p:sldId id="456" r:id="rId28"/>
    <p:sldId id="401" r:id="rId29"/>
    <p:sldId id="409" r:id="rId30"/>
    <p:sldId id="464" r:id="rId31"/>
    <p:sldId id="402" r:id="rId32"/>
    <p:sldId id="403" r:id="rId33"/>
    <p:sldId id="457" r:id="rId34"/>
    <p:sldId id="404" r:id="rId35"/>
    <p:sldId id="465" r:id="rId36"/>
    <p:sldId id="467" r:id="rId37"/>
    <p:sldId id="466" r:id="rId38"/>
    <p:sldId id="458" r:id="rId39"/>
    <p:sldId id="462" r:id="rId40"/>
    <p:sldId id="463" r:id="rId41"/>
    <p:sldId id="459" r:id="rId42"/>
    <p:sldId id="460" r:id="rId43"/>
    <p:sldId id="461" r:id="rId44"/>
    <p:sldId id="481" r:id="rId45"/>
    <p:sldId id="480" r:id="rId46"/>
    <p:sldId id="468" r:id="rId47"/>
    <p:sldId id="469" r:id="rId48"/>
    <p:sldId id="470" r:id="rId49"/>
    <p:sldId id="471" r:id="rId50"/>
    <p:sldId id="894" r:id="rId51"/>
    <p:sldId id="472" r:id="rId52"/>
    <p:sldId id="912" r:id="rId53"/>
    <p:sldId id="473" r:id="rId54"/>
    <p:sldId id="929" r:id="rId55"/>
    <p:sldId id="319" r:id="rId56"/>
    <p:sldId id="922" r:id="rId57"/>
    <p:sldId id="325" r:id="rId58"/>
    <p:sldId id="326" r:id="rId59"/>
    <p:sldId id="327" r:id="rId60"/>
    <p:sldId id="329" r:id="rId61"/>
    <p:sldId id="328" r:id="rId62"/>
    <p:sldId id="324" r:id="rId63"/>
    <p:sldId id="320" r:id="rId64"/>
    <p:sldId id="331" r:id="rId65"/>
    <p:sldId id="583" r:id="rId66"/>
    <p:sldId id="476" r:id="rId67"/>
    <p:sldId id="477" r:id="rId68"/>
    <p:sldId id="478" r:id="rId69"/>
    <p:sldId id="479" r:id="rId70"/>
    <p:sldId id="582" r:id="rId71"/>
    <p:sldId id="913" r:id="rId72"/>
    <p:sldId id="914" r:id="rId73"/>
    <p:sldId id="915" r:id="rId74"/>
    <p:sldId id="916" r:id="rId75"/>
    <p:sldId id="917" r:id="rId76"/>
    <p:sldId id="918" r:id="rId77"/>
    <p:sldId id="919" r:id="rId78"/>
    <p:sldId id="920" r:id="rId79"/>
    <p:sldId id="923" r:id="rId80"/>
    <p:sldId id="921" r:id="rId81"/>
    <p:sldId id="924" r:id="rId82"/>
    <p:sldId id="925" r:id="rId83"/>
    <p:sldId id="926" r:id="rId84"/>
    <p:sldId id="927" r:id="rId85"/>
    <p:sldId id="930" r:id="rId86"/>
    <p:sldId id="931" r:id="rId87"/>
    <p:sldId id="593" r:id="rId88"/>
    <p:sldId id="594" r:id="rId89"/>
    <p:sldId id="932" r:id="rId90"/>
    <p:sldId id="933" r:id="rId91"/>
    <p:sldId id="934" r:id="rId92"/>
    <p:sldId id="431" r:id="rId93"/>
    <p:sldId id="928" r:id="rId9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mod Naik" userId="ceb6df04-ef15-4d9b-a141-998a03559d75" providerId="ADAL" clId="{651BAC71-7343-484D-BD8F-9D1BA4F7D925}"/>
    <pc:docChg chg="undo custSel addSld delSld modSld sldOrd">
      <pc:chgData name="Pramod Naik" userId="ceb6df04-ef15-4d9b-a141-998a03559d75" providerId="ADAL" clId="{651BAC71-7343-484D-BD8F-9D1BA4F7D925}" dt="2025-08-05T04:19:53.111" v="2205" actId="403"/>
      <pc:docMkLst>
        <pc:docMk/>
      </pc:docMkLst>
      <pc:sldChg chg="del">
        <pc:chgData name="Pramod Naik" userId="ceb6df04-ef15-4d9b-a141-998a03559d75" providerId="ADAL" clId="{651BAC71-7343-484D-BD8F-9D1BA4F7D925}" dt="2025-07-19T10:58:43.858" v="3" actId="47"/>
        <pc:sldMkLst>
          <pc:docMk/>
          <pc:sldMk cId="707598842" sldId="258"/>
        </pc:sldMkLst>
      </pc:sldChg>
      <pc:sldChg chg="del">
        <pc:chgData name="Pramod Naik" userId="ceb6df04-ef15-4d9b-a141-998a03559d75" providerId="ADAL" clId="{651BAC71-7343-484D-BD8F-9D1BA4F7D925}" dt="2025-07-19T10:58:42.720" v="1" actId="47"/>
        <pc:sldMkLst>
          <pc:docMk/>
          <pc:sldMk cId="2833866201" sldId="272"/>
        </pc:sldMkLst>
      </pc:sldChg>
      <pc:sldChg chg="del">
        <pc:chgData name="Pramod Naik" userId="ceb6df04-ef15-4d9b-a141-998a03559d75" providerId="ADAL" clId="{651BAC71-7343-484D-BD8F-9D1BA4F7D925}" dt="2025-07-19T10:58:43.234" v="2" actId="47"/>
        <pc:sldMkLst>
          <pc:docMk/>
          <pc:sldMk cId="1139735195" sldId="280"/>
        </pc:sldMkLst>
      </pc:sldChg>
      <pc:sldChg chg="modSp add mod ord">
        <pc:chgData name="Pramod Naik" userId="ceb6df04-ef15-4d9b-a141-998a03559d75" providerId="ADAL" clId="{651BAC71-7343-484D-BD8F-9D1BA4F7D925}" dt="2025-08-02T06:16:43.383" v="1932" actId="20577"/>
        <pc:sldMkLst>
          <pc:docMk/>
          <pc:sldMk cId="3483828231" sldId="319"/>
        </pc:sldMkLst>
        <pc:spChg chg="mod">
          <ac:chgData name="Pramod Naik" userId="ceb6df04-ef15-4d9b-a141-998a03559d75" providerId="ADAL" clId="{651BAC71-7343-484D-BD8F-9D1BA4F7D925}" dt="2025-08-02T06:16:43.383" v="1932" actId="20577"/>
          <ac:spMkLst>
            <pc:docMk/>
            <pc:sldMk cId="3483828231" sldId="319"/>
            <ac:spMk id="5" creationId="{6F501116-4F2A-3D0D-6DF1-85DD8C9B28E5}"/>
          </ac:spMkLst>
        </pc:spChg>
      </pc:sldChg>
      <pc:sldChg chg="modSp add mod">
        <pc:chgData name="Pramod Naik" userId="ceb6df04-ef15-4d9b-a141-998a03559d75" providerId="ADAL" clId="{651BAC71-7343-484D-BD8F-9D1BA4F7D925}" dt="2025-08-01T18:43:04.286" v="1493" actId="1076"/>
        <pc:sldMkLst>
          <pc:docMk/>
          <pc:sldMk cId="628554678" sldId="320"/>
        </pc:sldMkLst>
        <pc:spChg chg="mod">
          <ac:chgData name="Pramod Naik" userId="ceb6df04-ef15-4d9b-a141-998a03559d75" providerId="ADAL" clId="{651BAC71-7343-484D-BD8F-9D1BA4F7D925}" dt="2025-08-01T18:43:04.286" v="1493" actId="1076"/>
          <ac:spMkLst>
            <pc:docMk/>
            <pc:sldMk cId="628554678" sldId="320"/>
            <ac:spMk id="3" creationId="{24475C9C-CD67-A08C-A843-2413F03B96F0}"/>
          </ac:spMkLst>
        </pc:spChg>
      </pc:sldChg>
      <pc:sldChg chg="modSp add mod">
        <pc:chgData name="Pramod Naik" userId="ceb6df04-ef15-4d9b-a141-998a03559d75" providerId="ADAL" clId="{651BAC71-7343-484D-BD8F-9D1BA4F7D925}" dt="2025-08-01T18:40:34.671" v="1488" actId="1076"/>
        <pc:sldMkLst>
          <pc:docMk/>
          <pc:sldMk cId="66431523" sldId="324"/>
        </pc:sldMkLst>
        <pc:spChg chg="mod">
          <ac:chgData name="Pramod Naik" userId="ceb6df04-ef15-4d9b-a141-998a03559d75" providerId="ADAL" clId="{651BAC71-7343-484D-BD8F-9D1BA4F7D925}" dt="2025-08-01T18:40:34.671" v="1488" actId="1076"/>
          <ac:spMkLst>
            <pc:docMk/>
            <pc:sldMk cId="66431523" sldId="324"/>
            <ac:spMk id="5" creationId="{2EC9881C-5094-27FE-FD19-C65563BDE454}"/>
          </ac:spMkLst>
        </pc:spChg>
      </pc:sldChg>
      <pc:sldChg chg="modSp add mod">
        <pc:chgData name="Pramod Naik" userId="ceb6df04-ef15-4d9b-a141-998a03559d75" providerId="ADAL" clId="{651BAC71-7343-484D-BD8F-9D1BA4F7D925}" dt="2025-08-01T19:09:02.107" v="1655" actId="14100"/>
        <pc:sldMkLst>
          <pc:docMk/>
          <pc:sldMk cId="3235625713" sldId="325"/>
        </pc:sldMkLst>
        <pc:spChg chg="mod">
          <ac:chgData name="Pramod Naik" userId="ceb6df04-ef15-4d9b-a141-998a03559d75" providerId="ADAL" clId="{651BAC71-7343-484D-BD8F-9D1BA4F7D925}" dt="2025-08-01T19:09:02.107" v="1655" actId="14100"/>
          <ac:spMkLst>
            <pc:docMk/>
            <pc:sldMk cId="3235625713" sldId="325"/>
            <ac:spMk id="2" creationId="{3D0A7BDB-2748-0826-E174-0236EC414A6F}"/>
          </ac:spMkLst>
        </pc:spChg>
        <pc:spChg chg="mod">
          <ac:chgData name="Pramod Naik" userId="ceb6df04-ef15-4d9b-a141-998a03559d75" providerId="ADAL" clId="{651BAC71-7343-484D-BD8F-9D1BA4F7D925}" dt="2025-08-01T19:08:59.467" v="1654" actId="1076"/>
          <ac:spMkLst>
            <pc:docMk/>
            <pc:sldMk cId="3235625713" sldId="325"/>
            <ac:spMk id="5" creationId="{E2ADE6EE-CF2D-73AE-CAA7-AF70D53541F0}"/>
          </ac:spMkLst>
        </pc:spChg>
        <pc:grpChg chg="mod">
          <ac:chgData name="Pramod Naik" userId="ceb6df04-ef15-4d9b-a141-998a03559d75" providerId="ADAL" clId="{651BAC71-7343-484D-BD8F-9D1BA4F7D925}" dt="2025-08-01T19:09:02.107" v="1655" actId="14100"/>
          <ac:grpSpMkLst>
            <pc:docMk/>
            <pc:sldMk cId="3235625713" sldId="325"/>
            <ac:grpSpMk id="3" creationId="{51D58B77-314C-268C-DBCD-0CFEEAE24694}"/>
          </ac:grpSpMkLst>
        </pc:grpChg>
        <pc:picChg chg="mod">
          <ac:chgData name="Pramod Naik" userId="ceb6df04-ef15-4d9b-a141-998a03559d75" providerId="ADAL" clId="{651BAC71-7343-484D-BD8F-9D1BA4F7D925}" dt="2025-08-01T19:09:02.107" v="1655" actId="14100"/>
          <ac:picMkLst>
            <pc:docMk/>
            <pc:sldMk cId="3235625713" sldId="325"/>
            <ac:picMk id="2050" creationId="{CDFF0C9E-4E55-3F5A-6641-4363B92084F3}"/>
          </ac:picMkLst>
        </pc:picChg>
      </pc:sldChg>
      <pc:sldChg chg="add">
        <pc:chgData name="Pramod Naik" userId="ceb6df04-ef15-4d9b-a141-998a03559d75" providerId="ADAL" clId="{651BAC71-7343-484D-BD8F-9D1BA4F7D925}" dt="2025-08-01T18:36:58.434" v="1470"/>
        <pc:sldMkLst>
          <pc:docMk/>
          <pc:sldMk cId="968009604" sldId="326"/>
        </pc:sldMkLst>
      </pc:sldChg>
      <pc:sldChg chg="modSp add mod">
        <pc:chgData name="Pramod Naik" userId="ceb6df04-ef15-4d9b-a141-998a03559d75" providerId="ADAL" clId="{651BAC71-7343-484D-BD8F-9D1BA4F7D925}" dt="2025-08-01T19:08:11.786" v="1641" actId="403"/>
        <pc:sldMkLst>
          <pc:docMk/>
          <pc:sldMk cId="2726931928" sldId="327"/>
        </pc:sldMkLst>
        <pc:spChg chg="mod">
          <ac:chgData name="Pramod Naik" userId="ceb6df04-ef15-4d9b-a141-998a03559d75" providerId="ADAL" clId="{651BAC71-7343-484D-BD8F-9D1BA4F7D925}" dt="2025-08-01T19:08:11.786" v="1641" actId="403"/>
          <ac:spMkLst>
            <pc:docMk/>
            <pc:sldMk cId="2726931928" sldId="327"/>
            <ac:spMk id="5" creationId="{875D1E8A-FBE9-5480-E87F-859EE9F1B9E2}"/>
          </ac:spMkLst>
        </pc:spChg>
      </pc:sldChg>
      <pc:sldChg chg="modSp add mod">
        <pc:chgData name="Pramod Naik" userId="ceb6df04-ef15-4d9b-a141-998a03559d75" providerId="ADAL" clId="{651BAC71-7343-484D-BD8F-9D1BA4F7D925}" dt="2025-08-01T19:09:56.292" v="1665" actId="403"/>
        <pc:sldMkLst>
          <pc:docMk/>
          <pc:sldMk cId="4165281687" sldId="328"/>
        </pc:sldMkLst>
        <pc:spChg chg="mod">
          <ac:chgData name="Pramod Naik" userId="ceb6df04-ef15-4d9b-a141-998a03559d75" providerId="ADAL" clId="{651BAC71-7343-484D-BD8F-9D1BA4F7D925}" dt="2025-08-01T19:09:56.292" v="1665" actId="403"/>
          <ac:spMkLst>
            <pc:docMk/>
            <pc:sldMk cId="4165281687" sldId="328"/>
            <ac:spMk id="5" creationId="{8F1A5FFE-F701-0017-AE06-456932903012}"/>
          </ac:spMkLst>
        </pc:spChg>
      </pc:sldChg>
      <pc:sldChg chg="addSp delSp add mod">
        <pc:chgData name="Pramod Naik" userId="ceb6df04-ef15-4d9b-a141-998a03559d75" providerId="ADAL" clId="{651BAC71-7343-484D-BD8F-9D1BA4F7D925}" dt="2025-08-01T18:38:03.402" v="1472" actId="22"/>
        <pc:sldMkLst>
          <pc:docMk/>
          <pc:sldMk cId="2682781936" sldId="329"/>
        </pc:sldMkLst>
      </pc:sldChg>
      <pc:sldChg chg="modSp add mod">
        <pc:chgData name="Pramod Naik" userId="ceb6df04-ef15-4d9b-a141-998a03559d75" providerId="ADAL" clId="{651BAC71-7343-484D-BD8F-9D1BA4F7D925}" dt="2025-08-01T18:43:43.163" v="1510" actId="1076"/>
        <pc:sldMkLst>
          <pc:docMk/>
          <pc:sldMk cId="2091400849" sldId="331"/>
        </pc:sldMkLst>
        <pc:spChg chg="mod">
          <ac:chgData name="Pramod Naik" userId="ceb6df04-ef15-4d9b-a141-998a03559d75" providerId="ADAL" clId="{651BAC71-7343-484D-BD8F-9D1BA4F7D925}" dt="2025-08-01T18:43:43.163" v="1510" actId="1076"/>
          <ac:spMkLst>
            <pc:docMk/>
            <pc:sldMk cId="2091400849" sldId="331"/>
            <ac:spMk id="3" creationId="{9F0895CA-7C46-22AD-E00F-C5B38FA3960D}"/>
          </ac:spMkLst>
        </pc:spChg>
      </pc:sldChg>
      <pc:sldChg chg="add del">
        <pc:chgData name="Pramod Naik" userId="ceb6df04-ef15-4d9b-a141-998a03559d75" providerId="ADAL" clId="{651BAC71-7343-484D-BD8F-9D1BA4F7D925}" dt="2025-08-01T19:00:38.191" v="1537" actId="47"/>
        <pc:sldMkLst>
          <pc:docMk/>
          <pc:sldMk cId="423782282" sldId="334"/>
        </pc:sldMkLst>
      </pc:sldChg>
      <pc:sldChg chg="modSp add mod">
        <pc:chgData name="Pramod Naik" userId="ceb6df04-ef15-4d9b-a141-998a03559d75" providerId="ADAL" clId="{651BAC71-7343-484D-BD8F-9D1BA4F7D925}" dt="2025-07-26T13:53:38.027" v="751" actId="113"/>
        <pc:sldMkLst>
          <pc:docMk/>
          <pc:sldMk cId="2530939601" sldId="401"/>
        </pc:sldMkLst>
        <pc:spChg chg="mod">
          <ac:chgData name="Pramod Naik" userId="ceb6df04-ef15-4d9b-a141-998a03559d75" providerId="ADAL" clId="{651BAC71-7343-484D-BD8F-9D1BA4F7D925}" dt="2025-07-26T13:53:38.027" v="751" actId="113"/>
          <ac:spMkLst>
            <pc:docMk/>
            <pc:sldMk cId="2530939601" sldId="401"/>
            <ac:spMk id="3" creationId="{39C50B33-AE2A-41FE-B35F-826245A2C146}"/>
          </ac:spMkLst>
        </pc:spChg>
      </pc:sldChg>
      <pc:sldChg chg="modSp add mod">
        <pc:chgData name="Pramod Naik" userId="ceb6df04-ef15-4d9b-a141-998a03559d75" providerId="ADAL" clId="{651BAC71-7343-484D-BD8F-9D1BA4F7D925}" dt="2025-07-26T14:01:59.957" v="877" actId="113"/>
        <pc:sldMkLst>
          <pc:docMk/>
          <pc:sldMk cId="3069991614" sldId="402"/>
        </pc:sldMkLst>
        <pc:spChg chg="mod">
          <ac:chgData name="Pramod Naik" userId="ceb6df04-ef15-4d9b-a141-998a03559d75" providerId="ADAL" clId="{651BAC71-7343-484D-BD8F-9D1BA4F7D925}" dt="2025-07-26T14:01:59.957" v="877" actId="113"/>
          <ac:spMkLst>
            <pc:docMk/>
            <pc:sldMk cId="3069991614" sldId="402"/>
            <ac:spMk id="3" creationId="{CF6371E5-DBC5-FBAE-E396-0D6718F7E9FA}"/>
          </ac:spMkLst>
        </pc:spChg>
      </pc:sldChg>
      <pc:sldChg chg="modSp add mod">
        <pc:chgData name="Pramod Naik" userId="ceb6df04-ef15-4d9b-a141-998a03559d75" providerId="ADAL" clId="{651BAC71-7343-484D-BD8F-9D1BA4F7D925}" dt="2025-07-26T14:03:06.431" v="884" actId="113"/>
        <pc:sldMkLst>
          <pc:docMk/>
          <pc:sldMk cId="859957647" sldId="403"/>
        </pc:sldMkLst>
        <pc:spChg chg="mod">
          <ac:chgData name="Pramod Naik" userId="ceb6df04-ef15-4d9b-a141-998a03559d75" providerId="ADAL" clId="{651BAC71-7343-484D-BD8F-9D1BA4F7D925}" dt="2025-07-26T14:03:06.431" v="884" actId="113"/>
          <ac:spMkLst>
            <pc:docMk/>
            <pc:sldMk cId="859957647" sldId="403"/>
            <ac:spMk id="2" creationId="{B372EBEF-13DA-20A4-5F97-09CBEAE69927}"/>
          </ac:spMkLst>
        </pc:spChg>
        <pc:spChg chg="mod">
          <ac:chgData name="Pramod Naik" userId="ceb6df04-ef15-4d9b-a141-998a03559d75" providerId="ADAL" clId="{651BAC71-7343-484D-BD8F-9D1BA4F7D925}" dt="2025-07-26T14:03:02.342" v="883" actId="1076"/>
          <ac:spMkLst>
            <pc:docMk/>
            <pc:sldMk cId="859957647" sldId="403"/>
            <ac:spMk id="5" creationId="{4ECA7FC9-E37F-F0F6-BAD6-BA87D417FA07}"/>
          </ac:spMkLst>
        </pc:spChg>
        <pc:grpChg chg="mod">
          <ac:chgData name="Pramod Naik" userId="ceb6df04-ef15-4d9b-a141-998a03559d75" providerId="ADAL" clId="{651BAC71-7343-484D-BD8F-9D1BA4F7D925}" dt="2025-07-26T14:03:02.342" v="883" actId="1076"/>
          <ac:grpSpMkLst>
            <pc:docMk/>
            <pc:sldMk cId="859957647" sldId="403"/>
            <ac:grpSpMk id="15" creationId="{C18A2747-3B6D-59B6-0082-8F94A1AD3E44}"/>
          </ac:grpSpMkLst>
        </pc:grpChg>
        <pc:picChg chg="mod">
          <ac:chgData name="Pramod Naik" userId="ceb6df04-ef15-4d9b-a141-998a03559d75" providerId="ADAL" clId="{651BAC71-7343-484D-BD8F-9D1BA4F7D925}" dt="2025-07-26T14:03:02.342" v="883" actId="1076"/>
          <ac:picMkLst>
            <pc:docMk/>
            <pc:sldMk cId="859957647" sldId="403"/>
            <ac:picMk id="4098" creationId="{0B4C5D68-F68E-BE2F-73DF-B697D2A044B5}"/>
          </ac:picMkLst>
        </pc:picChg>
        <pc:cxnChg chg="mod">
          <ac:chgData name="Pramod Naik" userId="ceb6df04-ef15-4d9b-a141-998a03559d75" providerId="ADAL" clId="{651BAC71-7343-484D-BD8F-9D1BA4F7D925}" dt="2025-07-26T14:03:02.342" v="883" actId="1076"/>
          <ac:cxnSpMkLst>
            <pc:docMk/>
            <pc:sldMk cId="859957647" sldId="403"/>
            <ac:cxnSpMk id="11" creationId="{6DB91C73-8EF8-B0D6-0CAF-CC1D2B88075B}"/>
          </ac:cxnSpMkLst>
        </pc:cxnChg>
        <pc:cxnChg chg="mod">
          <ac:chgData name="Pramod Naik" userId="ceb6df04-ef15-4d9b-a141-998a03559d75" providerId="ADAL" clId="{651BAC71-7343-484D-BD8F-9D1BA4F7D925}" dt="2025-07-26T14:03:02.342" v="883" actId="1076"/>
          <ac:cxnSpMkLst>
            <pc:docMk/>
            <pc:sldMk cId="859957647" sldId="403"/>
            <ac:cxnSpMk id="12" creationId="{C2641E24-FEC0-92D7-6F4E-04BA9FBD1BEB}"/>
          </ac:cxnSpMkLst>
        </pc:cxnChg>
      </pc:sldChg>
      <pc:sldChg chg="add del">
        <pc:chgData name="Pramod Naik" userId="ceb6df04-ef15-4d9b-a141-998a03559d75" providerId="ADAL" clId="{651BAC71-7343-484D-BD8F-9D1BA4F7D925}" dt="2025-07-26T14:10:00.814" v="905"/>
        <pc:sldMkLst>
          <pc:docMk/>
          <pc:sldMk cId="1146144274" sldId="404"/>
        </pc:sldMkLst>
      </pc:sldChg>
      <pc:sldChg chg="addSp delSp modSp add mod setBg">
        <pc:chgData name="Pramod Naik" userId="ceb6df04-ef15-4d9b-a141-998a03559d75" providerId="ADAL" clId="{651BAC71-7343-484D-BD8F-9D1BA4F7D925}" dt="2025-07-26T13:58:55.753" v="833" actId="207"/>
        <pc:sldMkLst>
          <pc:docMk/>
          <pc:sldMk cId="3317466845" sldId="409"/>
        </pc:sldMkLst>
        <pc:spChg chg="mod">
          <ac:chgData name="Pramod Naik" userId="ceb6df04-ef15-4d9b-a141-998a03559d75" providerId="ADAL" clId="{651BAC71-7343-484D-BD8F-9D1BA4F7D925}" dt="2025-07-26T13:58:55.753" v="833" actId="207"/>
          <ac:spMkLst>
            <pc:docMk/>
            <pc:sldMk cId="3317466845" sldId="409"/>
            <ac:spMk id="3" creationId="{3E3F01BC-B929-1A2A-6CB0-06506B3136A6}"/>
          </ac:spMkLst>
        </pc:spChg>
        <pc:spChg chg="add">
          <ac:chgData name="Pramod Naik" userId="ceb6df04-ef15-4d9b-a141-998a03559d75" providerId="ADAL" clId="{651BAC71-7343-484D-BD8F-9D1BA4F7D925}" dt="2025-07-26T13:57:20.753" v="814" actId="26606"/>
          <ac:spMkLst>
            <pc:docMk/>
            <pc:sldMk cId="3317466845" sldId="409"/>
            <ac:spMk id="1048" creationId="{4F8E18AC-903E-4B46-8CC0-FE20E612CE37}"/>
          </ac:spMkLst>
        </pc:spChg>
        <pc:spChg chg="add">
          <ac:chgData name="Pramod Naik" userId="ceb6df04-ef15-4d9b-a141-998a03559d75" providerId="ADAL" clId="{651BAC71-7343-484D-BD8F-9D1BA4F7D925}" dt="2025-07-26T13:57:20.753" v="814" actId="26606"/>
          <ac:spMkLst>
            <pc:docMk/>
            <pc:sldMk cId="3317466845" sldId="409"/>
            <ac:spMk id="1049" creationId="{3DEE38FB-0763-470C-8A5E-44456B5130D7}"/>
          </ac:spMkLst>
        </pc:spChg>
        <pc:spChg chg="add">
          <ac:chgData name="Pramod Naik" userId="ceb6df04-ef15-4d9b-a141-998a03559d75" providerId="ADAL" clId="{651BAC71-7343-484D-BD8F-9D1BA4F7D925}" dt="2025-07-26T13:57:20.753" v="814" actId="26606"/>
          <ac:spMkLst>
            <pc:docMk/>
            <pc:sldMk cId="3317466845" sldId="409"/>
            <ac:spMk id="1050" creationId="{F1D6E6C0-11C7-4A38-BD12-80741960B53C}"/>
          </ac:spMkLst>
        </pc:spChg>
        <pc:grpChg chg="add">
          <ac:chgData name="Pramod Naik" userId="ceb6df04-ef15-4d9b-a141-998a03559d75" providerId="ADAL" clId="{651BAC71-7343-484D-BD8F-9D1BA4F7D925}" dt="2025-07-26T13:57:20.753" v="814" actId="26606"/>
          <ac:grpSpMkLst>
            <pc:docMk/>
            <pc:sldMk cId="3317466845" sldId="409"/>
            <ac:grpSpMk id="1051" creationId="{2B16E781-E64A-4007-B0F1-5A50135A4276}"/>
          </ac:grpSpMkLst>
        </pc:grpChg>
        <pc:picChg chg="mod ord">
          <ac:chgData name="Pramod Naik" userId="ceb6df04-ef15-4d9b-a141-998a03559d75" providerId="ADAL" clId="{651BAC71-7343-484D-BD8F-9D1BA4F7D925}" dt="2025-07-26T13:57:57.135" v="825" actId="1076"/>
          <ac:picMkLst>
            <pc:docMk/>
            <pc:sldMk cId="3317466845" sldId="409"/>
            <ac:picMk id="1028" creationId="{E3F965C0-DA94-0FF1-3320-A0342265CD4D}"/>
          </ac:picMkLst>
        </pc:picChg>
      </pc:sldChg>
      <pc:sldChg chg="del">
        <pc:chgData name="Pramod Naik" userId="ceb6df04-ef15-4d9b-a141-998a03559d75" providerId="ADAL" clId="{651BAC71-7343-484D-BD8F-9D1BA4F7D925}" dt="2025-07-19T10:58:50.828" v="7" actId="47"/>
        <pc:sldMkLst>
          <pc:docMk/>
          <pc:sldMk cId="769431239" sldId="422"/>
        </pc:sldMkLst>
      </pc:sldChg>
      <pc:sldChg chg="del">
        <pc:chgData name="Pramod Naik" userId="ceb6df04-ef15-4d9b-a141-998a03559d75" providerId="ADAL" clId="{651BAC71-7343-484D-BD8F-9D1BA4F7D925}" dt="2025-07-19T10:58:53.755" v="8" actId="47"/>
        <pc:sldMkLst>
          <pc:docMk/>
          <pc:sldMk cId="4028213141" sldId="423"/>
        </pc:sldMkLst>
      </pc:sldChg>
      <pc:sldChg chg="del">
        <pc:chgData name="Pramod Naik" userId="ceb6df04-ef15-4d9b-a141-998a03559d75" providerId="ADAL" clId="{651BAC71-7343-484D-BD8F-9D1BA4F7D925}" dt="2025-07-19T10:58:41.829" v="0" actId="47"/>
        <pc:sldMkLst>
          <pc:docMk/>
          <pc:sldMk cId="3682881203" sldId="426"/>
        </pc:sldMkLst>
      </pc:sldChg>
      <pc:sldChg chg="del">
        <pc:chgData name="Pramod Naik" userId="ceb6df04-ef15-4d9b-a141-998a03559d75" providerId="ADAL" clId="{651BAC71-7343-484D-BD8F-9D1BA4F7D925}" dt="2025-07-19T10:58:44.380" v="4" actId="47"/>
        <pc:sldMkLst>
          <pc:docMk/>
          <pc:sldMk cId="1148078753" sldId="427"/>
        </pc:sldMkLst>
      </pc:sldChg>
      <pc:sldChg chg="del">
        <pc:chgData name="Pramod Naik" userId="ceb6df04-ef15-4d9b-a141-998a03559d75" providerId="ADAL" clId="{651BAC71-7343-484D-BD8F-9D1BA4F7D925}" dt="2025-07-19T10:58:47.058" v="5" actId="47"/>
        <pc:sldMkLst>
          <pc:docMk/>
          <pc:sldMk cId="3664504081" sldId="428"/>
        </pc:sldMkLst>
      </pc:sldChg>
      <pc:sldChg chg="addSp delSp modSp new mod">
        <pc:chgData name="Pramod Naik" userId="ceb6df04-ef15-4d9b-a141-998a03559d75" providerId="ADAL" clId="{651BAC71-7343-484D-BD8F-9D1BA4F7D925}" dt="2025-07-19T11:05:45.316" v="119" actId="20577"/>
        <pc:sldMkLst>
          <pc:docMk/>
          <pc:sldMk cId="20334712" sldId="430"/>
        </pc:sldMkLst>
        <pc:spChg chg="add del mod">
          <ac:chgData name="Pramod Naik" userId="ceb6df04-ef15-4d9b-a141-998a03559d75" providerId="ADAL" clId="{651BAC71-7343-484D-BD8F-9D1BA4F7D925}" dt="2025-07-19T11:05:45.316" v="119" actId="20577"/>
          <ac:spMkLst>
            <pc:docMk/>
            <pc:sldMk cId="20334712" sldId="430"/>
            <ac:spMk id="3" creationId="{3EB47644-137C-722A-B29C-9F102A4A5118}"/>
          </ac:spMkLst>
        </pc:spChg>
      </pc:sldChg>
      <pc:sldChg chg="del">
        <pc:chgData name="Pramod Naik" userId="ceb6df04-ef15-4d9b-a141-998a03559d75" providerId="ADAL" clId="{651BAC71-7343-484D-BD8F-9D1BA4F7D925}" dt="2025-07-19T10:58:49.862" v="6" actId="47"/>
        <pc:sldMkLst>
          <pc:docMk/>
          <pc:sldMk cId="693359045" sldId="430"/>
        </pc:sldMkLst>
      </pc:sldChg>
      <pc:sldChg chg="modSp add mod ord">
        <pc:chgData name="Pramod Naik" userId="ceb6df04-ef15-4d9b-a141-998a03559d75" providerId="ADAL" clId="{651BAC71-7343-484D-BD8F-9D1BA4F7D925}" dt="2025-08-02T17:55:00.868" v="2199" actId="113"/>
        <pc:sldMkLst>
          <pc:docMk/>
          <pc:sldMk cId="1168041992" sldId="431"/>
        </pc:sldMkLst>
        <pc:spChg chg="mod">
          <ac:chgData name="Pramod Naik" userId="ceb6df04-ef15-4d9b-a141-998a03559d75" providerId="ADAL" clId="{651BAC71-7343-484D-BD8F-9D1BA4F7D925}" dt="2025-08-02T17:55:00.868" v="2199" actId="113"/>
          <ac:spMkLst>
            <pc:docMk/>
            <pc:sldMk cId="1168041992" sldId="431"/>
            <ac:spMk id="3" creationId="{C3ABE3FE-A23C-4562-9B10-31F89A23712E}"/>
          </ac:spMkLst>
        </pc:spChg>
      </pc:sldChg>
      <pc:sldChg chg="del">
        <pc:chgData name="Pramod Naik" userId="ceb6df04-ef15-4d9b-a141-998a03559d75" providerId="ADAL" clId="{651BAC71-7343-484D-BD8F-9D1BA4F7D925}" dt="2025-07-19T10:58:54.445" v="9" actId="47"/>
        <pc:sldMkLst>
          <pc:docMk/>
          <pc:sldMk cId="290281724" sldId="432"/>
        </pc:sldMkLst>
      </pc:sldChg>
      <pc:sldChg chg="addSp delSp modSp add mod ord setBg">
        <pc:chgData name="Pramod Naik" userId="ceb6df04-ef15-4d9b-a141-998a03559d75" providerId="ADAL" clId="{651BAC71-7343-484D-BD8F-9D1BA4F7D925}" dt="2025-07-19T11:07:30.428" v="126"/>
        <pc:sldMkLst>
          <pc:docMk/>
          <pc:sldMk cId="2758386950" sldId="432"/>
        </pc:sldMkLst>
        <pc:spChg chg="add">
          <ac:chgData name="Pramod Naik" userId="ceb6df04-ef15-4d9b-a141-998a03559d75" providerId="ADAL" clId="{651BAC71-7343-484D-BD8F-9D1BA4F7D925}" dt="2025-07-19T11:03:46.673" v="70" actId="26606"/>
          <ac:spMkLst>
            <pc:docMk/>
            <pc:sldMk cId="2758386950" sldId="432"/>
            <ac:spMk id="2114" creationId="{99B5B3C5-A599-465B-B2B9-866E8B2087CE}"/>
          </ac:spMkLst>
        </pc:spChg>
        <pc:spChg chg="add">
          <ac:chgData name="Pramod Naik" userId="ceb6df04-ef15-4d9b-a141-998a03559d75" providerId="ADAL" clId="{651BAC71-7343-484D-BD8F-9D1BA4F7D925}" dt="2025-07-19T11:03:46.673" v="70" actId="26606"/>
          <ac:spMkLst>
            <pc:docMk/>
            <pc:sldMk cId="2758386950" sldId="432"/>
            <ac:spMk id="2115" creationId="{25C84982-7DD0-43B1-8A2D-BFA4DF1B4E60}"/>
          </ac:spMkLst>
        </pc:spChg>
        <pc:spChg chg="add">
          <ac:chgData name="Pramod Naik" userId="ceb6df04-ef15-4d9b-a141-998a03559d75" providerId="ADAL" clId="{651BAC71-7343-484D-BD8F-9D1BA4F7D925}" dt="2025-07-19T11:03:46.673" v="70" actId="26606"/>
          <ac:spMkLst>
            <pc:docMk/>
            <pc:sldMk cId="2758386950" sldId="432"/>
            <ac:spMk id="2132" creationId="{B7818AA9-82F7-46F6-8A83-1A6258163B48}"/>
          </ac:spMkLst>
        </pc:spChg>
        <pc:grpChg chg="add">
          <ac:chgData name="Pramod Naik" userId="ceb6df04-ef15-4d9b-a141-998a03559d75" providerId="ADAL" clId="{651BAC71-7343-484D-BD8F-9D1BA4F7D925}" dt="2025-07-19T11:03:46.673" v="70" actId="26606"/>
          <ac:grpSpMkLst>
            <pc:docMk/>
            <pc:sldMk cId="2758386950" sldId="432"/>
            <ac:grpSpMk id="2116" creationId="{1D912E1C-3BBA-42F0-A3EE-FEC382E7230A}"/>
          </ac:grpSpMkLst>
        </pc:grpChg>
        <pc:grpChg chg="add">
          <ac:chgData name="Pramod Naik" userId="ceb6df04-ef15-4d9b-a141-998a03559d75" providerId="ADAL" clId="{651BAC71-7343-484D-BD8F-9D1BA4F7D925}" dt="2025-07-19T11:03:46.673" v="70" actId="26606"/>
          <ac:grpSpMkLst>
            <pc:docMk/>
            <pc:sldMk cId="2758386950" sldId="432"/>
            <ac:grpSpMk id="2133" creationId="{FCEBDFAC-E3E5-4883-8BE7-B43474AE3BB3}"/>
          </ac:grpSpMkLst>
        </pc:grpChg>
        <pc:picChg chg="add mod">
          <ac:chgData name="Pramod Naik" userId="ceb6df04-ef15-4d9b-a141-998a03559d75" providerId="ADAL" clId="{651BAC71-7343-484D-BD8F-9D1BA4F7D925}" dt="2025-07-19T11:03:46.673" v="70" actId="26606"/>
          <ac:picMkLst>
            <pc:docMk/>
            <pc:sldMk cId="2758386950" sldId="432"/>
            <ac:picMk id="2050" creationId="{87C874CA-08E6-867A-EE76-C29F2DC51D81}"/>
          </ac:picMkLst>
        </pc:picChg>
      </pc:sldChg>
      <pc:sldChg chg="addSp delSp modSp add mod ord setBg">
        <pc:chgData name="Pramod Naik" userId="ceb6df04-ef15-4d9b-a141-998a03559d75" providerId="ADAL" clId="{651BAC71-7343-484D-BD8F-9D1BA4F7D925}" dt="2025-07-19T11:05:30.082" v="117" actId="207"/>
        <pc:sldMkLst>
          <pc:docMk/>
          <pc:sldMk cId="3534625041" sldId="433"/>
        </pc:sldMkLst>
        <pc:spChg chg="add del mod">
          <ac:chgData name="Pramod Naik" userId="ceb6df04-ef15-4d9b-a141-998a03559d75" providerId="ADAL" clId="{651BAC71-7343-484D-BD8F-9D1BA4F7D925}" dt="2025-07-19T11:04:29.831" v="95" actId="1076"/>
          <ac:spMkLst>
            <pc:docMk/>
            <pc:sldMk cId="3534625041" sldId="433"/>
            <ac:spMk id="3" creationId="{8CCEEC95-AC81-BB56-7CBC-8D2F914A61FE}"/>
          </ac:spMkLst>
        </pc:spChg>
        <pc:spChg chg="add mod">
          <ac:chgData name="Pramod Naik" userId="ceb6df04-ef15-4d9b-a141-998a03559d75" providerId="ADAL" clId="{651BAC71-7343-484D-BD8F-9D1BA4F7D925}" dt="2025-07-19T11:05:30.082" v="117" actId="207"/>
          <ac:spMkLst>
            <pc:docMk/>
            <pc:sldMk cId="3534625041" sldId="433"/>
            <ac:spMk id="4" creationId="{FBF9F843-C83B-1766-A78B-D65C53641C75}"/>
          </ac:spMkLst>
        </pc:spChg>
        <pc:spChg chg="add">
          <ac:chgData name="Pramod Naik" userId="ceb6df04-ef15-4d9b-a141-998a03559d75" providerId="ADAL" clId="{651BAC71-7343-484D-BD8F-9D1BA4F7D925}" dt="2025-07-19T11:04:07.105" v="77" actId="26606"/>
          <ac:spMkLst>
            <pc:docMk/>
            <pc:sldMk cId="3534625041" sldId="433"/>
            <ac:spMk id="8" creationId="{ED16AD6D-7FC0-435B-AB5F-98DA2190C53C}"/>
          </ac:spMkLst>
        </pc:spChg>
        <pc:spChg chg="add">
          <ac:chgData name="Pramod Naik" userId="ceb6df04-ef15-4d9b-a141-998a03559d75" providerId="ADAL" clId="{651BAC71-7343-484D-BD8F-9D1BA4F7D925}" dt="2025-07-19T11:04:07.105" v="77" actId="26606"/>
          <ac:spMkLst>
            <pc:docMk/>
            <pc:sldMk cId="3534625041" sldId="433"/>
            <ac:spMk id="10" creationId="{28B727F3-FF58-4343-ACEE-2174D5989143}"/>
          </ac:spMkLst>
        </pc:spChg>
        <pc:spChg chg="add">
          <ac:chgData name="Pramod Naik" userId="ceb6df04-ef15-4d9b-a141-998a03559d75" providerId="ADAL" clId="{651BAC71-7343-484D-BD8F-9D1BA4F7D925}" dt="2025-07-19T11:04:07.105" v="77" actId="26606"/>
          <ac:spMkLst>
            <pc:docMk/>
            <pc:sldMk cId="3534625041" sldId="433"/>
            <ac:spMk id="21" creationId="{5F7F20D7-57B2-4CF8-AF7D-90D6A5E1FF73}"/>
          </ac:spMkLst>
        </pc:spChg>
        <pc:spChg chg="add">
          <ac:chgData name="Pramod Naik" userId="ceb6df04-ef15-4d9b-a141-998a03559d75" providerId="ADAL" clId="{651BAC71-7343-484D-BD8F-9D1BA4F7D925}" dt="2025-07-19T11:04:07.105" v="77" actId="26606"/>
          <ac:spMkLst>
            <pc:docMk/>
            <pc:sldMk cId="3534625041" sldId="433"/>
            <ac:spMk id="25" creationId="{6832CB48-19E2-438E-B5D1-126B62284757}"/>
          </ac:spMkLst>
        </pc:spChg>
        <pc:spChg chg="add">
          <ac:chgData name="Pramod Naik" userId="ceb6df04-ef15-4d9b-a141-998a03559d75" providerId="ADAL" clId="{651BAC71-7343-484D-BD8F-9D1BA4F7D925}" dt="2025-07-19T11:04:07.105" v="77" actId="26606"/>
          <ac:spMkLst>
            <pc:docMk/>
            <pc:sldMk cId="3534625041" sldId="433"/>
            <ac:spMk id="29" creationId="{F4B85B88-409F-4670-A4FF-5C58623B77AA}"/>
          </ac:spMkLst>
        </pc:spChg>
        <pc:spChg chg="add">
          <ac:chgData name="Pramod Naik" userId="ceb6df04-ef15-4d9b-a141-998a03559d75" providerId="ADAL" clId="{651BAC71-7343-484D-BD8F-9D1BA4F7D925}" dt="2025-07-19T11:04:07.105" v="77" actId="26606"/>
          <ac:spMkLst>
            <pc:docMk/>
            <pc:sldMk cId="3534625041" sldId="433"/>
            <ac:spMk id="33" creationId="{52B7F1A1-8894-44DC-8FCC-6CE9F127AAB1}"/>
          </ac:spMkLst>
        </pc:spChg>
        <pc:picChg chg="add">
          <ac:chgData name="Pramod Naik" userId="ceb6df04-ef15-4d9b-a141-998a03559d75" providerId="ADAL" clId="{651BAC71-7343-484D-BD8F-9D1BA4F7D925}" dt="2025-07-19T11:04:07.105" v="77" actId="26606"/>
          <ac:picMkLst>
            <pc:docMk/>
            <pc:sldMk cId="3534625041" sldId="433"/>
            <ac:picMk id="23" creationId="{05AC83E9-3498-4F8F-84F8-2E22FE72E30C}"/>
          </ac:picMkLst>
        </pc:picChg>
        <pc:picChg chg="add">
          <ac:chgData name="Pramod Naik" userId="ceb6df04-ef15-4d9b-a141-998a03559d75" providerId="ADAL" clId="{651BAC71-7343-484D-BD8F-9D1BA4F7D925}" dt="2025-07-19T11:04:07.105" v="77" actId="26606"/>
          <ac:picMkLst>
            <pc:docMk/>
            <pc:sldMk cId="3534625041" sldId="433"/>
            <ac:picMk id="27" creationId="{548560FE-8DD7-4FBB-A597-9902F385AAFF}"/>
          </ac:picMkLst>
        </pc:picChg>
        <pc:picChg chg="add">
          <ac:chgData name="Pramod Naik" userId="ceb6df04-ef15-4d9b-a141-998a03559d75" providerId="ADAL" clId="{651BAC71-7343-484D-BD8F-9D1BA4F7D925}" dt="2025-07-19T11:04:07.105" v="77" actId="26606"/>
          <ac:picMkLst>
            <pc:docMk/>
            <pc:sldMk cId="3534625041" sldId="433"/>
            <ac:picMk id="31" creationId="{66265FF8-949A-452A-882B-BDD332090013}"/>
          </ac:picMkLst>
        </pc:picChg>
      </pc:sldChg>
      <pc:sldChg chg="modSp add mod ord">
        <pc:chgData name="Pramod Naik" userId="ceb6df04-ef15-4d9b-a141-998a03559d75" providerId="ADAL" clId="{651BAC71-7343-484D-BD8F-9D1BA4F7D925}" dt="2025-07-19T11:07:35.180" v="128"/>
        <pc:sldMkLst>
          <pc:docMk/>
          <pc:sldMk cId="1135350907" sldId="434"/>
        </pc:sldMkLst>
        <pc:spChg chg="mod">
          <ac:chgData name="Pramod Naik" userId="ceb6df04-ef15-4d9b-a141-998a03559d75" providerId="ADAL" clId="{651BAC71-7343-484D-BD8F-9D1BA4F7D925}" dt="2025-07-19T11:07:23.363" v="124" actId="403"/>
          <ac:spMkLst>
            <pc:docMk/>
            <pc:sldMk cId="1135350907" sldId="434"/>
            <ac:spMk id="3" creationId="{CCA71564-5992-DED5-30F3-53E93DF71C90}"/>
          </ac:spMkLst>
        </pc:spChg>
      </pc:sldChg>
      <pc:sldChg chg="addSp modSp add mod">
        <pc:chgData name="Pramod Naik" userId="ceb6df04-ef15-4d9b-a141-998a03559d75" providerId="ADAL" clId="{651BAC71-7343-484D-BD8F-9D1BA4F7D925}" dt="2025-07-19T11:12:18.227" v="170" actId="207"/>
        <pc:sldMkLst>
          <pc:docMk/>
          <pc:sldMk cId="2360277811" sldId="435"/>
        </pc:sldMkLst>
        <pc:spChg chg="mod">
          <ac:chgData name="Pramod Naik" userId="ceb6df04-ef15-4d9b-a141-998a03559d75" providerId="ADAL" clId="{651BAC71-7343-484D-BD8F-9D1BA4F7D925}" dt="2025-07-19T11:12:18.227" v="170" actId="207"/>
          <ac:spMkLst>
            <pc:docMk/>
            <pc:sldMk cId="2360277811" sldId="435"/>
            <ac:spMk id="3" creationId="{CE353F7B-F048-86FF-A697-C775D42B2A6D}"/>
          </ac:spMkLst>
        </pc:spChg>
      </pc:sldChg>
      <pc:sldChg chg="addSp modSp add mod">
        <pc:chgData name="Pramod Naik" userId="ceb6df04-ef15-4d9b-a141-998a03559d75" providerId="ADAL" clId="{651BAC71-7343-484D-BD8F-9D1BA4F7D925}" dt="2025-07-19T11:23:27.336" v="271" actId="403"/>
        <pc:sldMkLst>
          <pc:docMk/>
          <pc:sldMk cId="880936914" sldId="436"/>
        </pc:sldMkLst>
        <pc:spChg chg="mod">
          <ac:chgData name="Pramod Naik" userId="ceb6df04-ef15-4d9b-a141-998a03559d75" providerId="ADAL" clId="{651BAC71-7343-484D-BD8F-9D1BA4F7D925}" dt="2025-07-19T11:23:27.336" v="271" actId="403"/>
          <ac:spMkLst>
            <pc:docMk/>
            <pc:sldMk cId="880936914" sldId="436"/>
            <ac:spMk id="3" creationId="{009AC8A6-BBAA-BFF5-6E12-C3C21696FD3A}"/>
          </ac:spMkLst>
        </pc:spChg>
        <pc:graphicFrameChg chg="add mod modGraphic">
          <ac:chgData name="Pramod Naik" userId="ceb6df04-ef15-4d9b-a141-998a03559d75" providerId="ADAL" clId="{651BAC71-7343-484D-BD8F-9D1BA4F7D925}" dt="2025-07-19T11:13:21.029" v="188" actId="403"/>
          <ac:graphicFrameMkLst>
            <pc:docMk/>
            <pc:sldMk cId="880936914" sldId="436"/>
            <ac:graphicFrameMk id="2" creationId="{272956A6-C663-7AD0-B4E4-C90DCBD8EE66}"/>
          </ac:graphicFrameMkLst>
        </pc:graphicFrameChg>
      </pc:sldChg>
      <pc:sldChg chg="modSp add mod">
        <pc:chgData name="Pramod Naik" userId="ceb6df04-ef15-4d9b-a141-998a03559d75" providerId="ADAL" clId="{651BAC71-7343-484D-BD8F-9D1BA4F7D925}" dt="2025-07-19T11:15:37.638" v="197" actId="14100"/>
        <pc:sldMkLst>
          <pc:docMk/>
          <pc:sldMk cId="1451302775" sldId="437"/>
        </pc:sldMkLst>
        <pc:spChg chg="mod">
          <ac:chgData name="Pramod Naik" userId="ceb6df04-ef15-4d9b-a141-998a03559d75" providerId="ADAL" clId="{651BAC71-7343-484D-BD8F-9D1BA4F7D925}" dt="2025-07-19T11:15:37.638" v="197" actId="14100"/>
          <ac:spMkLst>
            <pc:docMk/>
            <pc:sldMk cId="1451302775" sldId="437"/>
            <ac:spMk id="3" creationId="{76F1B921-6933-1E39-50E3-63A090BA1B96}"/>
          </ac:spMkLst>
        </pc:spChg>
      </pc:sldChg>
      <pc:sldChg chg="modSp add mod">
        <pc:chgData name="Pramod Naik" userId="ceb6df04-ef15-4d9b-a141-998a03559d75" providerId="ADAL" clId="{651BAC71-7343-484D-BD8F-9D1BA4F7D925}" dt="2025-07-19T11:16:08.933" v="203" actId="14100"/>
        <pc:sldMkLst>
          <pc:docMk/>
          <pc:sldMk cId="843076433" sldId="438"/>
        </pc:sldMkLst>
        <pc:spChg chg="mod">
          <ac:chgData name="Pramod Naik" userId="ceb6df04-ef15-4d9b-a141-998a03559d75" providerId="ADAL" clId="{651BAC71-7343-484D-BD8F-9D1BA4F7D925}" dt="2025-07-19T11:16:08.933" v="203" actId="14100"/>
          <ac:spMkLst>
            <pc:docMk/>
            <pc:sldMk cId="843076433" sldId="438"/>
            <ac:spMk id="3" creationId="{D7368A77-443D-12BE-C9DD-56F3F0FB23AE}"/>
          </ac:spMkLst>
        </pc:spChg>
      </pc:sldChg>
      <pc:sldChg chg="addSp modSp add mod">
        <pc:chgData name="Pramod Naik" userId="ceb6df04-ef15-4d9b-a141-998a03559d75" providerId="ADAL" clId="{651BAC71-7343-484D-BD8F-9D1BA4F7D925}" dt="2025-07-19T11:20:07.448" v="235" actId="14100"/>
        <pc:sldMkLst>
          <pc:docMk/>
          <pc:sldMk cId="1061348225" sldId="439"/>
        </pc:sldMkLst>
        <pc:spChg chg="mod">
          <ac:chgData name="Pramod Naik" userId="ceb6df04-ef15-4d9b-a141-998a03559d75" providerId="ADAL" clId="{651BAC71-7343-484D-BD8F-9D1BA4F7D925}" dt="2025-07-19T11:20:07.448" v="235" actId="14100"/>
          <ac:spMkLst>
            <pc:docMk/>
            <pc:sldMk cId="1061348225" sldId="439"/>
            <ac:spMk id="3" creationId="{003E39E3-D678-CC20-B8F2-85EECFB4DF7F}"/>
          </ac:spMkLst>
        </pc:spChg>
      </pc:sldChg>
      <pc:sldChg chg="modSp add mod ord">
        <pc:chgData name="Pramod Naik" userId="ceb6df04-ef15-4d9b-a141-998a03559d75" providerId="ADAL" clId="{651BAC71-7343-484D-BD8F-9D1BA4F7D925}" dt="2025-07-19T11:25:38.794" v="312"/>
        <pc:sldMkLst>
          <pc:docMk/>
          <pc:sldMk cId="3130754292" sldId="440"/>
        </pc:sldMkLst>
        <pc:spChg chg="mod">
          <ac:chgData name="Pramod Naik" userId="ceb6df04-ef15-4d9b-a141-998a03559d75" providerId="ADAL" clId="{651BAC71-7343-484D-BD8F-9D1BA4F7D925}" dt="2025-07-19T11:19:53.175" v="228" actId="14100"/>
          <ac:spMkLst>
            <pc:docMk/>
            <pc:sldMk cId="3130754292" sldId="440"/>
            <ac:spMk id="3" creationId="{F4E6B461-336D-57D8-4974-89E872FED898}"/>
          </ac:spMkLst>
        </pc:spChg>
      </pc:sldChg>
      <pc:sldChg chg="addSp modSp add mod ord">
        <pc:chgData name="Pramod Naik" userId="ceb6df04-ef15-4d9b-a141-998a03559d75" providerId="ADAL" clId="{651BAC71-7343-484D-BD8F-9D1BA4F7D925}" dt="2025-07-19T11:24:41.192" v="303" actId="14100"/>
        <pc:sldMkLst>
          <pc:docMk/>
          <pc:sldMk cId="4083776306" sldId="441"/>
        </pc:sldMkLst>
        <pc:spChg chg="add mod">
          <ac:chgData name="Pramod Naik" userId="ceb6df04-ef15-4d9b-a141-998a03559d75" providerId="ADAL" clId="{651BAC71-7343-484D-BD8F-9D1BA4F7D925}" dt="2025-07-19T11:24:41.192" v="303" actId="14100"/>
          <ac:spMkLst>
            <pc:docMk/>
            <pc:sldMk cId="4083776306" sldId="441"/>
            <ac:spMk id="2" creationId="{BAC9D136-ABED-CA6C-6958-7330CF4C5757}"/>
          </ac:spMkLst>
        </pc:spChg>
        <pc:picChg chg="add">
          <ac:chgData name="Pramod Naik" userId="ceb6df04-ef15-4d9b-a141-998a03559d75" providerId="ADAL" clId="{651BAC71-7343-484D-BD8F-9D1BA4F7D925}" dt="2025-07-19T11:23:47.780" v="272"/>
          <ac:picMkLst>
            <pc:docMk/>
            <pc:sldMk cId="4083776306" sldId="441"/>
            <ac:picMk id="8194" creationId="{D2989898-2696-2378-E2D1-6EBECBA0B9F5}"/>
          </ac:picMkLst>
        </pc:picChg>
      </pc:sldChg>
      <pc:sldChg chg="addSp delSp modSp add mod ord setBg">
        <pc:chgData name="Pramod Naik" userId="ceb6df04-ef15-4d9b-a141-998a03559d75" providerId="ADAL" clId="{651BAC71-7343-484D-BD8F-9D1BA4F7D925}" dt="2025-07-19T11:23:15.855" v="269" actId="1076"/>
        <pc:sldMkLst>
          <pc:docMk/>
          <pc:sldMk cId="681810770" sldId="442"/>
        </pc:sldMkLst>
        <pc:spChg chg="add mod">
          <ac:chgData name="Pramod Naik" userId="ceb6df04-ef15-4d9b-a141-998a03559d75" providerId="ADAL" clId="{651BAC71-7343-484D-BD8F-9D1BA4F7D925}" dt="2025-07-19T11:23:15.855" v="269" actId="1076"/>
          <ac:spMkLst>
            <pc:docMk/>
            <pc:sldMk cId="681810770" sldId="442"/>
            <ac:spMk id="5" creationId="{47E78F94-6E75-ADFF-EC5E-4D19D2B1B859}"/>
          </ac:spMkLst>
        </pc:spChg>
        <pc:spChg chg="add">
          <ac:chgData name="Pramod Naik" userId="ceb6df04-ef15-4d9b-a141-998a03559d75" providerId="ADAL" clId="{651BAC71-7343-484D-BD8F-9D1BA4F7D925}" dt="2025-07-19T11:22:04.249" v="240" actId="26606"/>
          <ac:spMkLst>
            <pc:docMk/>
            <pc:sldMk cId="681810770" sldId="442"/>
            <ac:spMk id="7210" creationId="{99B5B3C5-A599-465B-B2B9-866E8B2087CE}"/>
          </ac:spMkLst>
        </pc:spChg>
        <pc:spChg chg="add">
          <ac:chgData name="Pramod Naik" userId="ceb6df04-ef15-4d9b-a141-998a03559d75" providerId="ADAL" clId="{651BAC71-7343-484D-BD8F-9D1BA4F7D925}" dt="2025-07-19T11:22:04.249" v="240" actId="26606"/>
          <ac:spMkLst>
            <pc:docMk/>
            <pc:sldMk cId="681810770" sldId="442"/>
            <ac:spMk id="7211" creationId="{25C84982-7DD0-43B1-8A2D-BFA4DF1B4E60}"/>
          </ac:spMkLst>
        </pc:spChg>
        <pc:spChg chg="add">
          <ac:chgData name="Pramod Naik" userId="ceb6df04-ef15-4d9b-a141-998a03559d75" providerId="ADAL" clId="{651BAC71-7343-484D-BD8F-9D1BA4F7D925}" dt="2025-07-19T11:22:04.249" v="240" actId="26606"/>
          <ac:spMkLst>
            <pc:docMk/>
            <pc:sldMk cId="681810770" sldId="442"/>
            <ac:spMk id="7228" creationId="{B7818AA9-82F7-46F6-8A83-1A6258163B48}"/>
          </ac:spMkLst>
        </pc:spChg>
        <pc:grpChg chg="add">
          <ac:chgData name="Pramod Naik" userId="ceb6df04-ef15-4d9b-a141-998a03559d75" providerId="ADAL" clId="{651BAC71-7343-484D-BD8F-9D1BA4F7D925}" dt="2025-07-19T11:22:04.249" v="240" actId="26606"/>
          <ac:grpSpMkLst>
            <pc:docMk/>
            <pc:sldMk cId="681810770" sldId="442"/>
            <ac:grpSpMk id="7212" creationId="{1D912E1C-3BBA-42F0-A3EE-FEC382E7230A}"/>
          </ac:grpSpMkLst>
        </pc:grpChg>
        <pc:picChg chg="add mod">
          <ac:chgData name="Pramod Naik" userId="ceb6df04-ef15-4d9b-a141-998a03559d75" providerId="ADAL" clId="{651BAC71-7343-484D-BD8F-9D1BA4F7D925}" dt="2025-07-19T11:23:01.884" v="257" actId="1076"/>
          <ac:picMkLst>
            <pc:docMk/>
            <pc:sldMk cId="681810770" sldId="442"/>
            <ac:picMk id="7172" creationId="{2DC7DD2B-F2DE-C66D-4D0C-403EDDB1C790}"/>
          </ac:picMkLst>
        </pc:picChg>
      </pc:sldChg>
      <pc:sldChg chg="addSp modSp add mod">
        <pc:chgData name="Pramod Naik" userId="ceb6df04-ef15-4d9b-a141-998a03559d75" providerId="ADAL" clId="{651BAC71-7343-484D-BD8F-9D1BA4F7D925}" dt="2025-07-19T11:26:31.566" v="328" actId="20577"/>
        <pc:sldMkLst>
          <pc:docMk/>
          <pc:sldMk cId="16831695" sldId="443"/>
        </pc:sldMkLst>
        <pc:spChg chg="mod">
          <ac:chgData name="Pramod Naik" userId="ceb6df04-ef15-4d9b-a141-998a03559d75" providerId="ADAL" clId="{651BAC71-7343-484D-BD8F-9D1BA4F7D925}" dt="2025-07-19T11:26:31.566" v="328" actId="20577"/>
          <ac:spMkLst>
            <pc:docMk/>
            <pc:sldMk cId="16831695" sldId="443"/>
            <ac:spMk id="3" creationId="{7512AA16-DC48-3FED-25B4-28569D65C2A2}"/>
          </ac:spMkLst>
        </pc:spChg>
        <pc:graphicFrameChg chg="add mod modGraphic">
          <ac:chgData name="Pramod Naik" userId="ceb6df04-ef15-4d9b-a141-998a03559d75" providerId="ADAL" clId="{651BAC71-7343-484D-BD8F-9D1BA4F7D925}" dt="2025-07-19T11:26:25.623" v="322" actId="1076"/>
          <ac:graphicFrameMkLst>
            <pc:docMk/>
            <pc:sldMk cId="16831695" sldId="443"/>
            <ac:graphicFrameMk id="2" creationId="{DE0B99AD-DB1D-D948-2D60-BE258E139E7C}"/>
          </ac:graphicFrameMkLst>
        </pc:graphicFrameChg>
      </pc:sldChg>
      <pc:sldChg chg="addSp delSp modSp add mod">
        <pc:chgData name="Pramod Naik" userId="ceb6df04-ef15-4d9b-a141-998a03559d75" providerId="ADAL" clId="{651BAC71-7343-484D-BD8F-9D1BA4F7D925}" dt="2025-07-19T11:28:56.043" v="373" actId="113"/>
        <pc:sldMkLst>
          <pc:docMk/>
          <pc:sldMk cId="2462189238" sldId="444"/>
        </pc:sldMkLst>
        <pc:spChg chg="add del mod">
          <ac:chgData name="Pramod Naik" userId="ceb6df04-ef15-4d9b-a141-998a03559d75" providerId="ADAL" clId="{651BAC71-7343-484D-BD8F-9D1BA4F7D925}" dt="2025-07-19T11:28:56.043" v="373" actId="113"/>
          <ac:spMkLst>
            <pc:docMk/>
            <pc:sldMk cId="2462189238" sldId="444"/>
            <ac:spMk id="3" creationId="{62EE7F3D-DA8E-84C6-6E9D-AB479A97CEB8}"/>
          </ac:spMkLst>
        </pc:spChg>
      </pc:sldChg>
      <pc:sldChg chg="addSp delSp modSp add mod">
        <pc:chgData name="Pramod Naik" userId="ceb6df04-ef15-4d9b-a141-998a03559d75" providerId="ADAL" clId="{651BAC71-7343-484D-BD8F-9D1BA4F7D925}" dt="2025-07-29T04:22:09.935" v="1451" actId="207"/>
        <pc:sldMkLst>
          <pc:docMk/>
          <pc:sldMk cId="3222895821" sldId="445"/>
        </pc:sldMkLst>
        <pc:spChg chg="add del mod">
          <ac:chgData name="Pramod Naik" userId="ceb6df04-ef15-4d9b-a141-998a03559d75" providerId="ADAL" clId="{651BAC71-7343-484D-BD8F-9D1BA4F7D925}" dt="2025-07-19T11:29:52.659" v="380" actId="403"/>
          <ac:spMkLst>
            <pc:docMk/>
            <pc:sldMk cId="3222895821" sldId="445"/>
            <ac:spMk id="3" creationId="{EF89017B-4AC5-737E-F839-55EF1D61F2D0}"/>
          </ac:spMkLst>
        </pc:spChg>
        <pc:graphicFrameChg chg="add mod modGraphic">
          <ac:chgData name="Pramod Naik" userId="ceb6df04-ef15-4d9b-a141-998a03559d75" providerId="ADAL" clId="{651BAC71-7343-484D-BD8F-9D1BA4F7D925}" dt="2025-07-29T04:22:09.935" v="1451" actId="207"/>
          <ac:graphicFrameMkLst>
            <pc:docMk/>
            <pc:sldMk cId="3222895821" sldId="445"/>
            <ac:graphicFrameMk id="6" creationId="{2047740B-29DB-DF67-9B54-E9F4A3FE8688}"/>
          </ac:graphicFrameMkLst>
        </pc:graphicFrameChg>
      </pc:sldChg>
      <pc:sldChg chg="addSp modSp add mod">
        <pc:chgData name="Pramod Naik" userId="ceb6df04-ef15-4d9b-a141-998a03559d75" providerId="ADAL" clId="{651BAC71-7343-484D-BD8F-9D1BA4F7D925}" dt="2025-07-19T12:02:59.909" v="650" actId="27636"/>
        <pc:sldMkLst>
          <pc:docMk/>
          <pc:sldMk cId="3637214818" sldId="446"/>
        </pc:sldMkLst>
        <pc:spChg chg="mod">
          <ac:chgData name="Pramod Naik" userId="ceb6df04-ef15-4d9b-a141-998a03559d75" providerId="ADAL" clId="{651BAC71-7343-484D-BD8F-9D1BA4F7D925}" dt="2025-07-19T12:02:59.909" v="650" actId="27636"/>
          <ac:spMkLst>
            <pc:docMk/>
            <pc:sldMk cId="3637214818" sldId="446"/>
            <ac:spMk id="3" creationId="{4A02E8BA-C5A0-0346-E60B-07DE8BD8F9A1}"/>
          </ac:spMkLst>
        </pc:spChg>
      </pc:sldChg>
      <pc:sldChg chg="modSp add mod">
        <pc:chgData name="Pramod Naik" userId="ceb6df04-ef15-4d9b-a141-998a03559d75" providerId="ADAL" clId="{651BAC71-7343-484D-BD8F-9D1BA4F7D925}" dt="2025-07-19T11:59:11.496" v="612" actId="27636"/>
        <pc:sldMkLst>
          <pc:docMk/>
          <pc:sldMk cId="3062957756" sldId="447"/>
        </pc:sldMkLst>
        <pc:spChg chg="mod">
          <ac:chgData name="Pramod Naik" userId="ceb6df04-ef15-4d9b-a141-998a03559d75" providerId="ADAL" clId="{651BAC71-7343-484D-BD8F-9D1BA4F7D925}" dt="2025-07-19T11:59:11.496" v="612" actId="27636"/>
          <ac:spMkLst>
            <pc:docMk/>
            <pc:sldMk cId="3062957756" sldId="447"/>
            <ac:spMk id="3" creationId="{B4ABC05C-C472-854F-6386-FA9C45CD01C4}"/>
          </ac:spMkLst>
        </pc:spChg>
      </pc:sldChg>
      <pc:sldChg chg="addSp modSp add mod">
        <pc:chgData name="Pramod Naik" userId="ceb6df04-ef15-4d9b-a141-998a03559d75" providerId="ADAL" clId="{651BAC71-7343-484D-BD8F-9D1BA4F7D925}" dt="2025-07-19T11:49:52.275" v="490" actId="14100"/>
        <pc:sldMkLst>
          <pc:docMk/>
          <pc:sldMk cId="1154351029" sldId="448"/>
        </pc:sldMkLst>
        <pc:spChg chg="mod">
          <ac:chgData name="Pramod Naik" userId="ceb6df04-ef15-4d9b-a141-998a03559d75" providerId="ADAL" clId="{651BAC71-7343-484D-BD8F-9D1BA4F7D925}" dt="2025-07-19T11:49:11.940" v="481" actId="12"/>
          <ac:spMkLst>
            <pc:docMk/>
            <pc:sldMk cId="1154351029" sldId="448"/>
            <ac:spMk id="3" creationId="{A81B1978-EBBC-1B8F-6AFD-7FACC4AEA239}"/>
          </ac:spMkLst>
        </pc:spChg>
        <pc:graphicFrameChg chg="add mod modGraphic">
          <ac:chgData name="Pramod Naik" userId="ceb6df04-ef15-4d9b-a141-998a03559d75" providerId="ADAL" clId="{651BAC71-7343-484D-BD8F-9D1BA4F7D925}" dt="2025-07-19T11:49:52.275" v="490" actId="14100"/>
          <ac:graphicFrameMkLst>
            <pc:docMk/>
            <pc:sldMk cId="1154351029" sldId="448"/>
            <ac:graphicFrameMk id="2" creationId="{423F7319-CC29-E9EB-FB2F-ED164CCABD7D}"/>
          </ac:graphicFrameMkLst>
        </pc:graphicFrameChg>
      </pc:sldChg>
      <pc:sldChg chg="modSp add mod">
        <pc:chgData name="Pramod Naik" userId="ceb6df04-ef15-4d9b-a141-998a03559d75" providerId="ADAL" clId="{651BAC71-7343-484D-BD8F-9D1BA4F7D925}" dt="2025-07-19T11:52:41.787" v="558" actId="403"/>
        <pc:sldMkLst>
          <pc:docMk/>
          <pc:sldMk cId="1358195369" sldId="449"/>
        </pc:sldMkLst>
        <pc:spChg chg="mod">
          <ac:chgData name="Pramod Naik" userId="ceb6df04-ef15-4d9b-a141-998a03559d75" providerId="ADAL" clId="{651BAC71-7343-484D-BD8F-9D1BA4F7D925}" dt="2025-07-19T11:52:41.787" v="558" actId="403"/>
          <ac:spMkLst>
            <pc:docMk/>
            <pc:sldMk cId="1358195369" sldId="449"/>
            <ac:spMk id="3" creationId="{38D06164-AFCF-38B6-3467-97D70DCA9AC9}"/>
          </ac:spMkLst>
        </pc:spChg>
      </pc:sldChg>
      <pc:sldChg chg="delSp modSp new mod">
        <pc:chgData name="Pramod Naik" userId="ceb6df04-ef15-4d9b-a141-998a03559d75" providerId="ADAL" clId="{651BAC71-7343-484D-BD8F-9D1BA4F7D925}" dt="2025-07-19T11:53:27.209" v="580" actId="20577"/>
        <pc:sldMkLst>
          <pc:docMk/>
          <pc:sldMk cId="3866971712" sldId="450"/>
        </pc:sldMkLst>
        <pc:spChg chg="mod">
          <ac:chgData name="Pramod Naik" userId="ceb6df04-ef15-4d9b-a141-998a03559d75" providerId="ADAL" clId="{651BAC71-7343-484D-BD8F-9D1BA4F7D925}" dt="2025-07-19T11:53:27.209" v="580" actId="20577"/>
          <ac:spMkLst>
            <pc:docMk/>
            <pc:sldMk cId="3866971712" sldId="450"/>
            <ac:spMk id="3" creationId="{166A3349-F54F-276E-5E17-8602E845AEF1}"/>
          </ac:spMkLst>
        </pc:spChg>
      </pc:sldChg>
      <pc:sldChg chg="addSp delSp modSp add mod">
        <pc:chgData name="Pramod Naik" userId="ceb6df04-ef15-4d9b-a141-998a03559d75" providerId="ADAL" clId="{651BAC71-7343-484D-BD8F-9D1BA4F7D925}" dt="2025-07-19T11:55:42.212" v="608" actId="5793"/>
        <pc:sldMkLst>
          <pc:docMk/>
          <pc:sldMk cId="3718289603" sldId="451"/>
        </pc:sldMkLst>
        <pc:spChg chg="add del mod">
          <ac:chgData name="Pramod Naik" userId="ceb6df04-ef15-4d9b-a141-998a03559d75" providerId="ADAL" clId="{651BAC71-7343-484D-BD8F-9D1BA4F7D925}" dt="2025-07-19T11:55:42.212" v="608" actId="5793"/>
          <ac:spMkLst>
            <pc:docMk/>
            <pc:sldMk cId="3718289603" sldId="451"/>
            <ac:spMk id="3" creationId="{FD9D3F7B-0C83-2BC0-B313-7CB64827BE0E}"/>
          </ac:spMkLst>
        </pc:spChg>
      </pc:sldChg>
      <pc:sldChg chg="addSp modSp add mod">
        <pc:chgData name="Pramod Naik" userId="ceb6df04-ef15-4d9b-a141-998a03559d75" providerId="ADAL" clId="{651BAC71-7343-484D-BD8F-9D1BA4F7D925}" dt="2025-07-19T12:05:37.827" v="678" actId="6549"/>
        <pc:sldMkLst>
          <pc:docMk/>
          <pc:sldMk cId="2722021082" sldId="452"/>
        </pc:sldMkLst>
        <pc:spChg chg="mod">
          <ac:chgData name="Pramod Naik" userId="ceb6df04-ef15-4d9b-a141-998a03559d75" providerId="ADAL" clId="{651BAC71-7343-484D-BD8F-9D1BA4F7D925}" dt="2025-07-19T12:05:37.827" v="678" actId="6549"/>
          <ac:spMkLst>
            <pc:docMk/>
            <pc:sldMk cId="2722021082" sldId="452"/>
            <ac:spMk id="3" creationId="{3B613BFD-3661-64BE-8467-157553A50E4C}"/>
          </ac:spMkLst>
        </pc:spChg>
      </pc:sldChg>
      <pc:sldChg chg="modSp add mod">
        <pc:chgData name="Pramod Naik" userId="ceb6df04-ef15-4d9b-a141-998a03559d75" providerId="ADAL" clId="{651BAC71-7343-484D-BD8F-9D1BA4F7D925}" dt="2025-07-26T13:48:19.081" v="722" actId="20577"/>
        <pc:sldMkLst>
          <pc:docMk/>
          <pc:sldMk cId="2129997935" sldId="453"/>
        </pc:sldMkLst>
        <pc:spChg chg="mod">
          <ac:chgData name="Pramod Naik" userId="ceb6df04-ef15-4d9b-a141-998a03559d75" providerId="ADAL" clId="{651BAC71-7343-484D-BD8F-9D1BA4F7D925}" dt="2025-07-26T13:48:19.081" v="722" actId="20577"/>
          <ac:spMkLst>
            <pc:docMk/>
            <pc:sldMk cId="2129997935" sldId="453"/>
            <ac:spMk id="3" creationId="{43697421-A3A8-4407-F730-4C66F4982E30}"/>
          </ac:spMkLst>
        </pc:spChg>
      </pc:sldChg>
      <pc:sldChg chg="modSp add mod">
        <pc:chgData name="Pramod Naik" userId="ceb6df04-ef15-4d9b-a141-998a03559d75" providerId="ADAL" clId="{651BAC71-7343-484D-BD8F-9D1BA4F7D925}" dt="2025-07-19T12:06:39.034" v="683" actId="6549"/>
        <pc:sldMkLst>
          <pc:docMk/>
          <pc:sldMk cId="2520928680" sldId="454"/>
        </pc:sldMkLst>
        <pc:spChg chg="mod">
          <ac:chgData name="Pramod Naik" userId="ceb6df04-ef15-4d9b-a141-998a03559d75" providerId="ADAL" clId="{651BAC71-7343-484D-BD8F-9D1BA4F7D925}" dt="2025-07-19T12:06:39.034" v="683" actId="6549"/>
          <ac:spMkLst>
            <pc:docMk/>
            <pc:sldMk cId="2520928680" sldId="454"/>
            <ac:spMk id="3" creationId="{6A645820-AF18-089D-E91C-BBE5342EADFC}"/>
          </ac:spMkLst>
        </pc:spChg>
      </pc:sldChg>
      <pc:sldChg chg="addSp modSp add mod">
        <pc:chgData name="Pramod Naik" userId="ceb6df04-ef15-4d9b-a141-998a03559d75" providerId="ADAL" clId="{651BAC71-7343-484D-BD8F-9D1BA4F7D925}" dt="2025-07-19T12:07:26.836" v="698" actId="403"/>
        <pc:sldMkLst>
          <pc:docMk/>
          <pc:sldMk cId="3536964367" sldId="455"/>
        </pc:sldMkLst>
        <pc:spChg chg="mod">
          <ac:chgData name="Pramod Naik" userId="ceb6df04-ef15-4d9b-a141-998a03559d75" providerId="ADAL" clId="{651BAC71-7343-484D-BD8F-9D1BA4F7D925}" dt="2025-07-19T12:07:14.505" v="691" actId="403"/>
          <ac:spMkLst>
            <pc:docMk/>
            <pc:sldMk cId="3536964367" sldId="455"/>
            <ac:spMk id="3" creationId="{0BE1F914-87FF-5C9B-EB52-C7DD6E42876D}"/>
          </ac:spMkLst>
        </pc:spChg>
        <pc:graphicFrameChg chg="add mod modGraphic">
          <ac:chgData name="Pramod Naik" userId="ceb6df04-ef15-4d9b-a141-998a03559d75" providerId="ADAL" clId="{651BAC71-7343-484D-BD8F-9D1BA4F7D925}" dt="2025-07-19T12:07:26.836" v="698" actId="403"/>
          <ac:graphicFrameMkLst>
            <pc:docMk/>
            <pc:sldMk cId="3536964367" sldId="455"/>
            <ac:graphicFrameMk id="2" creationId="{F71A05C1-A51D-42D5-65DB-CB7504104F35}"/>
          </ac:graphicFrameMkLst>
        </pc:graphicFrameChg>
      </pc:sldChg>
      <pc:sldChg chg="delSp modSp new mod">
        <pc:chgData name="Pramod Naik" userId="ceb6df04-ef15-4d9b-a141-998a03559d75" providerId="ADAL" clId="{651BAC71-7343-484D-BD8F-9D1BA4F7D925}" dt="2025-07-19T12:08:06.907" v="714" actId="403"/>
        <pc:sldMkLst>
          <pc:docMk/>
          <pc:sldMk cId="3379659045" sldId="456"/>
        </pc:sldMkLst>
        <pc:spChg chg="mod">
          <ac:chgData name="Pramod Naik" userId="ceb6df04-ef15-4d9b-a141-998a03559d75" providerId="ADAL" clId="{651BAC71-7343-484D-BD8F-9D1BA4F7D925}" dt="2025-07-19T12:08:06.907" v="714" actId="403"/>
          <ac:spMkLst>
            <pc:docMk/>
            <pc:sldMk cId="3379659045" sldId="456"/>
            <ac:spMk id="3" creationId="{871D2590-4E87-DEAA-3A1E-4128875D8F79}"/>
          </ac:spMkLst>
        </pc:spChg>
      </pc:sldChg>
      <pc:sldChg chg="modSp add mod">
        <pc:chgData name="Pramod Naik" userId="ceb6df04-ef15-4d9b-a141-998a03559d75" providerId="ADAL" clId="{651BAC71-7343-484D-BD8F-9D1BA4F7D925}" dt="2025-07-26T14:05:11.084" v="891" actId="14100"/>
        <pc:sldMkLst>
          <pc:docMk/>
          <pc:sldMk cId="2621460673" sldId="457"/>
        </pc:sldMkLst>
        <pc:spChg chg="mod">
          <ac:chgData name="Pramod Naik" userId="ceb6df04-ef15-4d9b-a141-998a03559d75" providerId="ADAL" clId="{651BAC71-7343-484D-BD8F-9D1BA4F7D925}" dt="2025-07-26T14:05:11.084" v="891" actId="14100"/>
          <ac:spMkLst>
            <pc:docMk/>
            <pc:sldMk cId="2621460673" sldId="457"/>
            <ac:spMk id="3" creationId="{6E30E437-6AA9-0635-D124-62473039BBF5}"/>
          </ac:spMkLst>
        </pc:spChg>
      </pc:sldChg>
      <pc:sldChg chg="modSp add mod">
        <pc:chgData name="Pramod Naik" userId="ceb6df04-ef15-4d9b-a141-998a03559d75" providerId="ADAL" clId="{651BAC71-7343-484D-BD8F-9D1BA4F7D925}" dt="2025-07-26T14:06:18.115" v="904" actId="207"/>
        <pc:sldMkLst>
          <pc:docMk/>
          <pc:sldMk cId="1291788486" sldId="458"/>
        </pc:sldMkLst>
        <pc:spChg chg="mod">
          <ac:chgData name="Pramod Naik" userId="ceb6df04-ef15-4d9b-a141-998a03559d75" providerId="ADAL" clId="{651BAC71-7343-484D-BD8F-9D1BA4F7D925}" dt="2025-07-26T14:06:18.115" v="904" actId="207"/>
          <ac:spMkLst>
            <pc:docMk/>
            <pc:sldMk cId="1291788486" sldId="458"/>
            <ac:spMk id="3" creationId="{40AFCC03-BED4-5A78-A0B3-1D3C6B5BE552}"/>
          </ac:spMkLst>
        </pc:spChg>
      </pc:sldChg>
      <pc:sldChg chg="addSp modSp add mod">
        <pc:chgData name="Pramod Naik" userId="ceb6df04-ef15-4d9b-a141-998a03559d75" providerId="ADAL" clId="{651BAC71-7343-484D-BD8F-9D1BA4F7D925}" dt="2025-07-26T14:24:11.064" v="1146" actId="403"/>
        <pc:sldMkLst>
          <pc:docMk/>
          <pc:sldMk cId="1732385389" sldId="459"/>
        </pc:sldMkLst>
        <pc:spChg chg="mod">
          <ac:chgData name="Pramod Naik" userId="ceb6df04-ef15-4d9b-a141-998a03559d75" providerId="ADAL" clId="{651BAC71-7343-484D-BD8F-9D1BA4F7D925}" dt="2025-07-26T14:23:42.134" v="1138" actId="404"/>
          <ac:spMkLst>
            <pc:docMk/>
            <pc:sldMk cId="1732385389" sldId="459"/>
            <ac:spMk id="3" creationId="{A8FCD941-E122-8226-F9B6-9C8C5555C00E}"/>
          </ac:spMkLst>
        </pc:spChg>
        <pc:graphicFrameChg chg="add mod modGraphic">
          <ac:chgData name="Pramod Naik" userId="ceb6df04-ef15-4d9b-a141-998a03559d75" providerId="ADAL" clId="{651BAC71-7343-484D-BD8F-9D1BA4F7D925}" dt="2025-07-26T14:24:11.064" v="1146" actId="403"/>
          <ac:graphicFrameMkLst>
            <pc:docMk/>
            <pc:sldMk cId="1732385389" sldId="459"/>
            <ac:graphicFrameMk id="6" creationId="{4089D4E2-F00B-99FE-A14E-D6A0BD5572FC}"/>
          </ac:graphicFrameMkLst>
        </pc:graphicFrameChg>
      </pc:sldChg>
      <pc:sldChg chg="addSp modSp add mod">
        <pc:chgData name="Pramod Naik" userId="ceb6df04-ef15-4d9b-a141-998a03559d75" providerId="ADAL" clId="{651BAC71-7343-484D-BD8F-9D1BA4F7D925}" dt="2025-07-26T14:27:14.389" v="1168" actId="207"/>
        <pc:sldMkLst>
          <pc:docMk/>
          <pc:sldMk cId="1052013540" sldId="460"/>
        </pc:sldMkLst>
        <pc:spChg chg="mod">
          <ac:chgData name="Pramod Naik" userId="ceb6df04-ef15-4d9b-a141-998a03559d75" providerId="ADAL" clId="{651BAC71-7343-484D-BD8F-9D1BA4F7D925}" dt="2025-07-26T14:27:14.389" v="1168" actId="207"/>
          <ac:spMkLst>
            <pc:docMk/>
            <pc:sldMk cId="1052013540" sldId="460"/>
            <ac:spMk id="3" creationId="{AB767852-AFE1-D781-CDCE-015EEE2B4730}"/>
          </ac:spMkLst>
        </pc:spChg>
        <pc:picChg chg="add mod">
          <ac:chgData name="Pramod Naik" userId="ceb6df04-ef15-4d9b-a141-998a03559d75" providerId="ADAL" clId="{651BAC71-7343-484D-BD8F-9D1BA4F7D925}" dt="2025-07-26T14:26:54.971" v="1162" actId="1076"/>
          <ac:picMkLst>
            <pc:docMk/>
            <pc:sldMk cId="1052013540" sldId="460"/>
            <ac:picMk id="4" creationId="{E98B3C50-8A96-6F52-75B3-32293E15AD6D}"/>
          </ac:picMkLst>
        </pc:picChg>
      </pc:sldChg>
      <pc:sldChg chg="modSp add mod ord">
        <pc:chgData name="Pramod Naik" userId="ceb6df04-ef15-4d9b-a141-998a03559d75" providerId="ADAL" clId="{651BAC71-7343-484D-BD8F-9D1BA4F7D925}" dt="2025-08-02T04:36:01.131" v="1921" actId="113"/>
        <pc:sldMkLst>
          <pc:docMk/>
          <pc:sldMk cId="980298274" sldId="461"/>
        </pc:sldMkLst>
        <pc:spChg chg="mod">
          <ac:chgData name="Pramod Naik" userId="ceb6df04-ef15-4d9b-a141-998a03559d75" providerId="ADAL" clId="{651BAC71-7343-484D-BD8F-9D1BA4F7D925}" dt="2025-08-02T04:36:01.131" v="1921" actId="113"/>
          <ac:spMkLst>
            <pc:docMk/>
            <pc:sldMk cId="980298274" sldId="461"/>
            <ac:spMk id="3" creationId="{3FCAD18F-B898-57AF-52B9-E71EB84D5327}"/>
          </ac:spMkLst>
        </pc:spChg>
      </pc:sldChg>
      <pc:sldChg chg="addSp modSp add mod">
        <pc:chgData name="Pramod Naik" userId="ceb6df04-ef15-4d9b-a141-998a03559d75" providerId="ADAL" clId="{651BAC71-7343-484D-BD8F-9D1BA4F7D925}" dt="2025-07-26T14:15:15.032" v="1083"/>
        <pc:sldMkLst>
          <pc:docMk/>
          <pc:sldMk cId="3001421746" sldId="462"/>
        </pc:sldMkLst>
        <pc:spChg chg="mod">
          <ac:chgData name="Pramod Naik" userId="ceb6df04-ef15-4d9b-a141-998a03559d75" providerId="ADAL" clId="{651BAC71-7343-484D-BD8F-9D1BA4F7D925}" dt="2025-07-26T14:15:15.032" v="1083"/>
          <ac:spMkLst>
            <pc:docMk/>
            <pc:sldMk cId="3001421746" sldId="462"/>
            <ac:spMk id="3" creationId="{DBA2CE4B-7356-F1BC-8070-BACA11E2AE2E}"/>
          </ac:spMkLst>
        </pc:spChg>
        <pc:graphicFrameChg chg="add mod modGraphic">
          <ac:chgData name="Pramod Naik" userId="ceb6df04-ef15-4d9b-a141-998a03559d75" providerId="ADAL" clId="{651BAC71-7343-484D-BD8F-9D1BA4F7D925}" dt="2025-07-26T14:15:01.047" v="1067" actId="1076"/>
          <ac:graphicFrameMkLst>
            <pc:docMk/>
            <pc:sldMk cId="3001421746" sldId="462"/>
            <ac:graphicFrameMk id="6" creationId="{2B95F75B-2179-4DDB-88FF-8930264731EB}"/>
          </ac:graphicFrameMkLst>
        </pc:graphicFrameChg>
      </pc:sldChg>
      <pc:sldChg chg="addSp delSp modSp add mod setBg">
        <pc:chgData name="Pramod Naik" userId="ceb6df04-ef15-4d9b-a141-998a03559d75" providerId="ADAL" clId="{651BAC71-7343-484D-BD8F-9D1BA4F7D925}" dt="2025-07-26T14:19:25.487" v="1111" actId="27636"/>
        <pc:sldMkLst>
          <pc:docMk/>
          <pc:sldMk cId="1623994993" sldId="463"/>
        </pc:sldMkLst>
        <pc:spChg chg="mod">
          <ac:chgData name="Pramod Naik" userId="ceb6df04-ef15-4d9b-a141-998a03559d75" providerId="ADAL" clId="{651BAC71-7343-484D-BD8F-9D1BA4F7D925}" dt="2025-07-26T14:19:25.487" v="1111" actId="27636"/>
          <ac:spMkLst>
            <pc:docMk/>
            <pc:sldMk cId="1623994993" sldId="463"/>
            <ac:spMk id="3" creationId="{44FCEF53-22ED-BA5D-D809-895FC80982E5}"/>
          </ac:spMkLst>
        </pc:spChg>
        <pc:spChg chg="add">
          <ac:chgData name="Pramod Naik" userId="ceb6df04-ef15-4d9b-a141-998a03559d75" providerId="ADAL" clId="{651BAC71-7343-484D-BD8F-9D1BA4F7D925}" dt="2025-07-26T14:18:18.881" v="1090" actId="26606"/>
          <ac:spMkLst>
            <pc:docMk/>
            <pc:sldMk cId="1623994993" sldId="463"/>
            <ac:spMk id="35" creationId="{4F8E18AC-903E-4B46-8CC0-FE20E612CE37}"/>
          </ac:spMkLst>
        </pc:spChg>
        <pc:spChg chg="add">
          <ac:chgData name="Pramod Naik" userId="ceb6df04-ef15-4d9b-a141-998a03559d75" providerId="ADAL" clId="{651BAC71-7343-484D-BD8F-9D1BA4F7D925}" dt="2025-07-26T14:18:18.881" v="1090" actId="26606"/>
          <ac:spMkLst>
            <pc:docMk/>
            <pc:sldMk cId="1623994993" sldId="463"/>
            <ac:spMk id="36" creationId="{3DEE38FB-0763-470C-8A5E-44456B5130D7}"/>
          </ac:spMkLst>
        </pc:spChg>
        <pc:spChg chg="add">
          <ac:chgData name="Pramod Naik" userId="ceb6df04-ef15-4d9b-a141-998a03559d75" providerId="ADAL" clId="{651BAC71-7343-484D-BD8F-9D1BA4F7D925}" dt="2025-07-26T14:18:18.881" v="1090" actId="26606"/>
          <ac:spMkLst>
            <pc:docMk/>
            <pc:sldMk cId="1623994993" sldId="463"/>
            <ac:spMk id="37" creationId="{F1D6E6C0-11C7-4A38-BD12-80741960B53C}"/>
          </ac:spMkLst>
        </pc:spChg>
        <pc:grpChg chg="add">
          <ac:chgData name="Pramod Naik" userId="ceb6df04-ef15-4d9b-a141-998a03559d75" providerId="ADAL" clId="{651BAC71-7343-484D-BD8F-9D1BA4F7D925}" dt="2025-07-26T14:18:18.881" v="1090" actId="26606"/>
          <ac:grpSpMkLst>
            <pc:docMk/>
            <pc:sldMk cId="1623994993" sldId="463"/>
            <ac:grpSpMk id="38" creationId="{2B16E781-E64A-4007-B0F1-5A50135A4276}"/>
          </ac:grpSpMkLst>
        </pc:grpChg>
        <pc:picChg chg="add mod">
          <ac:chgData name="Pramod Naik" userId="ceb6df04-ef15-4d9b-a141-998a03559d75" providerId="ADAL" clId="{651BAC71-7343-484D-BD8F-9D1BA4F7D925}" dt="2025-07-26T14:18:29.403" v="1092" actId="27614"/>
          <ac:picMkLst>
            <pc:docMk/>
            <pc:sldMk cId="1623994993" sldId="463"/>
            <ac:picMk id="4" creationId="{3F1C134A-14D5-982B-A0A0-8C1549BD8C04}"/>
          </ac:picMkLst>
        </pc:picChg>
      </pc:sldChg>
      <pc:sldChg chg="addSp delSp modSp new mod setBg">
        <pc:chgData name="Pramod Naik" userId="ceb6df04-ef15-4d9b-a141-998a03559d75" providerId="ADAL" clId="{651BAC71-7343-484D-BD8F-9D1BA4F7D925}" dt="2025-07-26T14:00:37.130" v="857" actId="207"/>
        <pc:sldMkLst>
          <pc:docMk/>
          <pc:sldMk cId="965580324" sldId="464"/>
        </pc:sldMkLst>
        <pc:spChg chg="mod">
          <ac:chgData name="Pramod Naik" userId="ceb6df04-ef15-4d9b-a141-998a03559d75" providerId="ADAL" clId="{651BAC71-7343-484D-BD8F-9D1BA4F7D925}" dt="2025-07-26T14:00:37.130" v="857" actId="207"/>
          <ac:spMkLst>
            <pc:docMk/>
            <pc:sldMk cId="965580324" sldId="464"/>
            <ac:spMk id="3" creationId="{2E828F99-300F-2093-4EA7-5435B9E042B0}"/>
          </ac:spMkLst>
        </pc:spChg>
        <pc:picChg chg="add mod">
          <ac:chgData name="Pramod Naik" userId="ceb6df04-ef15-4d9b-a141-998a03559d75" providerId="ADAL" clId="{651BAC71-7343-484D-BD8F-9D1BA4F7D925}" dt="2025-07-26T13:56:38.226" v="802" actId="1076"/>
          <ac:picMkLst>
            <pc:docMk/>
            <pc:sldMk cId="965580324" sldId="464"/>
            <ac:picMk id="1029" creationId="{1453DF99-D4E8-29D6-5DB9-CAFEBC1FAE60}"/>
          </ac:picMkLst>
        </pc:picChg>
      </pc:sldChg>
      <pc:sldChg chg="modSp add mod">
        <pc:chgData name="Pramod Naik" userId="ceb6df04-ef15-4d9b-a141-998a03559d75" providerId="ADAL" clId="{651BAC71-7343-484D-BD8F-9D1BA4F7D925}" dt="2025-07-26T14:10:15.141" v="907" actId="255"/>
        <pc:sldMkLst>
          <pc:docMk/>
          <pc:sldMk cId="2728091263" sldId="465"/>
        </pc:sldMkLst>
        <pc:spChg chg="mod">
          <ac:chgData name="Pramod Naik" userId="ceb6df04-ef15-4d9b-a141-998a03559d75" providerId="ADAL" clId="{651BAC71-7343-484D-BD8F-9D1BA4F7D925}" dt="2025-07-26T14:10:15.141" v="907" actId="255"/>
          <ac:spMkLst>
            <pc:docMk/>
            <pc:sldMk cId="2728091263" sldId="465"/>
            <ac:spMk id="5" creationId="{18861E9A-8B72-7EC4-1875-5051F0DAB5DD}"/>
          </ac:spMkLst>
        </pc:spChg>
      </pc:sldChg>
      <pc:sldChg chg="modSp add mod">
        <pc:chgData name="Pramod Naik" userId="ceb6df04-ef15-4d9b-a141-998a03559d75" providerId="ADAL" clId="{651BAC71-7343-484D-BD8F-9D1BA4F7D925}" dt="2025-07-26T14:11:43.614" v="936" actId="207"/>
        <pc:sldMkLst>
          <pc:docMk/>
          <pc:sldMk cId="4233632200" sldId="466"/>
        </pc:sldMkLst>
        <pc:spChg chg="mod">
          <ac:chgData name="Pramod Naik" userId="ceb6df04-ef15-4d9b-a141-998a03559d75" providerId="ADAL" clId="{651BAC71-7343-484D-BD8F-9D1BA4F7D925}" dt="2025-07-26T14:11:43.614" v="936" actId="207"/>
          <ac:spMkLst>
            <pc:docMk/>
            <pc:sldMk cId="4233632200" sldId="466"/>
            <ac:spMk id="5" creationId="{0E2A9487-177A-95DF-814B-6AF6FA6E2E9C}"/>
          </ac:spMkLst>
        </pc:spChg>
      </pc:sldChg>
      <pc:sldChg chg="delSp modSp new mod">
        <pc:chgData name="Pramod Naik" userId="ceb6df04-ef15-4d9b-a141-998a03559d75" providerId="ADAL" clId="{651BAC71-7343-484D-BD8F-9D1BA4F7D925}" dt="2025-07-26T14:11:08.738" v="927" actId="14"/>
        <pc:sldMkLst>
          <pc:docMk/>
          <pc:sldMk cId="1747655399" sldId="467"/>
        </pc:sldMkLst>
        <pc:spChg chg="mod">
          <ac:chgData name="Pramod Naik" userId="ceb6df04-ef15-4d9b-a141-998a03559d75" providerId="ADAL" clId="{651BAC71-7343-484D-BD8F-9D1BA4F7D925}" dt="2025-07-26T14:11:08.738" v="927" actId="14"/>
          <ac:spMkLst>
            <pc:docMk/>
            <pc:sldMk cId="1747655399" sldId="467"/>
            <ac:spMk id="3" creationId="{4ECD737F-59E1-E3F8-4D59-F1211D48448A}"/>
          </ac:spMkLst>
        </pc:spChg>
      </pc:sldChg>
      <pc:sldChg chg="addSp modSp add mod">
        <pc:chgData name="Pramod Naik" userId="ceb6df04-ef15-4d9b-a141-998a03559d75" providerId="ADAL" clId="{651BAC71-7343-484D-BD8F-9D1BA4F7D925}" dt="2025-07-26T14:44:29.237" v="1321" actId="20577"/>
        <pc:sldMkLst>
          <pc:docMk/>
          <pc:sldMk cId="1048363682" sldId="468"/>
        </pc:sldMkLst>
        <pc:spChg chg="mod">
          <ac:chgData name="Pramod Naik" userId="ceb6df04-ef15-4d9b-a141-998a03559d75" providerId="ADAL" clId="{651BAC71-7343-484D-BD8F-9D1BA4F7D925}" dt="2025-07-26T14:41:26.976" v="1265" actId="113"/>
          <ac:spMkLst>
            <pc:docMk/>
            <pc:sldMk cId="1048363682" sldId="468"/>
            <ac:spMk id="3" creationId="{10B0AE03-F199-2542-1393-93909261C19D}"/>
          </ac:spMkLst>
        </pc:spChg>
        <pc:graphicFrameChg chg="add mod modGraphic">
          <ac:chgData name="Pramod Naik" userId="ceb6df04-ef15-4d9b-a141-998a03559d75" providerId="ADAL" clId="{651BAC71-7343-484D-BD8F-9D1BA4F7D925}" dt="2025-07-26T14:44:29.237" v="1321" actId="20577"/>
          <ac:graphicFrameMkLst>
            <pc:docMk/>
            <pc:sldMk cId="1048363682" sldId="468"/>
            <ac:graphicFrameMk id="2" creationId="{E100C536-AE86-1CB7-4A7B-E9E13D822B82}"/>
          </ac:graphicFrameMkLst>
        </pc:graphicFrameChg>
        <pc:picChg chg="add mod modCrop">
          <ac:chgData name="Pramod Naik" userId="ceb6df04-ef15-4d9b-a141-998a03559d75" providerId="ADAL" clId="{651BAC71-7343-484D-BD8F-9D1BA4F7D925}" dt="2025-07-26T14:44:04.561" v="1319" actId="1035"/>
          <ac:picMkLst>
            <pc:docMk/>
            <pc:sldMk cId="1048363682" sldId="468"/>
            <ac:picMk id="5" creationId="{320E8976-0498-0109-9370-7089CAEA9196}"/>
          </ac:picMkLst>
        </pc:picChg>
        <pc:picChg chg="add mod modCrop">
          <ac:chgData name="Pramod Naik" userId="ceb6df04-ef15-4d9b-a141-998a03559d75" providerId="ADAL" clId="{651BAC71-7343-484D-BD8F-9D1BA4F7D925}" dt="2025-07-26T14:44:04.561" v="1319" actId="1035"/>
          <ac:picMkLst>
            <pc:docMk/>
            <pc:sldMk cId="1048363682" sldId="468"/>
            <ac:picMk id="7" creationId="{9F1F73F3-8F35-F94D-4F14-1CA56DFA6293}"/>
          </ac:picMkLst>
        </pc:picChg>
        <pc:picChg chg="add mod modCrop">
          <ac:chgData name="Pramod Naik" userId="ceb6df04-ef15-4d9b-a141-998a03559d75" providerId="ADAL" clId="{651BAC71-7343-484D-BD8F-9D1BA4F7D925}" dt="2025-07-26T14:44:04.561" v="1319" actId="1035"/>
          <ac:picMkLst>
            <pc:docMk/>
            <pc:sldMk cId="1048363682" sldId="468"/>
            <ac:picMk id="9" creationId="{29B8FB20-D876-EC95-B59A-6B3C3728FB74}"/>
          </ac:picMkLst>
        </pc:picChg>
        <pc:picChg chg="add mod modCrop">
          <ac:chgData name="Pramod Naik" userId="ceb6df04-ef15-4d9b-a141-998a03559d75" providerId="ADAL" clId="{651BAC71-7343-484D-BD8F-9D1BA4F7D925}" dt="2025-07-26T14:44:04.561" v="1319" actId="1035"/>
          <ac:picMkLst>
            <pc:docMk/>
            <pc:sldMk cId="1048363682" sldId="468"/>
            <ac:picMk id="11" creationId="{0648CC9B-A93C-BB47-60D1-1488AE3FF825}"/>
          </ac:picMkLst>
        </pc:picChg>
      </pc:sldChg>
      <pc:sldChg chg="addSp delSp add del setBg delDesignElem">
        <pc:chgData name="Pramod Naik" userId="ceb6df04-ef15-4d9b-a141-998a03559d75" providerId="ADAL" clId="{651BAC71-7343-484D-BD8F-9D1BA4F7D925}" dt="2025-07-26T14:24:29.022" v="1151"/>
        <pc:sldMkLst>
          <pc:docMk/>
          <pc:sldMk cId="1649208557" sldId="468"/>
        </pc:sldMkLst>
      </pc:sldChg>
      <pc:sldChg chg="addSp modSp add mod">
        <pc:chgData name="Pramod Naik" userId="ceb6df04-ef15-4d9b-a141-998a03559d75" providerId="ADAL" clId="{651BAC71-7343-484D-BD8F-9D1BA4F7D925}" dt="2025-07-26T14:54:14.367" v="1360" actId="27636"/>
        <pc:sldMkLst>
          <pc:docMk/>
          <pc:sldMk cId="1583001717" sldId="469"/>
        </pc:sldMkLst>
        <pc:spChg chg="mod">
          <ac:chgData name="Pramod Naik" userId="ceb6df04-ef15-4d9b-a141-998a03559d75" providerId="ADAL" clId="{651BAC71-7343-484D-BD8F-9D1BA4F7D925}" dt="2025-07-26T14:54:14.367" v="1360" actId="27636"/>
          <ac:spMkLst>
            <pc:docMk/>
            <pc:sldMk cId="1583001717" sldId="469"/>
            <ac:spMk id="3" creationId="{5EB4C6E3-FFFA-998A-867F-DF0B091D7117}"/>
          </ac:spMkLst>
        </pc:spChg>
        <pc:picChg chg="add mod">
          <ac:chgData name="Pramod Naik" userId="ceb6df04-ef15-4d9b-a141-998a03559d75" providerId="ADAL" clId="{651BAC71-7343-484D-BD8F-9D1BA4F7D925}" dt="2025-07-26T14:54:13.050" v="1358" actId="14100"/>
          <ac:picMkLst>
            <pc:docMk/>
            <pc:sldMk cId="1583001717" sldId="469"/>
            <ac:picMk id="4" creationId="{6F3703C9-5E43-469F-72C0-5A11102AF6DA}"/>
          </ac:picMkLst>
        </pc:picChg>
      </pc:sldChg>
      <pc:sldChg chg="modSp add mod">
        <pc:chgData name="Pramod Naik" userId="ceb6df04-ef15-4d9b-a141-998a03559d75" providerId="ADAL" clId="{651BAC71-7343-484D-BD8F-9D1BA4F7D925}" dt="2025-07-26T14:54:49.309" v="1369" actId="403"/>
        <pc:sldMkLst>
          <pc:docMk/>
          <pc:sldMk cId="2982039556" sldId="470"/>
        </pc:sldMkLst>
        <pc:spChg chg="mod">
          <ac:chgData name="Pramod Naik" userId="ceb6df04-ef15-4d9b-a141-998a03559d75" providerId="ADAL" clId="{651BAC71-7343-484D-BD8F-9D1BA4F7D925}" dt="2025-07-26T14:54:49.309" v="1369" actId="403"/>
          <ac:spMkLst>
            <pc:docMk/>
            <pc:sldMk cId="2982039556" sldId="470"/>
            <ac:spMk id="3" creationId="{596E22A9-C2FE-A277-AFB4-1346398627AA}"/>
          </ac:spMkLst>
        </pc:spChg>
      </pc:sldChg>
      <pc:sldChg chg="modSp add mod">
        <pc:chgData name="Pramod Naik" userId="ceb6df04-ef15-4d9b-a141-998a03559d75" providerId="ADAL" clId="{651BAC71-7343-484D-BD8F-9D1BA4F7D925}" dt="2025-07-26T14:55:12.433" v="1375" actId="12"/>
        <pc:sldMkLst>
          <pc:docMk/>
          <pc:sldMk cId="3051258636" sldId="471"/>
        </pc:sldMkLst>
        <pc:spChg chg="mod">
          <ac:chgData name="Pramod Naik" userId="ceb6df04-ef15-4d9b-a141-998a03559d75" providerId="ADAL" clId="{651BAC71-7343-484D-BD8F-9D1BA4F7D925}" dt="2025-07-26T14:55:12.433" v="1375" actId="12"/>
          <ac:spMkLst>
            <pc:docMk/>
            <pc:sldMk cId="3051258636" sldId="471"/>
            <ac:spMk id="3" creationId="{C131A145-1D58-98D5-98BC-A4D88F2A9D54}"/>
          </ac:spMkLst>
        </pc:spChg>
      </pc:sldChg>
      <pc:sldChg chg="addSp delSp modSp add mod">
        <pc:chgData name="Pramod Naik" userId="ceb6df04-ef15-4d9b-a141-998a03559d75" providerId="ADAL" clId="{651BAC71-7343-484D-BD8F-9D1BA4F7D925}" dt="2025-07-26T15:02:01.055" v="1447" actId="404"/>
        <pc:sldMkLst>
          <pc:docMk/>
          <pc:sldMk cId="425432386" sldId="472"/>
        </pc:sldMkLst>
        <pc:spChg chg="add del mod">
          <ac:chgData name="Pramod Naik" userId="ceb6df04-ef15-4d9b-a141-998a03559d75" providerId="ADAL" clId="{651BAC71-7343-484D-BD8F-9D1BA4F7D925}" dt="2025-07-26T15:02:01.055" v="1447" actId="404"/>
          <ac:spMkLst>
            <pc:docMk/>
            <pc:sldMk cId="425432386" sldId="472"/>
            <ac:spMk id="3" creationId="{31DF38D9-4E54-8F08-952F-D3D73D9A9C91}"/>
          </ac:spMkLst>
        </pc:spChg>
      </pc:sldChg>
      <pc:sldChg chg="addSp modSp add mod ord">
        <pc:chgData name="Pramod Naik" userId="ceb6df04-ef15-4d9b-a141-998a03559d75" providerId="ADAL" clId="{651BAC71-7343-484D-BD8F-9D1BA4F7D925}" dt="2025-08-02T06:21:16.824" v="1966" actId="14100"/>
        <pc:sldMkLst>
          <pc:docMk/>
          <pc:sldMk cId="4081877237" sldId="473"/>
        </pc:sldMkLst>
        <pc:spChg chg="mod">
          <ac:chgData name="Pramod Naik" userId="ceb6df04-ef15-4d9b-a141-998a03559d75" providerId="ADAL" clId="{651BAC71-7343-484D-BD8F-9D1BA4F7D925}" dt="2025-08-02T06:21:16.824" v="1966" actId="14100"/>
          <ac:spMkLst>
            <pc:docMk/>
            <pc:sldMk cId="4081877237" sldId="473"/>
            <ac:spMk id="3" creationId="{125105E5-803A-3B5A-745E-A94616BA6AFC}"/>
          </ac:spMkLst>
        </pc:spChg>
      </pc:sldChg>
      <pc:sldChg chg="addSp add del mod">
        <pc:chgData name="Pramod Naik" userId="ceb6df04-ef15-4d9b-a141-998a03559d75" providerId="ADAL" clId="{651BAC71-7343-484D-BD8F-9D1BA4F7D925}" dt="2025-08-01T18:38:26.604" v="1476" actId="47"/>
        <pc:sldMkLst>
          <pc:docMk/>
          <pc:sldMk cId="2453457549" sldId="474"/>
        </pc:sldMkLst>
      </pc:sldChg>
      <pc:sldChg chg="addSp add del mod">
        <pc:chgData name="Pramod Naik" userId="ceb6df04-ef15-4d9b-a141-998a03559d75" providerId="ADAL" clId="{651BAC71-7343-484D-BD8F-9D1BA4F7D925}" dt="2025-08-01T18:38:28.450" v="1477" actId="47"/>
        <pc:sldMkLst>
          <pc:docMk/>
          <pc:sldMk cId="1695309701" sldId="475"/>
        </pc:sldMkLst>
      </pc:sldChg>
      <pc:sldChg chg="modSp add mod">
        <pc:chgData name="Pramod Naik" userId="ceb6df04-ef15-4d9b-a141-998a03559d75" providerId="ADAL" clId="{651BAC71-7343-484D-BD8F-9D1BA4F7D925}" dt="2025-08-01T19:00:30.493" v="1536" actId="20577"/>
        <pc:sldMkLst>
          <pc:docMk/>
          <pc:sldMk cId="1755531748" sldId="476"/>
        </pc:sldMkLst>
        <pc:spChg chg="mod">
          <ac:chgData name="Pramod Naik" userId="ceb6df04-ef15-4d9b-a141-998a03559d75" providerId="ADAL" clId="{651BAC71-7343-484D-BD8F-9D1BA4F7D925}" dt="2025-08-01T19:00:30.493" v="1536" actId="20577"/>
          <ac:spMkLst>
            <pc:docMk/>
            <pc:sldMk cId="1755531748" sldId="476"/>
            <ac:spMk id="3" creationId="{4AC14414-F583-CD61-B8DF-86B4EB847812}"/>
          </ac:spMkLst>
        </pc:spChg>
      </pc:sldChg>
      <pc:sldChg chg="addSp delSp modSp add mod ord">
        <pc:chgData name="Pramod Naik" userId="ceb6df04-ef15-4d9b-a141-998a03559d75" providerId="ADAL" clId="{651BAC71-7343-484D-BD8F-9D1BA4F7D925}" dt="2025-08-01T19:02:11.612" v="1572" actId="113"/>
        <pc:sldMkLst>
          <pc:docMk/>
          <pc:sldMk cId="738342721" sldId="477"/>
        </pc:sldMkLst>
        <pc:spChg chg="mod">
          <ac:chgData name="Pramod Naik" userId="ceb6df04-ef15-4d9b-a141-998a03559d75" providerId="ADAL" clId="{651BAC71-7343-484D-BD8F-9D1BA4F7D925}" dt="2025-08-01T19:02:11.612" v="1572" actId="113"/>
          <ac:spMkLst>
            <pc:docMk/>
            <pc:sldMk cId="738342721" sldId="477"/>
            <ac:spMk id="3" creationId="{73897975-1BBD-F063-A985-DAF5DA4365DB}"/>
          </ac:spMkLst>
        </pc:spChg>
      </pc:sldChg>
      <pc:sldChg chg="addSp modSp add mod ord">
        <pc:chgData name="Pramod Naik" userId="ceb6df04-ef15-4d9b-a141-998a03559d75" providerId="ADAL" clId="{651BAC71-7343-484D-BD8F-9D1BA4F7D925}" dt="2025-08-01T19:03:46.872" v="1584"/>
        <pc:sldMkLst>
          <pc:docMk/>
          <pc:sldMk cId="2588920475" sldId="478"/>
        </pc:sldMkLst>
        <pc:spChg chg="mod">
          <ac:chgData name="Pramod Naik" userId="ceb6df04-ef15-4d9b-a141-998a03559d75" providerId="ADAL" clId="{651BAC71-7343-484D-BD8F-9D1BA4F7D925}" dt="2025-08-01T19:03:46.872" v="1584"/>
          <ac:spMkLst>
            <pc:docMk/>
            <pc:sldMk cId="2588920475" sldId="478"/>
            <ac:spMk id="3" creationId="{4492821A-3EA0-7E9F-D288-1F34FCFA68E2}"/>
          </ac:spMkLst>
        </pc:spChg>
        <pc:picChg chg="add mod">
          <ac:chgData name="Pramod Naik" userId="ceb6df04-ef15-4d9b-a141-998a03559d75" providerId="ADAL" clId="{651BAC71-7343-484D-BD8F-9D1BA4F7D925}" dt="2025-08-01T19:03:36.027" v="1579" actId="1076"/>
          <ac:picMkLst>
            <pc:docMk/>
            <pc:sldMk cId="2588920475" sldId="478"/>
            <ac:picMk id="4" creationId="{499ECD61-1DD6-AE82-1CBF-CE87D85EB246}"/>
          </ac:picMkLst>
        </pc:picChg>
      </pc:sldChg>
      <pc:sldChg chg="addSp delSp modSp add mod ord">
        <pc:chgData name="Pramod Naik" userId="ceb6df04-ef15-4d9b-a141-998a03559d75" providerId="ADAL" clId="{651BAC71-7343-484D-BD8F-9D1BA4F7D925}" dt="2025-08-01T19:05:09.489" v="1602" actId="14734"/>
        <pc:sldMkLst>
          <pc:docMk/>
          <pc:sldMk cId="3327637455" sldId="479"/>
        </pc:sldMkLst>
        <pc:spChg chg="add del mod">
          <ac:chgData name="Pramod Naik" userId="ceb6df04-ef15-4d9b-a141-998a03559d75" providerId="ADAL" clId="{651BAC71-7343-484D-BD8F-9D1BA4F7D925}" dt="2025-08-01T19:04:51.097" v="1593" actId="403"/>
          <ac:spMkLst>
            <pc:docMk/>
            <pc:sldMk cId="3327637455" sldId="479"/>
            <ac:spMk id="3" creationId="{1F8F4650-5E0E-7876-F84A-6AA83F880C09}"/>
          </ac:spMkLst>
        </pc:spChg>
        <pc:graphicFrameChg chg="add mod modGraphic">
          <ac:chgData name="Pramod Naik" userId="ceb6df04-ef15-4d9b-a141-998a03559d75" providerId="ADAL" clId="{651BAC71-7343-484D-BD8F-9D1BA4F7D925}" dt="2025-08-01T19:05:09.489" v="1602" actId="14734"/>
          <ac:graphicFrameMkLst>
            <pc:docMk/>
            <pc:sldMk cId="3327637455" sldId="479"/>
            <ac:graphicFrameMk id="5" creationId="{F435F8C8-B583-8D9C-A454-8B5F185D5B61}"/>
          </ac:graphicFrameMkLst>
        </pc:graphicFrameChg>
      </pc:sldChg>
      <pc:sldChg chg="addSp modSp add mod">
        <pc:chgData name="Pramod Naik" userId="ceb6df04-ef15-4d9b-a141-998a03559d75" providerId="ADAL" clId="{651BAC71-7343-484D-BD8F-9D1BA4F7D925}" dt="2025-07-26T14:38:22.218" v="1260" actId="113"/>
        <pc:sldMkLst>
          <pc:docMk/>
          <pc:sldMk cId="1359164303" sldId="480"/>
        </pc:sldMkLst>
        <pc:spChg chg="mod">
          <ac:chgData name="Pramod Naik" userId="ceb6df04-ef15-4d9b-a141-998a03559d75" providerId="ADAL" clId="{651BAC71-7343-484D-BD8F-9D1BA4F7D925}" dt="2025-07-26T14:38:22.218" v="1260" actId="113"/>
          <ac:spMkLst>
            <pc:docMk/>
            <pc:sldMk cId="1359164303" sldId="480"/>
            <ac:spMk id="3" creationId="{12F1A04A-8084-6B1C-255A-BE17B3756367}"/>
          </ac:spMkLst>
        </pc:spChg>
        <pc:picChg chg="add mod">
          <ac:chgData name="Pramod Naik" userId="ceb6df04-ef15-4d9b-a141-998a03559d75" providerId="ADAL" clId="{651BAC71-7343-484D-BD8F-9D1BA4F7D925}" dt="2025-07-26T14:37:47.546" v="1242" actId="1076"/>
          <ac:picMkLst>
            <pc:docMk/>
            <pc:sldMk cId="1359164303" sldId="480"/>
            <ac:picMk id="4" creationId="{5C13363E-90E0-40D4-01FC-10FBC736895C}"/>
          </ac:picMkLst>
        </pc:picChg>
      </pc:sldChg>
      <pc:sldChg chg="addSp modSp add mod">
        <pc:chgData name="Pramod Naik" userId="ceb6df04-ef15-4d9b-a141-998a03559d75" providerId="ADAL" clId="{651BAC71-7343-484D-BD8F-9D1BA4F7D925}" dt="2025-07-26T14:36:52.590" v="1236" actId="113"/>
        <pc:sldMkLst>
          <pc:docMk/>
          <pc:sldMk cId="747504179" sldId="481"/>
        </pc:sldMkLst>
        <pc:spChg chg="mod">
          <ac:chgData name="Pramod Naik" userId="ceb6df04-ef15-4d9b-a141-998a03559d75" providerId="ADAL" clId="{651BAC71-7343-484D-BD8F-9D1BA4F7D925}" dt="2025-07-26T14:36:52.590" v="1236" actId="113"/>
          <ac:spMkLst>
            <pc:docMk/>
            <pc:sldMk cId="747504179" sldId="481"/>
            <ac:spMk id="3" creationId="{2484983F-FBCD-62C3-DF0B-771927DD4A43}"/>
          </ac:spMkLst>
        </pc:spChg>
        <pc:picChg chg="mod">
          <ac:chgData name="Pramod Naik" userId="ceb6df04-ef15-4d9b-a141-998a03559d75" providerId="ADAL" clId="{651BAC71-7343-484D-BD8F-9D1BA4F7D925}" dt="2025-07-26T14:36:09.940" v="1215" actId="1076"/>
          <ac:picMkLst>
            <pc:docMk/>
            <pc:sldMk cId="747504179" sldId="481"/>
            <ac:picMk id="4" creationId="{51598F3D-E792-C2FB-07DD-56386B67FE1C}"/>
          </ac:picMkLst>
        </pc:picChg>
      </pc:sldChg>
      <pc:sldChg chg="addSp modSp add mod">
        <pc:chgData name="Pramod Naik" userId="ceb6df04-ef15-4d9b-a141-998a03559d75" providerId="ADAL" clId="{651BAC71-7343-484D-BD8F-9D1BA4F7D925}" dt="2025-08-01T19:11:24.567" v="1685" actId="207"/>
        <pc:sldMkLst>
          <pc:docMk/>
          <pc:sldMk cId="4115018683" sldId="582"/>
        </pc:sldMkLst>
        <pc:spChg chg="add mod">
          <ac:chgData name="Pramod Naik" userId="ceb6df04-ef15-4d9b-a141-998a03559d75" providerId="ADAL" clId="{651BAC71-7343-484D-BD8F-9D1BA4F7D925}" dt="2025-08-01T19:11:22.726" v="1684" actId="207"/>
          <ac:spMkLst>
            <pc:docMk/>
            <pc:sldMk cId="4115018683" sldId="582"/>
            <ac:spMk id="3" creationId="{31B25432-B42E-E7BC-B703-F92055994958}"/>
          </ac:spMkLst>
        </pc:spChg>
        <pc:spChg chg="add mod">
          <ac:chgData name="Pramod Naik" userId="ceb6df04-ef15-4d9b-a141-998a03559d75" providerId="ADAL" clId="{651BAC71-7343-484D-BD8F-9D1BA4F7D925}" dt="2025-08-01T19:11:24.567" v="1685" actId="207"/>
          <ac:spMkLst>
            <pc:docMk/>
            <pc:sldMk cId="4115018683" sldId="582"/>
            <ac:spMk id="5" creationId="{E18DD145-8005-4D1F-3D54-9EC56DBC4A06}"/>
          </ac:spMkLst>
        </pc:spChg>
      </pc:sldChg>
      <pc:sldChg chg="addSp modSp add mod">
        <pc:chgData name="Pramod Naik" userId="ceb6df04-ef15-4d9b-a141-998a03559d75" providerId="ADAL" clId="{651BAC71-7343-484D-BD8F-9D1BA4F7D925}" dt="2025-08-01T18:46:22.260" v="1519"/>
        <pc:sldMkLst>
          <pc:docMk/>
          <pc:sldMk cId="1452150392" sldId="583"/>
        </pc:sldMkLst>
        <pc:spChg chg="mod">
          <ac:chgData name="Pramod Naik" userId="ceb6df04-ef15-4d9b-a141-998a03559d75" providerId="ADAL" clId="{651BAC71-7343-484D-BD8F-9D1BA4F7D925}" dt="2025-08-01T18:46:22.260" v="1519"/>
          <ac:spMkLst>
            <pc:docMk/>
            <pc:sldMk cId="1452150392" sldId="583"/>
            <ac:spMk id="4" creationId="{495198C9-6B6F-8B81-2D67-C7729E72FF6E}"/>
          </ac:spMkLst>
        </pc:spChg>
        <pc:picChg chg="add mod">
          <ac:chgData name="Pramod Naik" userId="ceb6df04-ef15-4d9b-a141-998a03559d75" providerId="ADAL" clId="{651BAC71-7343-484D-BD8F-9D1BA4F7D925}" dt="2025-08-01T18:45:42.092" v="1517" actId="1076"/>
          <ac:picMkLst>
            <pc:docMk/>
            <pc:sldMk cId="1452150392" sldId="583"/>
            <ac:picMk id="2" creationId="{15BA55CC-437B-A3A8-FE90-23D03B11D1DC}"/>
          </ac:picMkLst>
        </pc:picChg>
      </pc:sldChg>
      <pc:sldChg chg="add del">
        <pc:chgData name="Pramod Naik" userId="ceb6df04-ef15-4d9b-a141-998a03559d75" providerId="ADAL" clId="{651BAC71-7343-484D-BD8F-9D1BA4F7D925}" dt="2025-08-02T17:52:49.575" v="2190" actId="2696"/>
        <pc:sldMkLst>
          <pc:docMk/>
          <pc:sldMk cId="926057502" sldId="593"/>
        </pc:sldMkLst>
      </pc:sldChg>
      <pc:sldChg chg="add">
        <pc:chgData name="Pramod Naik" userId="ceb6df04-ef15-4d9b-a141-998a03559d75" providerId="ADAL" clId="{651BAC71-7343-484D-BD8F-9D1BA4F7D925}" dt="2025-08-02T17:53:02.734" v="2191"/>
        <pc:sldMkLst>
          <pc:docMk/>
          <pc:sldMk cId="1905388139" sldId="593"/>
        </pc:sldMkLst>
      </pc:sldChg>
      <pc:sldChg chg="modSp add mod">
        <pc:chgData name="Pramod Naik" userId="ceb6df04-ef15-4d9b-a141-998a03559d75" providerId="ADAL" clId="{651BAC71-7343-484D-BD8F-9D1BA4F7D925}" dt="2025-08-05T04:19:53.111" v="2205" actId="403"/>
        <pc:sldMkLst>
          <pc:docMk/>
          <pc:sldMk cId="312407068" sldId="594"/>
        </pc:sldMkLst>
        <pc:spChg chg="mod">
          <ac:chgData name="Pramod Naik" userId="ceb6df04-ef15-4d9b-a141-998a03559d75" providerId="ADAL" clId="{651BAC71-7343-484D-BD8F-9D1BA4F7D925}" dt="2025-08-05T04:19:53.111" v="2205" actId="403"/>
          <ac:spMkLst>
            <pc:docMk/>
            <pc:sldMk cId="312407068" sldId="594"/>
            <ac:spMk id="3" creationId="{E611AAA2-5133-AB7A-599B-35EC46DDC8C4}"/>
          </ac:spMkLst>
        </pc:spChg>
      </pc:sldChg>
      <pc:sldChg chg="add del">
        <pc:chgData name="Pramod Naik" userId="ceb6df04-ef15-4d9b-a141-998a03559d75" providerId="ADAL" clId="{651BAC71-7343-484D-BD8F-9D1BA4F7D925}" dt="2025-08-02T17:52:49.575" v="2190" actId="2696"/>
        <pc:sldMkLst>
          <pc:docMk/>
          <pc:sldMk cId="1679715329" sldId="594"/>
        </pc:sldMkLst>
      </pc:sldChg>
      <pc:sldChg chg="add">
        <pc:chgData name="Pramod Naik" userId="ceb6df04-ef15-4d9b-a141-998a03559d75" providerId="ADAL" clId="{651BAC71-7343-484D-BD8F-9D1BA4F7D925}" dt="2025-07-26T14:57:50.436" v="1377"/>
        <pc:sldMkLst>
          <pc:docMk/>
          <pc:sldMk cId="1770753870" sldId="894"/>
        </pc:sldMkLst>
      </pc:sldChg>
      <pc:sldChg chg="add">
        <pc:chgData name="Pramod Naik" userId="ceb6df04-ef15-4d9b-a141-998a03559d75" providerId="ADAL" clId="{651BAC71-7343-484D-BD8F-9D1BA4F7D925}" dt="2025-07-26T15:02:33.571" v="1448"/>
        <pc:sldMkLst>
          <pc:docMk/>
          <pc:sldMk cId="1978932007" sldId="912"/>
        </pc:sldMkLst>
      </pc:sldChg>
      <pc:sldChg chg="add del">
        <pc:chgData name="Pramod Naik" userId="ceb6df04-ef15-4d9b-a141-998a03559d75" providerId="ADAL" clId="{651BAC71-7343-484D-BD8F-9D1BA4F7D925}" dt="2025-08-01T19:05:48.704" v="1604"/>
        <pc:sldMkLst>
          <pc:docMk/>
          <pc:sldMk cId="3197772882" sldId="913"/>
        </pc:sldMkLst>
      </pc:sldChg>
      <pc:sldChg chg="addSp delSp modSp new mod">
        <pc:chgData name="Pramod Naik" userId="ceb6df04-ef15-4d9b-a141-998a03559d75" providerId="ADAL" clId="{651BAC71-7343-484D-BD8F-9D1BA4F7D925}" dt="2025-08-01T19:14:36.036" v="1738" actId="1076"/>
        <pc:sldMkLst>
          <pc:docMk/>
          <pc:sldMk cId="4271306584" sldId="913"/>
        </pc:sldMkLst>
        <pc:spChg chg="mod">
          <ac:chgData name="Pramod Naik" userId="ceb6df04-ef15-4d9b-a141-998a03559d75" providerId="ADAL" clId="{651BAC71-7343-484D-BD8F-9D1BA4F7D925}" dt="2025-08-01T19:14:31.613" v="1737" actId="403"/>
          <ac:spMkLst>
            <pc:docMk/>
            <pc:sldMk cId="4271306584" sldId="913"/>
            <ac:spMk id="3" creationId="{9A15462E-46E9-D2B4-2ED7-2FC504CE798F}"/>
          </ac:spMkLst>
        </pc:spChg>
        <pc:graphicFrameChg chg="add mod modGraphic">
          <ac:chgData name="Pramod Naik" userId="ceb6df04-ef15-4d9b-a141-998a03559d75" providerId="ADAL" clId="{651BAC71-7343-484D-BD8F-9D1BA4F7D925}" dt="2025-08-01T19:14:36.036" v="1738" actId="1076"/>
          <ac:graphicFrameMkLst>
            <pc:docMk/>
            <pc:sldMk cId="4271306584" sldId="913"/>
            <ac:graphicFrameMk id="4" creationId="{5DEB3E9B-424A-10DC-EB5B-8602F28CD8A8}"/>
          </ac:graphicFrameMkLst>
        </pc:graphicFrameChg>
      </pc:sldChg>
      <pc:sldChg chg="modSp add mod">
        <pc:chgData name="Pramod Naik" userId="ceb6df04-ef15-4d9b-a141-998a03559d75" providerId="ADAL" clId="{651BAC71-7343-484D-BD8F-9D1BA4F7D925}" dt="2025-08-01T19:15:08.343" v="1743" actId="207"/>
        <pc:sldMkLst>
          <pc:docMk/>
          <pc:sldMk cId="523843877" sldId="914"/>
        </pc:sldMkLst>
        <pc:spChg chg="mod">
          <ac:chgData name="Pramod Naik" userId="ceb6df04-ef15-4d9b-a141-998a03559d75" providerId="ADAL" clId="{651BAC71-7343-484D-BD8F-9D1BA4F7D925}" dt="2025-08-01T19:15:08.343" v="1743" actId="207"/>
          <ac:spMkLst>
            <pc:docMk/>
            <pc:sldMk cId="523843877" sldId="914"/>
            <ac:spMk id="3" creationId="{FEE745EB-3581-F5A1-DF07-A9237DF7BEE6}"/>
          </ac:spMkLst>
        </pc:spChg>
      </pc:sldChg>
      <pc:sldChg chg="addSp modSp add mod">
        <pc:chgData name="Pramod Naik" userId="ceb6df04-ef15-4d9b-a141-998a03559d75" providerId="ADAL" clId="{651BAC71-7343-484D-BD8F-9D1BA4F7D925}" dt="2025-08-01T19:19:08.281" v="1761" actId="1076"/>
        <pc:sldMkLst>
          <pc:docMk/>
          <pc:sldMk cId="614986995" sldId="915"/>
        </pc:sldMkLst>
        <pc:spChg chg="mod">
          <ac:chgData name="Pramod Naik" userId="ceb6df04-ef15-4d9b-a141-998a03559d75" providerId="ADAL" clId="{651BAC71-7343-484D-BD8F-9D1BA4F7D925}" dt="2025-08-01T19:19:08.281" v="1761" actId="1076"/>
          <ac:spMkLst>
            <pc:docMk/>
            <pc:sldMk cId="614986995" sldId="915"/>
            <ac:spMk id="3" creationId="{36726783-1FAE-4345-45AF-93027EE01B06}"/>
          </ac:spMkLst>
        </pc:spChg>
        <pc:picChg chg="add mod">
          <ac:chgData name="Pramod Naik" userId="ceb6df04-ef15-4d9b-a141-998a03559d75" providerId="ADAL" clId="{651BAC71-7343-484D-BD8F-9D1BA4F7D925}" dt="2025-08-01T19:19:00.750" v="1760" actId="1076"/>
          <ac:picMkLst>
            <pc:docMk/>
            <pc:sldMk cId="614986995" sldId="915"/>
            <ac:picMk id="4" creationId="{3C459CDD-13C9-3DDF-DC4C-A4125A7B4D49}"/>
          </ac:picMkLst>
        </pc:picChg>
      </pc:sldChg>
      <pc:sldChg chg="addSp modSp add mod">
        <pc:chgData name="Pramod Naik" userId="ceb6df04-ef15-4d9b-a141-998a03559d75" providerId="ADAL" clId="{651BAC71-7343-484D-BD8F-9D1BA4F7D925}" dt="2025-08-01T19:20:13.616" v="1766" actId="113"/>
        <pc:sldMkLst>
          <pc:docMk/>
          <pc:sldMk cId="4015808234" sldId="916"/>
        </pc:sldMkLst>
        <pc:spChg chg="mod">
          <ac:chgData name="Pramod Naik" userId="ceb6df04-ef15-4d9b-a141-998a03559d75" providerId="ADAL" clId="{651BAC71-7343-484D-BD8F-9D1BA4F7D925}" dt="2025-08-01T19:20:13.616" v="1766" actId="113"/>
          <ac:spMkLst>
            <pc:docMk/>
            <pc:sldMk cId="4015808234" sldId="916"/>
            <ac:spMk id="3" creationId="{B132ED93-85B8-EC86-43D8-39C311614C96}"/>
          </ac:spMkLst>
        </pc:spChg>
        <pc:picChg chg="add mod">
          <ac:chgData name="Pramod Naik" userId="ceb6df04-ef15-4d9b-a141-998a03559d75" providerId="ADAL" clId="{651BAC71-7343-484D-BD8F-9D1BA4F7D925}" dt="2025-08-01T19:20:12.214" v="1765" actId="1076"/>
          <ac:picMkLst>
            <pc:docMk/>
            <pc:sldMk cId="4015808234" sldId="916"/>
            <ac:picMk id="4" creationId="{94C17D7C-F644-528E-F167-3382FEFA2E80}"/>
          </ac:picMkLst>
        </pc:picChg>
      </pc:sldChg>
      <pc:sldChg chg="addSp modSp add mod ord">
        <pc:chgData name="Pramod Naik" userId="ceb6df04-ef15-4d9b-a141-998a03559d75" providerId="ADAL" clId="{651BAC71-7343-484D-BD8F-9D1BA4F7D925}" dt="2025-08-01T19:21:11.175" v="1774" actId="14100"/>
        <pc:sldMkLst>
          <pc:docMk/>
          <pc:sldMk cId="2065699475" sldId="917"/>
        </pc:sldMkLst>
        <pc:spChg chg="mod">
          <ac:chgData name="Pramod Naik" userId="ceb6df04-ef15-4d9b-a141-998a03559d75" providerId="ADAL" clId="{651BAC71-7343-484D-BD8F-9D1BA4F7D925}" dt="2025-08-01T19:20:36.237" v="1770" actId="113"/>
          <ac:spMkLst>
            <pc:docMk/>
            <pc:sldMk cId="2065699475" sldId="917"/>
            <ac:spMk id="3" creationId="{11EEA996-FB02-CC30-D945-C23FF7317D3E}"/>
          </ac:spMkLst>
        </pc:spChg>
        <pc:picChg chg="add mod">
          <ac:chgData name="Pramod Naik" userId="ceb6df04-ef15-4d9b-a141-998a03559d75" providerId="ADAL" clId="{651BAC71-7343-484D-BD8F-9D1BA4F7D925}" dt="2025-08-01T19:21:11.175" v="1774" actId="14100"/>
          <ac:picMkLst>
            <pc:docMk/>
            <pc:sldMk cId="2065699475" sldId="917"/>
            <ac:picMk id="4" creationId="{686FB017-1DED-E854-59CA-1CDD492B9817}"/>
          </ac:picMkLst>
        </pc:picChg>
      </pc:sldChg>
      <pc:sldChg chg="addSp delSp modSp add mod ord setBg">
        <pc:chgData name="Pramod Naik" userId="ceb6df04-ef15-4d9b-a141-998a03559d75" providerId="ADAL" clId="{651BAC71-7343-484D-BD8F-9D1BA4F7D925}" dt="2025-08-01T19:25:39.005" v="1815" actId="403"/>
        <pc:sldMkLst>
          <pc:docMk/>
          <pc:sldMk cId="1705284052" sldId="918"/>
        </pc:sldMkLst>
        <pc:spChg chg="mod">
          <ac:chgData name="Pramod Naik" userId="ceb6df04-ef15-4d9b-a141-998a03559d75" providerId="ADAL" clId="{651BAC71-7343-484D-BD8F-9D1BA4F7D925}" dt="2025-08-01T19:25:39.005" v="1815" actId="403"/>
          <ac:spMkLst>
            <pc:docMk/>
            <pc:sldMk cId="1705284052" sldId="918"/>
            <ac:spMk id="3" creationId="{8B18970F-3DA7-1CC9-7CA0-1D4B2B303B27}"/>
          </ac:spMkLst>
        </pc:spChg>
        <pc:picChg chg="add mod">
          <ac:chgData name="Pramod Naik" userId="ceb6df04-ef15-4d9b-a141-998a03559d75" providerId="ADAL" clId="{651BAC71-7343-484D-BD8F-9D1BA4F7D925}" dt="2025-08-01T19:24:17.864" v="1783" actId="1076"/>
          <ac:picMkLst>
            <pc:docMk/>
            <pc:sldMk cId="1705284052" sldId="918"/>
            <ac:picMk id="4" creationId="{103C952F-B911-2275-31C3-BEA00AE582E8}"/>
          </ac:picMkLst>
        </pc:picChg>
      </pc:sldChg>
      <pc:sldChg chg="addSp delSp modSp add mod setBg">
        <pc:chgData name="Pramod Naik" userId="ceb6df04-ef15-4d9b-a141-998a03559d75" providerId="ADAL" clId="{651BAC71-7343-484D-BD8F-9D1BA4F7D925}" dt="2025-08-01T19:30:36.395" v="1852" actId="1076"/>
        <pc:sldMkLst>
          <pc:docMk/>
          <pc:sldMk cId="3027574868" sldId="919"/>
        </pc:sldMkLst>
        <pc:spChg chg="mod">
          <ac:chgData name="Pramod Naik" userId="ceb6df04-ef15-4d9b-a141-998a03559d75" providerId="ADAL" clId="{651BAC71-7343-484D-BD8F-9D1BA4F7D925}" dt="2025-08-01T19:30:07.864" v="1848" actId="20577"/>
          <ac:spMkLst>
            <pc:docMk/>
            <pc:sldMk cId="3027574868" sldId="919"/>
            <ac:spMk id="3" creationId="{6169888C-AC51-A56B-1157-9428C5EBE3FD}"/>
          </ac:spMkLst>
        </pc:spChg>
        <pc:picChg chg="add mod">
          <ac:chgData name="Pramod Naik" userId="ceb6df04-ef15-4d9b-a141-998a03559d75" providerId="ADAL" clId="{651BAC71-7343-484D-BD8F-9D1BA4F7D925}" dt="2025-08-01T19:29:40.769" v="1834" actId="1076"/>
          <ac:picMkLst>
            <pc:docMk/>
            <pc:sldMk cId="3027574868" sldId="919"/>
            <ac:picMk id="4" creationId="{3B64DAB2-2AB0-074A-0B1E-4D4CACD90FFF}"/>
          </ac:picMkLst>
        </pc:picChg>
        <pc:picChg chg="add mod">
          <ac:chgData name="Pramod Naik" userId="ceb6df04-ef15-4d9b-a141-998a03559d75" providerId="ADAL" clId="{651BAC71-7343-484D-BD8F-9D1BA4F7D925}" dt="2025-08-01T19:30:36.395" v="1852" actId="1076"/>
          <ac:picMkLst>
            <pc:docMk/>
            <pc:sldMk cId="3027574868" sldId="919"/>
            <ac:picMk id="6" creationId="{DB926319-47D7-3FA7-BB95-35ED64EFFBC6}"/>
          </ac:picMkLst>
        </pc:picChg>
      </pc:sldChg>
      <pc:sldChg chg="addSp modSp add mod ord">
        <pc:chgData name="Pramod Naik" userId="ceb6df04-ef15-4d9b-a141-998a03559d75" providerId="ADAL" clId="{651BAC71-7343-484D-BD8F-9D1BA4F7D925}" dt="2025-08-01T19:31:51.051" v="1873" actId="1076"/>
        <pc:sldMkLst>
          <pc:docMk/>
          <pc:sldMk cId="171347959" sldId="920"/>
        </pc:sldMkLst>
        <pc:spChg chg="mod">
          <ac:chgData name="Pramod Naik" userId="ceb6df04-ef15-4d9b-a141-998a03559d75" providerId="ADAL" clId="{651BAC71-7343-484D-BD8F-9D1BA4F7D925}" dt="2025-08-01T19:31:45.396" v="1872" actId="403"/>
          <ac:spMkLst>
            <pc:docMk/>
            <pc:sldMk cId="171347959" sldId="920"/>
            <ac:spMk id="3" creationId="{5701DD00-AE38-ED98-D830-969A769AF815}"/>
          </ac:spMkLst>
        </pc:spChg>
        <pc:graphicFrameChg chg="add mod modGraphic">
          <ac:chgData name="Pramod Naik" userId="ceb6df04-ef15-4d9b-a141-998a03559d75" providerId="ADAL" clId="{651BAC71-7343-484D-BD8F-9D1BA4F7D925}" dt="2025-08-01T19:31:51.051" v="1873" actId="1076"/>
          <ac:graphicFrameMkLst>
            <pc:docMk/>
            <pc:sldMk cId="171347959" sldId="920"/>
            <ac:graphicFrameMk id="2" creationId="{688914C4-8833-3DEA-23BF-AAB20E3881BF}"/>
          </ac:graphicFrameMkLst>
        </pc:graphicFrameChg>
      </pc:sldChg>
      <pc:sldChg chg="addSp delSp modSp add mod ord">
        <pc:chgData name="Pramod Naik" userId="ceb6df04-ef15-4d9b-a141-998a03559d75" providerId="ADAL" clId="{651BAC71-7343-484D-BD8F-9D1BA4F7D925}" dt="2025-08-02T17:46:31.892" v="2137" actId="14100"/>
        <pc:sldMkLst>
          <pc:docMk/>
          <pc:sldMk cId="3043417450" sldId="921"/>
        </pc:sldMkLst>
        <pc:spChg chg="add del mod">
          <ac:chgData name="Pramod Naik" userId="ceb6df04-ef15-4d9b-a141-998a03559d75" providerId="ADAL" clId="{651BAC71-7343-484D-BD8F-9D1BA4F7D925}" dt="2025-08-02T17:46:31.892" v="2137" actId="14100"/>
          <ac:spMkLst>
            <pc:docMk/>
            <pc:sldMk cId="3043417450" sldId="921"/>
            <ac:spMk id="3" creationId="{A2B5BDBC-71CE-669F-0392-D6C5AC321E9F}"/>
          </ac:spMkLst>
        </pc:spChg>
      </pc:sldChg>
      <pc:sldChg chg="addSp modSp add mod">
        <pc:chgData name="Pramod Naik" userId="ceb6df04-ef15-4d9b-a141-998a03559d75" providerId="ADAL" clId="{651BAC71-7343-484D-BD8F-9D1BA4F7D925}" dt="2025-08-01T19:47:10.274" v="1920" actId="164"/>
        <pc:sldMkLst>
          <pc:docMk/>
          <pc:sldMk cId="981926684" sldId="922"/>
        </pc:sldMkLst>
        <pc:spChg chg="mod">
          <ac:chgData name="Pramod Naik" userId="ceb6df04-ef15-4d9b-a141-998a03559d75" providerId="ADAL" clId="{651BAC71-7343-484D-BD8F-9D1BA4F7D925}" dt="2025-08-01T19:46:47.562" v="1913" actId="14100"/>
          <ac:spMkLst>
            <pc:docMk/>
            <pc:sldMk cId="981926684" sldId="922"/>
            <ac:spMk id="3" creationId="{C2B18FA9-47B9-0269-A72C-8C45AC633C36}"/>
          </ac:spMkLst>
        </pc:spChg>
        <pc:grpChg chg="add mod">
          <ac:chgData name="Pramod Naik" userId="ceb6df04-ef15-4d9b-a141-998a03559d75" providerId="ADAL" clId="{651BAC71-7343-484D-BD8F-9D1BA4F7D925}" dt="2025-08-01T19:47:10.274" v="1920" actId="164"/>
          <ac:grpSpMkLst>
            <pc:docMk/>
            <pc:sldMk cId="981926684" sldId="922"/>
            <ac:grpSpMk id="8" creationId="{CFCB5793-FAD9-C812-5D23-D755DBD5A914}"/>
          </ac:grpSpMkLst>
        </pc:grpChg>
        <pc:picChg chg="add mod">
          <ac:chgData name="Pramod Naik" userId="ceb6df04-ef15-4d9b-a141-998a03559d75" providerId="ADAL" clId="{651BAC71-7343-484D-BD8F-9D1BA4F7D925}" dt="2025-08-01T19:47:10.274" v="1920" actId="164"/>
          <ac:picMkLst>
            <pc:docMk/>
            <pc:sldMk cId="981926684" sldId="922"/>
            <ac:picMk id="5" creationId="{A10942C8-AE48-A0FB-E549-B74CB68AD94E}"/>
          </ac:picMkLst>
        </pc:picChg>
        <pc:picChg chg="add mod">
          <ac:chgData name="Pramod Naik" userId="ceb6df04-ef15-4d9b-a141-998a03559d75" providerId="ADAL" clId="{651BAC71-7343-484D-BD8F-9D1BA4F7D925}" dt="2025-08-01T19:47:10.274" v="1920" actId="164"/>
          <ac:picMkLst>
            <pc:docMk/>
            <pc:sldMk cId="981926684" sldId="922"/>
            <ac:picMk id="7" creationId="{BA00725B-286E-166E-C4ED-D3FD77B56DBB}"/>
          </ac:picMkLst>
        </pc:picChg>
      </pc:sldChg>
      <pc:sldChg chg="modSp add del mod">
        <pc:chgData name="Pramod Naik" userId="ceb6df04-ef15-4d9b-a141-998a03559d75" providerId="ADAL" clId="{651BAC71-7343-484D-BD8F-9D1BA4F7D925}" dt="2025-08-01T19:44:32.987" v="1905" actId="2696"/>
        <pc:sldMkLst>
          <pc:docMk/>
          <pc:sldMk cId="3726074494" sldId="922"/>
        </pc:sldMkLst>
      </pc:sldChg>
      <pc:sldChg chg="modSp add mod ord">
        <pc:chgData name="Pramod Naik" userId="ceb6df04-ef15-4d9b-a141-998a03559d75" providerId="ADAL" clId="{651BAC71-7343-484D-BD8F-9D1BA4F7D925}" dt="2025-08-02T17:24:39.809" v="2023"/>
        <pc:sldMkLst>
          <pc:docMk/>
          <pc:sldMk cId="817254730" sldId="923"/>
        </pc:sldMkLst>
        <pc:spChg chg="mod">
          <ac:chgData name="Pramod Naik" userId="ceb6df04-ef15-4d9b-a141-998a03559d75" providerId="ADAL" clId="{651BAC71-7343-484D-BD8F-9D1BA4F7D925}" dt="2025-08-02T17:24:36.388" v="2021" actId="20577"/>
          <ac:spMkLst>
            <pc:docMk/>
            <pc:sldMk cId="817254730" sldId="923"/>
            <ac:spMk id="3" creationId="{DF2C08E8-599A-77B2-CD19-3887AAB5A3D3}"/>
          </ac:spMkLst>
        </pc:spChg>
      </pc:sldChg>
      <pc:sldChg chg="addSp modSp add mod">
        <pc:chgData name="Pramod Naik" userId="ceb6df04-ef15-4d9b-a141-998a03559d75" providerId="ADAL" clId="{651BAC71-7343-484D-BD8F-9D1BA4F7D925}" dt="2025-08-02T17:31:12.131" v="2063" actId="403"/>
        <pc:sldMkLst>
          <pc:docMk/>
          <pc:sldMk cId="3803609951" sldId="924"/>
        </pc:sldMkLst>
        <pc:spChg chg="mod">
          <ac:chgData name="Pramod Naik" userId="ceb6df04-ef15-4d9b-a141-998a03559d75" providerId="ADAL" clId="{651BAC71-7343-484D-BD8F-9D1BA4F7D925}" dt="2025-08-02T17:31:12.131" v="2063" actId="403"/>
          <ac:spMkLst>
            <pc:docMk/>
            <pc:sldMk cId="3803609951" sldId="924"/>
            <ac:spMk id="3" creationId="{CFB568B0-04EB-9AE9-5A4F-525A087DE156}"/>
          </ac:spMkLst>
        </pc:spChg>
      </pc:sldChg>
      <pc:sldChg chg="addSp modSp add mod">
        <pc:chgData name="Pramod Naik" userId="ceb6df04-ef15-4d9b-a141-998a03559d75" providerId="ADAL" clId="{651BAC71-7343-484D-BD8F-9D1BA4F7D925}" dt="2025-08-02T17:34:18.016" v="2070" actId="1076"/>
        <pc:sldMkLst>
          <pc:docMk/>
          <pc:sldMk cId="1730698976" sldId="925"/>
        </pc:sldMkLst>
        <pc:spChg chg="mod">
          <ac:chgData name="Pramod Naik" userId="ceb6df04-ef15-4d9b-a141-998a03559d75" providerId="ADAL" clId="{651BAC71-7343-484D-BD8F-9D1BA4F7D925}" dt="2025-08-02T17:34:00.802" v="2067" actId="20577"/>
          <ac:spMkLst>
            <pc:docMk/>
            <pc:sldMk cId="1730698976" sldId="925"/>
            <ac:spMk id="3" creationId="{7E7DF167-239B-5BE7-D147-856CAA5A2B07}"/>
          </ac:spMkLst>
        </pc:spChg>
        <pc:picChg chg="add mod">
          <ac:chgData name="Pramod Naik" userId="ceb6df04-ef15-4d9b-a141-998a03559d75" providerId="ADAL" clId="{651BAC71-7343-484D-BD8F-9D1BA4F7D925}" dt="2025-08-02T17:34:18.016" v="2070" actId="1076"/>
          <ac:picMkLst>
            <pc:docMk/>
            <pc:sldMk cId="1730698976" sldId="925"/>
            <ac:picMk id="4" creationId="{DC1FCBEB-C910-12C6-66A5-F37B5D2910A3}"/>
          </ac:picMkLst>
        </pc:picChg>
      </pc:sldChg>
      <pc:sldChg chg="addSp delSp modSp add mod">
        <pc:chgData name="Pramod Naik" userId="ceb6df04-ef15-4d9b-a141-998a03559d75" providerId="ADAL" clId="{651BAC71-7343-484D-BD8F-9D1BA4F7D925}" dt="2025-08-02T17:42:09.282" v="2090" actId="5793"/>
        <pc:sldMkLst>
          <pc:docMk/>
          <pc:sldMk cId="371604518" sldId="926"/>
        </pc:sldMkLst>
        <pc:spChg chg="add del mod">
          <ac:chgData name="Pramod Naik" userId="ceb6df04-ef15-4d9b-a141-998a03559d75" providerId="ADAL" clId="{651BAC71-7343-484D-BD8F-9D1BA4F7D925}" dt="2025-08-02T17:42:09.282" v="2090" actId="5793"/>
          <ac:spMkLst>
            <pc:docMk/>
            <pc:sldMk cId="371604518" sldId="926"/>
            <ac:spMk id="3" creationId="{C3011717-5A7E-C8A9-2AF4-18CE1E038CA3}"/>
          </ac:spMkLst>
        </pc:spChg>
      </pc:sldChg>
      <pc:sldChg chg="modSp add mod ord">
        <pc:chgData name="Pramod Naik" userId="ceb6df04-ef15-4d9b-a141-998a03559d75" providerId="ADAL" clId="{651BAC71-7343-484D-BD8F-9D1BA4F7D925}" dt="2025-08-02T17:42:45.329" v="2104" actId="20577"/>
        <pc:sldMkLst>
          <pc:docMk/>
          <pc:sldMk cId="727797019" sldId="927"/>
        </pc:sldMkLst>
        <pc:spChg chg="mod">
          <ac:chgData name="Pramod Naik" userId="ceb6df04-ef15-4d9b-a141-998a03559d75" providerId="ADAL" clId="{651BAC71-7343-484D-BD8F-9D1BA4F7D925}" dt="2025-08-02T17:42:45.329" v="2104" actId="20577"/>
          <ac:spMkLst>
            <pc:docMk/>
            <pc:sldMk cId="727797019" sldId="927"/>
            <ac:spMk id="3" creationId="{6BE96954-24C0-14D5-3DC7-541893F7458C}"/>
          </ac:spMkLst>
        </pc:spChg>
      </pc:sldChg>
      <pc:sldChg chg="add">
        <pc:chgData name="Pramod Naik" userId="ceb6df04-ef15-4d9b-a141-998a03559d75" providerId="ADAL" clId="{651BAC71-7343-484D-BD8F-9D1BA4F7D925}" dt="2025-08-01T19:25:44.247" v="1825"/>
        <pc:sldMkLst>
          <pc:docMk/>
          <pc:sldMk cId="1429089744" sldId="928"/>
        </pc:sldMkLst>
      </pc:sldChg>
      <pc:sldChg chg="add">
        <pc:chgData name="Pramod Naik" userId="ceb6df04-ef15-4d9b-a141-998a03559d75" providerId="ADAL" clId="{651BAC71-7343-484D-BD8F-9D1BA4F7D925}" dt="2025-08-02T06:20:42.517" v="1947"/>
        <pc:sldMkLst>
          <pc:docMk/>
          <pc:sldMk cId="594504810" sldId="929"/>
        </pc:sldMkLst>
      </pc:sldChg>
      <pc:sldChg chg="addSp delSp modSp add mod">
        <pc:chgData name="Pramod Naik" userId="ceb6df04-ef15-4d9b-a141-998a03559d75" providerId="ADAL" clId="{651BAC71-7343-484D-BD8F-9D1BA4F7D925}" dt="2025-08-02T17:44:11.011" v="2115" actId="14100"/>
        <pc:sldMkLst>
          <pc:docMk/>
          <pc:sldMk cId="1182689897" sldId="930"/>
        </pc:sldMkLst>
        <pc:spChg chg="add del mod">
          <ac:chgData name="Pramod Naik" userId="ceb6df04-ef15-4d9b-a141-998a03559d75" providerId="ADAL" clId="{651BAC71-7343-484D-BD8F-9D1BA4F7D925}" dt="2025-08-02T17:44:11.011" v="2115" actId="14100"/>
          <ac:spMkLst>
            <pc:docMk/>
            <pc:sldMk cId="1182689897" sldId="930"/>
            <ac:spMk id="3" creationId="{F7EB70AF-9870-5C53-60AA-139B4BC2B1CF}"/>
          </ac:spMkLst>
        </pc:spChg>
      </pc:sldChg>
      <pc:sldChg chg="addSp modSp add mod">
        <pc:chgData name="Pramod Naik" userId="ceb6df04-ef15-4d9b-a141-998a03559d75" providerId="ADAL" clId="{651BAC71-7343-484D-BD8F-9D1BA4F7D925}" dt="2025-08-02T17:45:10.140" v="2128" actId="14734"/>
        <pc:sldMkLst>
          <pc:docMk/>
          <pc:sldMk cId="1180542444" sldId="931"/>
        </pc:sldMkLst>
        <pc:spChg chg="mod">
          <ac:chgData name="Pramod Naik" userId="ceb6df04-ef15-4d9b-a141-998a03559d75" providerId="ADAL" clId="{651BAC71-7343-484D-BD8F-9D1BA4F7D925}" dt="2025-08-02T17:44:50.503" v="2120" actId="403"/>
          <ac:spMkLst>
            <pc:docMk/>
            <pc:sldMk cId="1180542444" sldId="931"/>
            <ac:spMk id="3" creationId="{81F18575-B2FA-A7AF-EB97-4DF513307B63}"/>
          </ac:spMkLst>
        </pc:spChg>
        <pc:graphicFrameChg chg="add mod modGraphic">
          <ac:chgData name="Pramod Naik" userId="ceb6df04-ef15-4d9b-a141-998a03559d75" providerId="ADAL" clId="{651BAC71-7343-484D-BD8F-9D1BA4F7D925}" dt="2025-08-02T17:45:10.140" v="2128" actId="14734"/>
          <ac:graphicFrameMkLst>
            <pc:docMk/>
            <pc:sldMk cId="1180542444" sldId="931"/>
            <ac:graphicFrameMk id="2" creationId="{4B999EEB-4E80-14C9-36DD-6AFCB1347882}"/>
          </ac:graphicFrameMkLst>
        </pc:graphicFrameChg>
      </pc:sldChg>
      <pc:sldChg chg="addSp delSp modSp add mod">
        <pc:chgData name="Pramod Naik" userId="ceb6df04-ef15-4d9b-a141-998a03559d75" providerId="ADAL" clId="{651BAC71-7343-484D-BD8F-9D1BA4F7D925}" dt="2025-08-02T17:54:26.084" v="2198" actId="27636"/>
        <pc:sldMkLst>
          <pc:docMk/>
          <pc:sldMk cId="268459834" sldId="932"/>
        </pc:sldMkLst>
        <pc:spChg chg="add del mod">
          <ac:chgData name="Pramod Naik" userId="ceb6df04-ef15-4d9b-a141-998a03559d75" providerId="ADAL" clId="{651BAC71-7343-484D-BD8F-9D1BA4F7D925}" dt="2025-08-02T17:54:26.084" v="2198" actId="27636"/>
          <ac:spMkLst>
            <pc:docMk/>
            <pc:sldMk cId="268459834" sldId="932"/>
            <ac:spMk id="3" creationId="{E1BF9C27-0E4B-760B-80E7-2BC770750734}"/>
          </ac:spMkLst>
        </pc:spChg>
      </pc:sldChg>
      <pc:sldChg chg="addSp modSp add mod">
        <pc:chgData name="Pramod Naik" userId="ceb6df04-ef15-4d9b-a141-998a03559d75" providerId="ADAL" clId="{651BAC71-7343-484D-BD8F-9D1BA4F7D925}" dt="2025-08-02T17:51:37.960" v="2171" actId="403"/>
        <pc:sldMkLst>
          <pc:docMk/>
          <pc:sldMk cId="4154944966" sldId="933"/>
        </pc:sldMkLst>
        <pc:spChg chg="mod">
          <ac:chgData name="Pramod Naik" userId="ceb6df04-ef15-4d9b-a141-998a03559d75" providerId="ADAL" clId="{651BAC71-7343-484D-BD8F-9D1BA4F7D925}" dt="2025-08-02T17:51:37.960" v="2171" actId="403"/>
          <ac:spMkLst>
            <pc:docMk/>
            <pc:sldMk cId="4154944966" sldId="933"/>
            <ac:spMk id="3" creationId="{30024AB5-300F-A50B-74E4-15D2D67FF9F5}"/>
          </ac:spMkLst>
        </pc:spChg>
        <pc:graphicFrameChg chg="add mod modGraphic">
          <ac:chgData name="Pramod Naik" userId="ceb6df04-ef15-4d9b-a141-998a03559d75" providerId="ADAL" clId="{651BAC71-7343-484D-BD8F-9D1BA4F7D925}" dt="2025-08-02T17:49:48.423" v="2170" actId="14734"/>
          <ac:graphicFrameMkLst>
            <pc:docMk/>
            <pc:sldMk cId="4154944966" sldId="933"/>
            <ac:graphicFrameMk id="2" creationId="{18BF573A-301D-9FAF-FEA8-CB150E64CB05}"/>
          </ac:graphicFrameMkLst>
        </pc:graphicFrameChg>
      </pc:sldChg>
      <pc:sldChg chg="modSp add mod">
        <pc:chgData name="Pramod Naik" userId="ceb6df04-ef15-4d9b-a141-998a03559d75" providerId="ADAL" clId="{651BAC71-7343-484D-BD8F-9D1BA4F7D925}" dt="2025-08-02T17:52:41.342" v="2186" actId="207"/>
        <pc:sldMkLst>
          <pc:docMk/>
          <pc:sldMk cId="3175839415" sldId="934"/>
        </pc:sldMkLst>
        <pc:spChg chg="mod">
          <ac:chgData name="Pramod Naik" userId="ceb6df04-ef15-4d9b-a141-998a03559d75" providerId="ADAL" clId="{651BAC71-7343-484D-BD8F-9D1BA4F7D925}" dt="2025-08-02T17:52:41.342" v="2186" actId="207"/>
          <ac:spMkLst>
            <pc:docMk/>
            <pc:sldMk cId="3175839415" sldId="934"/>
            <ac:spMk id="3" creationId="{2E856828-5EBA-6582-853F-094D63D9CF5C}"/>
          </ac:spMkLst>
        </pc:spChg>
      </pc:sldChg>
      <pc:sldChg chg="add del">
        <pc:chgData name="Pramod Naik" userId="ceb6df04-ef15-4d9b-a141-998a03559d75" providerId="ADAL" clId="{651BAC71-7343-484D-BD8F-9D1BA4F7D925}" dt="2025-08-02T17:55:06.614" v="2202" actId="47"/>
        <pc:sldMkLst>
          <pc:docMk/>
          <pc:sldMk cId="2878153878" sldId="935"/>
        </pc:sldMkLst>
      </pc:sldChg>
      <pc:sldChg chg="add del">
        <pc:chgData name="Pramod Naik" userId="ceb6df04-ef15-4d9b-a141-998a03559d75" providerId="ADAL" clId="{651BAC71-7343-484D-BD8F-9D1BA4F7D925}" dt="2025-08-02T17:55:05.439" v="2201" actId="47"/>
        <pc:sldMkLst>
          <pc:docMk/>
          <pc:sldMk cId="2563565179" sldId="936"/>
        </pc:sldMkLst>
      </pc:sldChg>
      <pc:sldChg chg="add del">
        <pc:chgData name="Pramod Naik" userId="ceb6df04-ef15-4d9b-a141-998a03559d75" providerId="ADAL" clId="{651BAC71-7343-484D-BD8F-9D1BA4F7D925}" dt="2025-08-02T17:55:05.021" v="2200" actId="47"/>
        <pc:sldMkLst>
          <pc:docMk/>
          <pc:sldMk cId="1217754854" sldId="93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532AF1-4615-4667-912A-829B12F8C4D2}" type="datetimeFigureOut">
              <a:rPr lang="en-IN" smtClean="0"/>
              <a:t>05-08-2025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8A8E6-D4B7-4286-B37C-5D755B8E2CFC}" type="slidenum">
              <a:rPr lang="en-IN" smtClean="0"/>
              <a:t>‹#›</a:t>
            </a:fld>
            <a:endParaRPr lang="en-IN"/>
          </a:p>
        </p:txBody>
      </p:sp>
    </p:spTree>
    <p:extLst>
      <p:ext uri="{BB962C8B-B14F-4D97-AF65-F5344CB8AC3E}">
        <p14:creationId xmlns:p14="http://schemas.microsoft.com/office/powerpoint/2010/main" val="1696485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058BF-C5E1-4B52-BD8A-FD1AD5779347}"/>
              </a:ext>
            </a:extLst>
          </p:cNvPr>
          <p:cNvSpPr>
            <a:spLocks noGrp="1"/>
          </p:cNvSpPr>
          <p:nvPr>
            <p:ph type="ctrTitle"/>
          </p:nvPr>
        </p:nvSpPr>
        <p:spPr>
          <a:xfrm>
            <a:off x="1524000" y="1122363"/>
            <a:ext cx="9144000" cy="2387600"/>
          </a:xfrm>
        </p:spPr>
        <p:txBody>
          <a:bodyPr anchor="b"/>
          <a:lstStyle>
            <a:lvl1pPr algn="ctr">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FCD51F7-3CC3-4BB7-8291-B1789482E86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FD320447-D6C7-43E1-AE88-1FB66CC9C55E}"/>
              </a:ext>
            </a:extLst>
          </p:cNvPr>
          <p:cNvSpPr>
            <a:spLocks noGrp="1"/>
          </p:cNvSpPr>
          <p:nvPr>
            <p:ph type="dt" sz="half" idx="10"/>
          </p:nvPr>
        </p:nvSpPr>
        <p:spPr/>
        <p:txBody>
          <a:bodyPr/>
          <a:lstStyle/>
          <a:p>
            <a:fld id="{C43A76A3-ADC8-4477-8FC1-B9DD55D84908}" type="datetime1">
              <a:rPr lang="en-US" smtClean="0"/>
              <a:t>8/5/2025</a:t>
            </a:fld>
            <a:endParaRPr lang="en-US" dirty="0"/>
          </a:p>
        </p:txBody>
      </p:sp>
      <p:sp>
        <p:nvSpPr>
          <p:cNvPr id="5" name="Footer Placeholder 4">
            <a:extLst>
              <a:ext uri="{FF2B5EF4-FFF2-40B4-BE49-F238E27FC236}">
                <a16:creationId xmlns:a16="http://schemas.microsoft.com/office/drawing/2014/main" id="{6F5E17B6-E7FC-473A-8D5F-0E6B838EA7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4AF4E0-FDDB-42B9-862C-7BBC501CDAC5}"/>
              </a:ext>
            </a:extLst>
          </p:cNvPr>
          <p:cNvSpPr>
            <a:spLocks noGrp="1"/>
          </p:cNvSpPr>
          <p:nvPr>
            <p:ph type="sldNum" sz="quarter" idx="12"/>
          </p:nvPr>
        </p:nvSpPr>
        <p:spPr/>
        <p:txBody>
          <a:bodyPr/>
          <a:lstStyle/>
          <a:p>
            <a:fld id="{35747434-7036-48DB-A148-6B3D8EE75CDA}" type="slidenum">
              <a:rPr lang="en-US" smtClean="0"/>
              <a:t>‹#›</a:t>
            </a:fld>
            <a:endParaRPr lang="en-US" dirty="0"/>
          </a:p>
        </p:txBody>
      </p:sp>
    </p:spTree>
    <p:extLst>
      <p:ext uri="{BB962C8B-B14F-4D97-AF65-F5344CB8AC3E}">
        <p14:creationId xmlns:p14="http://schemas.microsoft.com/office/powerpoint/2010/main" val="42355230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1736C8-0B4F-4655-A630-0B1D2540B7D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78B888-85E0-4D92-903E-C3FE7E870DE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C648916-250B-4232-BD7D-571FDE79F5E7}"/>
              </a:ext>
            </a:extLst>
          </p:cNvPr>
          <p:cNvSpPr>
            <a:spLocks noGrp="1"/>
          </p:cNvSpPr>
          <p:nvPr>
            <p:ph type="dt" sz="half" idx="10"/>
          </p:nvPr>
        </p:nvSpPr>
        <p:spPr/>
        <p:txBody>
          <a:bodyPr/>
          <a:lstStyle/>
          <a:p>
            <a:fld id="{DE7F49BE-398D-479A-8A7E-5DDBCA61EDCB}" type="datetime1">
              <a:rPr lang="en-US" smtClean="0"/>
              <a:t>8/5/2025</a:t>
            </a:fld>
            <a:endParaRPr lang="en-US" dirty="0"/>
          </a:p>
        </p:txBody>
      </p:sp>
      <p:sp>
        <p:nvSpPr>
          <p:cNvPr id="5" name="Footer Placeholder 4">
            <a:extLst>
              <a:ext uri="{FF2B5EF4-FFF2-40B4-BE49-F238E27FC236}">
                <a16:creationId xmlns:a16="http://schemas.microsoft.com/office/drawing/2014/main" id="{B6A8BFB4-647C-4104-B6D4-3346051C3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E0FA73F-2BE8-4370-AE90-58F4CE51FC5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0120270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B1446D-9FAC-4157-A41A-51675C8BE929}"/>
              </a:ext>
            </a:extLst>
          </p:cNvPr>
          <p:cNvSpPr>
            <a:spLocks noGrp="1"/>
          </p:cNvSpPr>
          <p:nvPr>
            <p:ph type="title"/>
          </p:nvPr>
        </p:nvSpPr>
        <p:spPr>
          <a:xfrm>
            <a:off x="777240" y="1709738"/>
            <a:ext cx="10570210" cy="2758895"/>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2AF8D4A-8F93-4399-9546-64F286400D24}"/>
              </a:ext>
            </a:extLst>
          </p:cNvPr>
          <p:cNvSpPr>
            <a:spLocks noGrp="1"/>
          </p:cNvSpPr>
          <p:nvPr>
            <p:ph type="body" idx="1"/>
          </p:nvPr>
        </p:nvSpPr>
        <p:spPr>
          <a:xfrm>
            <a:off x="777240" y="4589463"/>
            <a:ext cx="1057021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19C2FD4-BF96-470C-8247-20DFAE1CF870}"/>
              </a:ext>
            </a:extLst>
          </p:cNvPr>
          <p:cNvSpPr>
            <a:spLocks noGrp="1"/>
          </p:cNvSpPr>
          <p:nvPr>
            <p:ph type="dt" sz="half" idx="10"/>
          </p:nvPr>
        </p:nvSpPr>
        <p:spPr/>
        <p:txBody>
          <a:bodyPr/>
          <a:lstStyle/>
          <a:p>
            <a:fld id="{CCD0C193-4974-4A1F-9C63-07D595E30D66}" type="datetime1">
              <a:rPr lang="en-US" smtClean="0"/>
              <a:t>8/5/2025</a:t>
            </a:fld>
            <a:endParaRPr lang="en-US"/>
          </a:p>
        </p:txBody>
      </p:sp>
      <p:sp>
        <p:nvSpPr>
          <p:cNvPr id="5" name="Footer Placeholder 4">
            <a:extLst>
              <a:ext uri="{FF2B5EF4-FFF2-40B4-BE49-F238E27FC236}">
                <a16:creationId xmlns:a16="http://schemas.microsoft.com/office/drawing/2014/main" id="{27175A2D-86C4-4467-BAB8-E9ED004D2C8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442A4D-D9B2-4C82-95E4-B86F9F5F380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1210474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E6B3AA-8C30-429E-B934-AF12204387B9}"/>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915834E-691F-4728-88F5-A0C4696695EB}"/>
              </a:ext>
            </a:extLst>
          </p:cNvPr>
          <p:cNvSpPr>
            <a:spLocks noGrp="1"/>
          </p:cNvSpPr>
          <p:nvPr>
            <p:ph sz="half" idx="1"/>
          </p:nvPr>
        </p:nvSpPr>
        <p:spPr>
          <a:xfrm>
            <a:off x="777240" y="1825625"/>
            <a:ext cx="524256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3876374-880F-4E25-9F88-79E3C1AB1F9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119BD69-B509-4FCE-95A8-ED03FFC8CC3C}"/>
              </a:ext>
            </a:extLst>
          </p:cNvPr>
          <p:cNvSpPr>
            <a:spLocks noGrp="1"/>
          </p:cNvSpPr>
          <p:nvPr>
            <p:ph type="dt" sz="half" idx="10"/>
          </p:nvPr>
        </p:nvSpPr>
        <p:spPr/>
        <p:txBody>
          <a:bodyPr/>
          <a:lstStyle/>
          <a:p>
            <a:fld id="{701AA87F-28D4-4BF0-B81F-877A89DFD5AC}" type="datetime1">
              <a:rPr lang="en-US" smtClean="0"/>
              <a:t>8/5/2025</a:t>
            </a:fld>
            <a:endParaRPr lang="en-US"/>
          </a:p>
        </p:txBody>
      </p:sp>
      <p:sp>
        <p:nvSpPr>
          <p:cNvPr id="6" name="Footer Placeholder 5">
            <a:extLst>
              <a:ext uri="{FF2B5EF4-FFF2-40B4-BE49-F238E27FC236}">
                <a16:creationId xmlns:a16="http://schemas.microsoft.com/office/drawing/2014/main" id="{DB7C287B-AE5B-490B-BF81-A50D7A2E872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43C2246-303C-4A29-B6EA-E62CEDE6C2A1}"/>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410602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2FE79-D5BE-43E8-B6C5-2675B7F4D818}"/>
              </a:ext>
            </a:extLst>
          </p:cNvPr>
          <p:cNvSpPr>
            <a:spLocks noGrp="1"/>
          </p:cNvSpPr>
          <p:nvPr>
            <p:ph type="title"/>
          </p:nvPr>
        </p:nvSpPr>
        <p:spPr>
          <a:xfrm>
            <a:off x="777240" y="365125"/>
            <a:ext cx="10578148"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69D3A07-BA51-4113-902E-830A887D2394}"/>
              </a:ext>
            </a:extLst>
          </p:cNvPr>
          <p:cNvSpPr>
            <a:spLocks noGrp="1"/>
          </p:cNvSpPr>
          <p:nvPr>
            <p:ph type="body" idx="1"/>
          </p:nvPr>
        </p:nvSpPr>
        <p:spPr>
          <a:xfrm>
            <a:off x="777240" y="1801812"/>
            <a:ext cx="5220335"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8E320A9-E274-4E1B-B02D-9A3F510A1F22}"/>
              </a:ext>
            </a:extLst>
          </p:cNvPr>
          <p:cNvSpPr>
            <a:spLocks noGrp="1"/>
          </p:cNvSpPr>
          <p:nvPr>
            <p:ph sz="half" idx="2"/>
          </p:nvPr>
        </p:nvSpPr>
        <p:spPr>
          <a:xfrm>
            <a:off x="777240" y="2825749"/>
            <a:ext cx="5220335"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DBE80D3A-C2A8-4B78-B7E2-4908C74B1C43}"/>
              </a:ext>
            </a:extLst>
          </p:cNvPr>
          <p:cNvSpPr>
            <a:spLocks noGrp="1"/>
          </p:cNvSpPr>
          <p:nvPr>
            <p:ph type="body" sz="quarter" idx="3"/>
          </p:nvPr>
        </p:nvSpPr>
        <p:spPr>
          <a:xfrm>
            <a:off x="6172200" y="1801812"/>
            <a:ext cx="5183188" cy="935037"/>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C5D84DD-9460-4B08-86AD-27486A940047}"/>
              </a:ext>
            </a:extLst>
          </p:cNvPr>
          <p:cNvSpPr>
            <a:spLocks noGrp="1"/>
          </p:cNvSpPr>
          <p:nvPr>
            <p:ph sz="quarter" idx="4"/>
          </p:nvPr>
        </p:nvSpPr>
        <p:spPr>
          <a:xfrm>
            <a:off x="6172200" y="2825749"/>
            <a:ext cx="5183188" cy="33639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4B0B7F8-282C-4210-AE7D-F35228BAC803}"/>
              </a:ext>
            </a:extLst>
          </p:cNvPr>
          <p:cNvSpPr>
            <a:spLocks noGrp="1"/>
          </p:cNvSpPr>
          <p:nvPr>
            <p:ph type="dt" sz="half" idx="10"/>
          </p:nvPr>
        </p:nvSpPr>
        <p:spPr/>
        <p:txBody>
          <a:bodyPr/>
          <a:lstStyle/>
          <a:p>
            <a:fld id="{A8A9F1F3-208B-49A3-B337-9C8ACEB3E0E1}" type="datetime1">
              <a:rPr lang="en-US" smtClean="0"/>
              <a:t>8/5/2025</a:t>
            </a:fld>
            <a:endParaRPr lang="en-US"/>
          </a:p>
        </p:txBody>
      </p:sp>
      <p:sp>
        <p:nvSpPr>
          <p:cNvPr id="8" name="Footer Placeholder 7">
            <a:extLst>
              <a:ext uri="{FF2B5EF4-FFF2-40B4-BE49-F238E27FC236}">
                <a16:creationId xmlns:a16="http://schemas.microsoft.com/office/drawing/2014/main" id="{FAE343A9-1067-4DCF-BACC-1F7F380502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F84E471-04DB-4DB5-8CC5-16B3FC88509D}"/>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261558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D87C0-272E-4E50-A316-78079B2B923E}"/>
              </a:ext>
            </a:extLst>
          </p:cNvPr>
          <p:cNvSpPr>
            <a:spLocks noGrp="1"/>
          </p:cNvSpPr>
          <p:nvPr>
            <p:ph type="title"/>
          </p:nvPr>
        </p:nvSpPr>
        <p:spPr>
          <a:xfrm>
            <a:off x="777240" y="365125"/>
            <a:ext cx="10659110"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F906C1C9-1F69-432A-858C-D828B56E1659}"/>
              </a:ext>
            </a:extLst>
          </p:cNvPr>
          <p:cNvSpPr>
            <a:spLocks noGrp="1"/>
          </p:cNvSpPr>
          <p:nvPr>
            <p:ph type="dt" sz="half" idx="10"/>
          </p:nvPr>
        </p:nvSpPr>
        <p:spPr/>
        <p:txBody>
          <a:bodyPr/>
          <a:lstStyle/>
          <a:p>
            <a:fld id="{27AF6CA6-7293-4AA2-A0E0-A3BF4416E786}" type="datetime1">
              <a:rPr lang="en-US" smtClean="0"/>
              <a:t>8/5/2025</a:t>
            </a:fld>
            <a:endParaRPr lang="en-US"/>
          </a:p>
        </p:txBody>
      </p:sp>
      <p:sp>
        <p:nvSpPr>
          <p:cNvPr id="4" name="Footer Placeholder 3">
            <a:extLst>
              <a:ext uri="{FF2B5EF4-FFF2-40B4-BE49-F238E27FC236}">
                <a16:creationId xmlns:a16="http://schemas.microsoft.com/office/drawing/2014/main" id="{BD6D9A1B-D149-4B97-B161-3D7C9ADBCF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B3722F-8C88-4E54-8CD6-12D31A05F813}"/>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539784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0E1B4EE-6DFC-45F3-9174-D913EB57CB9D}"/>
              </a:ext>
            </a:extLst>
          </p:cNvPr>
          <p:cNvSpPr>
            <a:spLocks noGrp="1"/>
          </p:cNvSpPr>
          <p:nvPr>
            <p:ph type="dt" sz="half" idx="10"/>
          </p:nvPr>
        </p:nvSpPr>
        <p:spPr/>
        <p:txBody>
          <a:bodyPr/>
          <a:lstStyle/>
          <a:p>
            <a:fld id="{98D87016-7BCD-46FB-8EE3-AB6C369108B4}" type="datetime1">
              <a:rPr lang="en-US" smtClean="0"/>
              <a:t>8/5/2025</a:t>
            </a:fld>
            <a:endParaRPr lang="en-US"/>
          </a:p>
        </p:txBody>
      </p:sp>
      <p:sp>
        <p:nvSpPr>
          <p:cNvPr id="3" name="Footer Placeholder 2">
            <a:extLst>
              <a:ext uri="{FF2B5EF4-FFF2-40B4-BE49-F238E27FC236}">
                <a16:creationId xmlns:a16="http://schemas.microsoft.com/office/drawing/2014/main" id="{0BF7F7DC-6DDE-4337-AD27-BBE7D542248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CC58EA9-3AC4-421E-B133-1FA7757DF8BA}"/>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732262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035BB-74CC-43E9-B71F-A5C05D17EB78}"/>
              </a:ext>
            </a:extLst>
          </p:cNvPr>
          <p:cNvSpPr>
            <a:spLocks noGrp="1"/>
          </p:cNvSpPr>
          <p:nvPr>
            <p:ph type="title"/>
          </p:nvPr>
        </p:nvSpPr>
        <p:spPr>
          <a:xfrm>
            <a:off x="777240" y="457200"/>
            <a:ext cx="3994785" cy="2501900"/>
          </a:xfrm>
        </p:spPr>
        <p:txBody>
          <a:bodyPr anchor="b">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DCAADC9E-7845-4DB1-87E3-6FBFB2B03B8A}"/>
              </a:ext>
            </a:extLst>
          </p:cNvPr>
          <p:cNvSpPr>
            <a:spLocks noGrp="1"/>
          </p:cNvSpPr>
          <p:nvPr>
            <p:ph idx="1"/>
          </p:nvPr>
        </p:nvSpPr>
        <p:spPr>
          <a:xfrm>
            <a:off x="5183188" y="457201"/>
            <a:ext cx="6172200" cy="5403850"/>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75C925A8-2A07-43B9-B549-061F3684986B}"/>
              </a:ext>
            </a:extLst>
          </p:cNvPr>
          <p:cNvSpPr>
            <a:spLocks noGrp="1"/>
          </p:cNvSpPr>
          <p:nvPr>
            <p:ph type="body" sz="half" idx="2"/>
          </p:nvPr>
        </p:nvSpPr>
        <p:spPr>
          <a:xfrm>
            <a:off x="777240" y="3092450"/>
            <a:ext cx="3994785" cy="277653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1A9037-0564-43A1-8156-1D9932E1F85F}"/>
              </a:ext>
            </a:extLst>
          </p:cNvPr>
          <p:cNvSpPr>
            <a:spLocks noGrp="1"/>
          </p:cNvSpPr>
          <p:nvPr>
            <p:ph type="dt" sz="half" idx="10"/>
          </p:nvPr>
        </p:nvSpPr>
        <p:spPr/>
        <p:txBody>
          <a:bodyPr/>
          <a:lstStyle/>
          <a:p>
            <a:fld id="{A1547011-1FFC-4EF8-9A2E-53B4AD2ADBD4}" type="datetime1">
              <a:rPr lang="en-US" smtClean="0"/>
              <a:t>8/5/2025</a:t>
            </a:fld>
            <a:endParaRPr lang="en-US"/>
          </a:p>
        </p:txBody>
      </p:sp>
      <p:sp>
        <p:nvSpPr>
          <p:cNvPr id="6" name="Footer Placeholder 5">
            <a:extLst>
              <a:ext uri="{FF2B5EF4-FFF2-40B4-BE49-F238E27FC236}">
                <a16:creationId xmlns:a16="http://schemas.microsoft.com/office/drawing/2014/main" id="{CBFF0D40-D0E1-49C9-BE47-91BBC50AB2B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4D129BD-890D-412E-9805-D29F4A0D3622}"/>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6895230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8ADB4-BA7B-42C2-9C6C-58B2763F8617}"/>
              </a:ext>
            </a:extLst>
          </p:cNvPr>
          <p:cNvSpPr>
            <a:spLocks noGrp="1"/>
          </p:cNvSpPr>
          <p:nvPr>
            <p:ph type="title"/>
          </p:nvPr>
        </p:nvSpPr>
        <p:spPr>
          <a:xfrm>
            <a:off x="777240" y="457200"/>
            <a:ext cx="3994785" cy="2505456"/>
          </a:xfrm>
        </p:spPr>
        <p:txBody>
          <a:bodyPr anchor="b"/>
          <a:lstStyle>
            <a:lvl1pPr>
              <a:defRPr sz="4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E9519B58-B546-4E6B-BE00-3D1D64DA8699}"/>
              </a:ext>
            </a:extLst>
          </p:cNvPr>
          <p:cNvSpPr>
            <a:spLocks noGrp="1"/>
          </p:cNvSpPr>
          <p:nvPr>
            <p:ph type="pic" idx="1"/>
          </p:nvPr>
        </p:nvSpPr>
        <p:spPr>
          <a:xfrm>
            <a:off x="5183188" y="457201"/>
            <a:ext cx="6172200" cy="54038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3FAA0AB8-41A9-4548-9B83-3EFF79A00793}"/>
              </a:ext>
            </a:extLst>
          </p:cNvPr>
          <p:cNvSpPr>
            <a:spLocks noGrp="1"/>
          </p:cNvSpPr>
          <p:nvPr>
            <p:ph type="body" sz="half" idx="2"/>
          </p:nvPr>
        </p:nvSpPr>
        <p:spPr>
          <a:xfrm>
            <a:off x="777240" y="3081275"/>
            <a:ext cx="3994785" cy="2779776"/>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B33ED-A015-4992-A004-33D41CFFADA1}"/>
              </a:ext>
            </a:extLst>
          </p:cNvPr>
          <p:cNvSpPr>
            <a:spLocks noGrp="1"/>
          </p:cNvSpPr>
          <p:nvPr>
            <p:ph type="dt" sz="half" idx="10"/>
          </p:nvPr>
        </p:nvSpPr>
        <p:spPr/>
        <p:txBody>
          <a:bodyPr/>
          <a:lstStyle/>
          <a:p>
            <a:fld id="{9562EB47-45B4-4EF5-A743-B4885DD2F060}" type="datetime1">
              <a:rPr lang="en-US" smtClean="0"/>
              <a:t>8/5/2025</a:t>
            </a:fld>
            <a:endParaRPr lang="en-US"/>
          </a:p>
        </p:txBody>
      </p:sp>
      <p:sp>
        <p:nvSpPr>
          <p:cNvPr id="6" name="Footer Placeholder 5">
            <a:extLst>
              <a:ext uri="{FF2B5EF4-FFF2-40B4-BE49-F238E27FC236}">
                <a16:creationId xmlns:a16="http://schemas.microsoft.com/office/drawing/2014/main" id="{D3C29CDA-E85F-47D1-83B7-02A50DEBF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49625F-5352-4136-8AC4-F8899D00A1A9}"/>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31613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E922F-6166-4009-A42D-027DC718071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F7791CF-167D-446D-9F99-6976C986E2F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3CA422-E040-4DE1-9DA5-C8D37C116A7B}"/>
              </a:ext>
            </a:extLst>
          </p:cNvPr>
          <p:cNvSpPr>
            <a:spLocks noGrp="1"/>
          </p:cNvSpPr>
          <p:nvPr>
            <p:ph type="dt" sz="half" idx="10"/>
          </p:nvPr>
        </p:nvSpPr>
        <p:spPr/>
        <p:txBody>
          <a:bodyPr/>
          <a:lstStyle/>
          <a:p>
            <a:fld id="{D6762538-DC4D-4667-96E5-B3278DDF8B12}" type="datetime1">
              <a:rPr lang="en-US" smtClean="0"/>
              <a:t>8/5/2025</a:t>
            </a:fld>
            <a:endParaRPr lang="en-US"/>
          </a:p>
        </p:txBody>
      </p:sp>
      <p:sp>
        <p:nvSpPr>
          <p:cNvPr id="5" name="Footer Placeholder 4">
            <a:extLst>
              <a:ext uri="{FF2B5EF4-FFF2-40B4-BE49-F238E27FC236}">
                <a16:creationId xmlns:a16="http://schemas.microsoft.com/office/drawing/2014/main" id="{6C813B0B-60E7-494E-91CB-055BC26906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48C554-7C1B-4D8F-9B6B-04492656904B}"/>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40000357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C66EF0-6ED8-49A7-BDAD-E20A143FAEA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0FCE9CD-90A9-44BA-B293-0662E077DD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57DAE0-05C4-460B-B96D-BD183ED030C4}"/>
              </a:ext>
            </a:extLst>
          </p:cNvPr>
          <p:cNvSpPr>
            <a:spLocks noGrp="1"/>
          </p:cNvSpPr>
          <p:nvPr>
            <p:ph type="dt" sz="half" idx="10"/>
          </p:nvPr>
        </p:nvSpPr>
        <p:spPr/>
        <p:txBody>
          <a:bodyPr/>
          <a:lstStyle/>
          <a:p>
            <a:fld id="{05880548-5C08-4BE3-B63E-F2BB63B0B00C}" type="datetime1">
              <a:rPr lang="en-US" smtClean="0"/>
              <a:t>8/5/2025</a:t>
            </a:fld>
            <a:endParaRPr lang="en-US"/>
          </a:p>
        </p:txBody>
      </p:sp>
      <p:sp>
        <p:nvSpPr>
          <p:cNvPr id="5" name="Footer Placeholder 4">
            <a:extLst>
              <a:ext uri="{FF2B5EF4-FFF2-40B4-BE49-F238E27FC236}">
                <a16:creationId xmlns:a16="http://schemas.microsoft.com/office/drawing/2014/main" id="{33B3CA93-55C9-4AA3-89A0-55490F745B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BFD820-FF26-4325-816F-310C30F80ACC}"/>
              </a:ext>
            </a:extLst>
          </p:cNvPr>
          <p:cNvSpPr>
            <a:spLocks noGrp="1"/>
          </p:cNvSpPr>
          <p:nvPr>
            <p:ph type="sldNum" sz="quarter" idx="12"/>
          </p:nvPr>
        </p:nvSpPr>
        <p:spPr/>
        <p:txBody>
          <a:bodyPr/>
          <a:lstStyle/>
          <a:p>
            <a:fld id="{35747434-7036-48DB-A148-6B3D8EE75CDA}" type="slidenum">
              <a:rPr lang="en-US" smtClean="0"/>
              <a:t>‹#›</a:t>
            </a:fld>
            <a:endParaRPr lang="en-US"/>
          </a:p>
        </p:txBody>
      </p:sp>
    </p:spTree>
    <p:extLst>
      <p:ext uri="{BB962C8B-B14F-4D97-AF65-F5344CB8AC3E}">
        <p14:creationId xmlns:p14="http://schemas.microsoft.com/office/powerpoint/2010/main" val="2638599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useBgFill="1">
        <p:nvSpPr>
          <p:cNvPr id="39" name="Rectangle 38">
            <a:extLst>
              <a:ext uri="{FF2B5EF4-FFF2-40B4-BE49-F238E27FC236}">
                <a16:creationId xmlns:a16="http://schemas.microsoft.com/office/drawing/2014/main" id="{99B5B3C5-A599-465B-B2B9-866E8B2087CE}"/>
              </a:ext>
            </a:extLst>
          </p:cNvPr>
          <p:cNvSpPr/>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25C84982-7DD0-43B1-8A2D-BFA4DF1B4E60}"/>
              </a:ext>
            </a:extLst>
          </p:cNvPr>
          <p:cNvSpPr/>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8" name="Decorative Circles">
            <a:extLst>
              <a:ext uri="{FF2B5EF4-FFF2-40B4-BE49-F238E27FC236}">
                <a16:creationId xmlns:a16="http://schemas.microsoft.com/office/drawing/2014/main" id="{1D912E1C-3BBA-42F0-A3EE-FEC382E7230A}"/>
              </a:ext>
            </a:extLst>
          </p:cNvPr>
          <p:cNvGrpSpPr/>
          <p:nvPr/>
        </p:nvGrpSpPr>
        <p:grpSpPr>
          <a:xfrm>
            <a:off x="-1" y="-1"/>
            <a:ext cx="12192001" cy="6858001"/>
            <a:chOff x="-1" y="-1"/>
            <a:chExt cx="12192001" cy="6858001"/>
          </a:xfrm>
        </p:grpSpPr>
        <p:sp>
          <p:nvSpPr>
            <p:cNvPr id="21" name="Oval 20">
              <a:extLst>
                <a:ext uri="{FF2B5EF4-FFF2-40B4-BE49-F238E27FC236}">
                  <a16:creationId xmlns:a16="http://schemas.microsoft.com/office/drawing/2014/main" id="{2FEEAC76-E273-46A8-8F8E-CE59860FE70D}"/>
                </a:ext>
              </a:extLst>
            </p:cNvPr>
            <p:cNvSpPr/>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76594A0E-9400-45AD-A431-1DA1C0B28966}"/>
                </a:ext>
              </a:extLst>
            </p:cNvPr>
            <p:cNvSpPr/>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20916D6C-D32F-42B6-8512-CD5EDB8F2B9B}"/>
                </a:ext>
              </a:extLst>
            </p:cNvPr>
            <p:cNvSpPr/>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3834846D-59C6-40F4-907C-F1A4689B58F1}"/>
                </a:ext>
              </a:extLst>
            </p:cNvPr>
            <p:cNvSpPr/>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5A257CDF-2E36-4DC7-8EE4-5CD8F8ECAC87}"/>
                </a:ext>
              </a:extLst>
            </p:cNvPr>
            <p:cNvSpPr/>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Oval 47">
              <a:extLst>
                <a:ext uri="{FF2B5EF4-FFF2-40B4-BE49-F238E27FC236}">
                  <a16:creationId xmlns:a16="http://schemas.microsoft.com/office/drawing/2014/main" id="{D5B26E0E-A115-4AE2-82D8-76BB93CC494F}"/>
                </a:ext>
              </a:extLst>
            </p:cNvPr>
            <p:cNvSpPr/>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755058DB-7E01-4E95-BF59-983AA1BBB38E}"/>
                </a:ext>
              </a:extLst>
            </p:cNvPr>
            <p:cNvSpPr/>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A810F7E2-23F3-44D6-B09E-71E556536052}"/>
                </a:ext>
              </a:extLst>
            </p:cNvPr>
            <p:cNvSpPr/>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59D5C391-E1DB-410A-A78C-ED3BBDFF0758}"/>
                </a:ext>
              </a:extLst>
            </p:cNvPr>
            <p:cNvSpPr/>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Oval 52">
              <a:extLst>
                <a:ext uri="{FF2B5EF4-FFF2-40B4-BE49-F238E27FC236}">
                  <a16:creationId xmlns:a16="http://schemas.microsoft.com/office/drawing/2014/main" id="{77C4944D-9373-4283-BCAA-927A0316659E}"/>
                </a:ext>
              </a:extLst>
            </p:cNvPr>
            <p:cNvSpPr/>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Freeform: Shape 53">
              <a:extLst>
                <a:ext uri="{FF2B5EF4-FFF2-40B4-BE49-F238E27FC236}">
                  <a16:creationId xmlns:a16="http://schemas.microsoft.com/office/drawing/2014/main" id="{6804C521-2D9F-4CE4-AFD3-D4F1551FEC6A}"/>
                </a:ext>
              </a:extLst>
            </p:cNvPr>
            <p:cNvSpPr/>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6" name="Freeform: Shape 55">
              <a:extLst>
                <a:ext uri="{FF2B5EF4-FFF2-40B4-BE49-F238E27FC236}">
                  <a16:creationId xmlns:a16="http://schemas.microsoft.com/office/drawing/2014/main" id="{755AC65C-13EF-4182-AA3C-62BE165CC033}"/>
                </a:ext>
              </a:extLst>
            </p:cNvPr>
            <p:cNvSpPr/>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58" name="Freeform: Shape 57">
              <a:extLst>
                <a:ext uri="{FF2B5EF4-FFF2-40B4-BE49-F238E27FC236}">
                  <a16:creationId xmlns:a16="http://schemas.microsoft.com/office/drawing/2014/main" id="{E40DA8D2-FA4B-4282-9D44-48C27B63A153}"/>
                </a:ext>
              </a:extLst>
            </p:cNvPr>
            <p:cNvSpPr/>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10" name="Oval 9">
              <a:extLst>
                <a:ext uri="{FF2B5EF4-FFF2-40B4-BE49-F238E27FC236}">
                  <a16:creationId xmlns:a16="http://schemas.microsoft.com/office/drawing/2014/main" id="{99065014-CB18-414D-A527-31ECC45700AB}"/>
                </a:ext>
              </a:extLst>
            </p:cNvPr>
            <p:cNvSpPr/>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61" name="Freeform: Shape 60">
              <a:extLst>
                <a:ext uri="{FF2B5EF4-FFF2-40B4-BE49-F238E27FC236}">
                  <a16:creationId xmlns:a16="http://schemas.microsoft.com/office/drawing/2014/main" id="{8F39E27A-56C1-4328-8DF1-2DA147C78483}"/>
                </a:ext>
              </a:extLst>
            </p:cNvPr>
            <p:cNvSpPr/>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p:nvSpPr>
          <p:cNvPr id="4" name="Date Placeholder 3">
            <a:extLst>
              <a:ext uri="{FF2B5EF4-FFF2-40B4-BE49-F238E27FC236}">
                <a16:creationId xmlns:a16="http://schemas.microsoft.com/office/drawing/2014/main" id="{442C5EC6-E331-4312-AC12-56D55F7D2B15}"/>
              </a:ext>
            </a:extLst>
          </p:cNvPr>
          <p:cNvSpPr>
            <a:spLocks noGrp="1"/>
          </p:cNvSpPr>
          <p:nvPr>
            <p:ph type="dt" sz="half" idx="2"/>
          </p:nvPr>
        </p:nvSpPr>
        <p:spPr>
          <a:xfrm>
            <a:off x="777240" y="6488268"/>
            <a:ext cx="2743200" cy="233209"/>
          </a:xfrm>
          <a:prstGeom prst="rect">
            <a:avLst/>
          </a:prstGeom>
        </p:spPr>
        <p:txBody>
          <a:bodyPr vert="horz" lIns="91440" tIns="45720" rIns="91440" bIns="45720" rtlCol="0" anchor="ctr"/>
          <a:lstStyle>
            <a:lvl1pPr algn="l">
              <a:defRPr sz="1000">
                <a:solidFill>
                  <a:schemeClr val="tx1">
                    <a:tint val="75000"/>
                  </a:schemeClr>
                </a:solidFill>
              </a:defRPr>
            </a:lvl1pPr>
          </a:lstStyle>
          <a:p>
            <a:fld id="{4A8D24A4-5FEC-4062-8995-EB21925B3B40}" type="datetime1">
              <a:rPr lang="en-US" smtClean="0"/>
              <a:t>8/5/2025</a:t>
            </a:fld>
            <a:endParaRPr lang="en-US" sz="1000" dirty="0"/>
          </a:p>
        </p:txBody>
      </p:sp>
      <p:sp>
        <p:nvSpPr>
          <p:cNvPr id="5" name="Footer Placeholder 4">
            <a:extLst>
              <a:ext uri="{FF2B5EF4-FFF2-40B4-BE49-F238E27FC236}">
                <a16:creationId xmlns:a16="http://schemas.microsoft.com/office/drawing/2014/main" id="{3337FC5D-92B2-4B4D-8111-6EDEF280692A}"/>
              </a:ext>
            </a:extLst>
          </p:cNvPr>
          <p:cNvSpPr>
            <a:spLocks noGrp="1"/>
          </p:cNvSpPr>
          <p:nvPr>
            <p:ph type="ftr" sz="quarter" idx="3"/>
          </p:nvPr>
        </p:nvSpPr>
        <p:spPr>
          <a:xfrm>
            <a:off x="4038600" y="6488268"/>
            <a:ext cx="4114800" cy="233209"/>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sz="1000"/>
          </a:p>
        </p:txBody>
      </p:sp>
      <p:sp>
        <p:nvSpPr>
          <p:cNvPr id="6" name="Slide Number Placeholder 5">
            <a:extLst>
              <a:ext uri="{FF2B5EF4-FFF2-40B4-BE49-F238E27FC236}">
                <a16:creationId xmlns:a16="http://schemas.microsoft.com/office/drawing/2014/main" id="{723A104D-C777-4A6E-8A43-F94028E5E311}"/>
              </a:ext>
            </a:extLst>
          </p:cNvPr>
          <p:cNvSpPr>
            <a:spLocks noGrp="1"/>
          </p:cNvSpPr>
          <p:nvPr>
            <p:ph type="sldNum" sz="quarter" idx="4"/>
          </p:nvPr>
        </p:nvSpPr>
        <p:spPr>
          <a:xfrm>
            <a:off x="8693150" y="6488268"/>
            <a:ext cx="2743200" cy="233209"/>
          </a:xfrm>
          <a:prstGeom prst="rect">
            <a:avLst/>
          </a:prstGeom>
        </p:spPr>
        <p:txBody>
          <a:bodyPr vert="horz" lIns="91440" tIns="45720" rIns="91440" bIns="45720" rtlCol="0" anchor="ctr"/>
          <a:lstStyle>
            <a:lvl1pPr algn="r">
              <a:defRPr sz="1000">
                <a:solidFill>
                  <a:schemeClr val="tx1">
                    <a:tint val="75000"/>
                  </a:schemeClr>
                </a:solidFill>
              </a:defRPr>
            </a:lvl1pPr>
          </a:lstStyle>
          <a:p>
            <a:fld id="{35747434-7036-48DB-A148-6B3D8EE75CDA}" type="slidenum">
              <a:rPr lang="en-US" smtClean="0"/>
              <a:pPr/>
              <a:t>‹#›</a:t>
            </a:fld>
            <a:endParaRPr lang="en-US" sz="1000" dirty="0"/>
          </a:p>
        </p:txBody>
      </p:sp>
      <p:sp>
        <p:nvSpPr>
          <p:cNvPr id="2" name="Title Placeholder 1">
            <a:extLst>
              <a:ext uri="{FF2B5EF4-FFF2-40B4-BE49-F238E27FC236}">
                <a16:creationId xmlns:a16="http://schemas.microsoft.com/office/drawing/2014/main" id="{12D3A74F-6169-4D30-A245-B46D738BEA81}"/>
              </a:ext>
            </a:extLst>
          </p:cNvPr>
          <p:cNvSpPr>
            <a:spLocks noGrp="1"/>
          </p:cNvSpPr>
          <p:nvPr>
            <p:ph type="title"/>
          </p:nvPr>
        </p:nvSpPr>
        <p:spPr>
          <a:xfrm>
            <a:off x="777240" y="365125"/>
            <a:ext cx="1065911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3877E64-7A05-44DA-81FA-6EF4806BBF0E}"/>
              </a:ext>
            </a:extLst>
          </p:cNvPr>
          <p:cNvSpPr>
            <a:spLocks noGrp="1"/>
          </p:cNvSpPr>
          <p:nvPr>
            <p:ph type="body" idx="1"/>
          </p:nvPr>
        </p:nvSpPr>
        <p:spPr>
          <a:xfrm>
            <a:off x="777240" y="1825625"/>
            <a:ext cx="1065911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9" name="Group 8">
            <a:extLst>
              <a:ext uri="{FF2B5EF4-FFF2-40B4-BE49-F238E27FC236}">
                <a16:creationId xmlns:a16="http://schemas.microsoft.com/office/drawing/2014/main" id="{3281849D-54CA-C13E-3D84-DB247AB9A268}"/>
              </a:ext>
            </a:extLst>
          </p:cNvPr>
          <p:cNvGrpSpPr/>
          <p:nvPr userDrawn="1"/>
        </p:nvGrpSpPr>
        <p:grpSpPr>
          <a:xfrm>
            <a:off x="130629" y="6291189"/>
            <a:ext cx="2743201" cy="495445"/>
            <a:chOff x="195943" y="6091967"/>
            <a:chExt cx="3506755" cy="629508"/>
          </a:xfrm>
        </p:grpSpPr>
        <p:sp>
          <p:nvSpPr>
            <p:cNvPr id="11" name="Oval 10">
              <a:extLst>
                <a:ext uri="{FF2B5EF4-FFF2-40B4-BE49-F238E27FC236}">
                  <a16:creationId xmlns:a16="http://schemas.microsoft.com/office/drawing/2014/main" id="{6401CC4C-E0EC-38D2-F7AA-61FC22E4D90D}"/>
                </a:ext>
              </a:extLst>
            </p:cNvPr>
            <p:cNvSpPr/>
            <p:nvPr userDrawn="1"/>
          </p:nvSpPr>
          <p:spPr>
            <a:xfrm>
              <a:off x="195943" y="6091967"/>
              <a:ext cx="642257" cy="629508"/>
            </a:xfrm>
            <a:prstGeom prst="ellipse">
              <a:avLst/>
            </a:prstGeom>
            <a:blipFill dpi="0" rotWithShape="1">
              <a:blip r:embed="rId13">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0875BEBF-DA68-8945-6205-DE7DE602B3BD}"/>
                </a:ext>
              </a:extLst>
            </p:cNvPr>
            <p:cNvSpPr txBox="1"/>
            <p:nvPr userDrawn="1"/>
          </p:nvSpPr>
          <p:spPr>
            <a:xfrm>
              <a:off x="838200" y="6163561"/>
              <a:ext cx="2864498" cy="369332"/>
            </a:xfrm>
            <a:prstGeom prst="rect">
              <a:avLst/>
            </a:prstGeom>
            <a:noFill/>
          </p:spPr>
          <p:txBody>
            <a:bodyPr wrap="square" rtlCol="0">
              <a:spAutoFit/>
            </a:bodyPr>
            <a:lstStyle/>
            <a:p>
              <a:r>
                <a:rPr lang="en-US" b="1" dirty="0"/>
                <a:t>PRAMOD NAIK</a:t>
              </a:r>
            </a:p>
          </p:txBody>
        </p:sp>
      </p:grpSp>
    </p:spTree>
    <p:extLst>
      <p:ext uri="{BB962C8B-B14F-4D97-AF65-F5344CB8AC3E}">
        <p14:creationId xmlns:p14="http://schemas.microsoft.com/office/powerpoint/2010/main" val="1202753200"/>
      </p:ext>
    </p:extLst>
  </p:cSld>
  <p:clrMap bg1="lt1" tx1="dk1" bg2="lt2" tx2="dk2" accent1="accent1" accent2="accent2" accent3="accent3" accent4="accent4" accent5="accent5" accent6="accent6" hlink="hlink" folHlink="folHlink"/>
  <p:sldLayoutIdLst>
    <p:sldLayoutId id="2147483705" r:id="rId1"/>
    <p:sldLayoutId id="2147483706" r:id="rId2"/>
    <p:sldLayoutId id="2147483707" r:id="rId3"/>
    <p:sldLayoutId id="2147483708" r:id="rId4"/>
    <p:sldLayoutId id="2147483709" r:id="rId5"/>
    <p:sldLayoutId id="2147483703" r:id="rId6"/>
    <p:sldLayoutId id="2147483699" r:id="rId7"/>
    <p:sldLayoutId id="2147483700" r:id="rId8"/>
    <p:sldLayoutId id="2147483701" r:id="rId9"/>
    <p:sldLayoutId id="2147483702" r:id="rId10"/>
    <p:sldLayoutId id="2147483704" r:id="rId11"/>
  </p:sldLayoutIdLst>
  <p:hf sldNum="0" hdr="0" ftr="0" dt="0"/>
  <p:txStyles>
    <p:titleStyle>
      <a:lvl1pPr algn="l" defTabSz="914400" rtl="0" eaLnBrk="1" latinLnBrk="0" hangingPunct="1">
        <a:lnSpc>
          <a:spcPct val="90000"/>
        </a:lnSpc>
        <a:spcBef>
          <a:spcPct val="0"/>
        </a:spcBef>
        <a:buNone/>
        <a:defRPr sz="5400"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tx2">
            <a:lumMod val="75000"/>
            <a:lumOff val="25000"/>
          </a:schemeClr>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90000"/>
        </a:lnSpc>
        <a:spcBef>
          <a:spcPts val="500"/>
        </a:spcBef>
        <a:buClr>
          <a:schemeClr val="tx2">
            <a:lumMod val="75000"/>
            <a:lumOff val="25000"/>
          </a:schemeClr>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svg"/><Relationship Id="rId4" Type="http://schemas.openxmlformats.org/officeDocument/2006/relationships/image" Target="../media/image4.png"/><Relationship Id="rId9" Type="http://schemas.openxmlformats.org/officeDocument/2006/relationships/image" Target="../media/image9.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1E4DF1-0630-4719-F705-1D5BCA20251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B8AC79-B066-BDFE-B540-761A3960D08A}"/>
              </a:ext>
            </a:extLst>
          </p:cNvPr>
          <p:cNvSpPr>
            <a:spLocks noGrp="1"/>
          </p:cNvSpPr>
          <p:nvPr>
            <p:ph idx="1"/>
          </p:nvPr>
        </p:nvSpPr>
        <p:spPr>
          <a:xfrm>
            <a:off x="743688" y="1001485"/>
            <a:ext cx="10900568" cy="4974772"/>
          </a:xfrm>
        </p:spPr>
        <p:txBody>
          <a:bodyPr>
            <a:normAutofit/>
          </a:bodyPr>
          <a:lstStyle/>
          <a:p>
            <a:pPr marL="0" indent="0">
              <a:buNone/>
            </a:pPr>
            <a:r>
              <a:rPr lang="en-US" sz="3200" b="1" dirty="0">
                <a:solidFill>
                  <a:srgbClr val="C00000"/>
                </a:solidFill>
              </a:rPr>
              <a:t>Module-4: </a:t>
            </a:r>
            <a:r>
              <a:rPr lang="en-US" sz="3200" b="1" dirty="0">
                <a:solidFill>
                  <a:schemeClr val="accent3">
                    <a:lumMod val="50000"/>
                  </a:schemeClr>
                </a:solidFill>
              </a:rPr>
              <a:t>Advanced Machine Learning Techniques: </a:t>
            </a:r>
          </a:p>
          <a:p>
            <a:pPr marL="0" indent="0">
              <a:buNone/>
            </a:pPr>
            <a:r>
              <a:rPr lang="en-US" sz="3200" b="1" dirty="0"/>
              <a:t>Ensemble Methods: </a:t>
            </a:r>
            <a:r>
              <a:rPr lang="en-US" sz="3200" dirty="0"/>
              <a:t>Bagging and Boosting, Gradient Boosting Machines (GBM), Extreme Gradient Boosting (</a:t>
            </a:r>
            <a:r>
              <a:rPr lang="en-US" sz="3200" dirty="0" err="1"/>
              <a:t>XGBoost</a:t>
            </a:r>
            <a:r>
              <a:rPr lang="en-US" sz="3200" dirty="0"/>
              <a:t>).  </a:t>
            </a:r>
          </a:p>
          <a:p>
            <a:pPr marL="0" indent="0">
              <a:buNone/>
            </a:pPr>
            <a:r>
              <a:rPr lang="en-US" sz="3200" b="1" dirty="0"/>
              <a:t>Support Vector Machines (SVM): </a:t>
            </a:r>
            <a:r>
              <a:rPr lang="en-US" sz="3200" dirty="0"/>
              <a:t>Linear and non-linear SVM, Kernel trick, Model evaluation and tuning.  </a:t>
            </a:r>
          </a:p>
          <a:p>
            <a:pPr marL="0" indent="0">
              <a:buNone/>
            </a:pPr>
            <a:r>
              <a:rPr lang="en-US" sz="3200" b="1" dirty="0"/>
              <a:t>Neural Networks and Deep Learning: </a:t>
            </a:r>
            <a:r>
              <a:rPr lang="en-US" sz="3200" dirty="0"/>
              <a:t>Introduction to neural networks, Building and training neural networks using TensorFlow and </a:t>
            </a:r>
            <a:r>
              <a:rPr lang="en-US" sz="3200" dirty="0" err="1"/>
              <a:t>Keras</a:t>
            </a:r>
            <a:r>
              <a:rPr lang="en-US" sz="3200" dirty="0"/>
              <a:t>, Convolutional Neural Networks (CNN) and Recurrent Neural Networks (RNN). </a:t>
            </a:r>
            <a:endParaRPr lang="en-IN" sz="3200" dirty="0"/>
          </a:p>
        </p:txBody>
      </p:sp>
    </p:spTree>
    <p:extLst>
      <p:ext uri="{BB962C8B-B14F-4D97-AF65-F5344CB8AC3E}">
        <p14:creationId xmlns:p14="http://schemas.microsoft.com/office/powerpoint/2010/main" val="36195336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AB0DF8-8C3D-1F9C-124B-2AEA1D4381C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D16AD6D-7FC0-435B-AB5F-98DA2190C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28B727F3-FF58-4343-ACEE-2174D59891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3" name="Content Placeholder 2">
            <a:extLst>
              <a:ext uri="{FF2B5EF4-FFF2-40B4-BE49-F238E27FC236}">
                <a16:creationId xmlns:a16="http://schemas.microsoft.com/office/drawing/2014/main" id="{8CCEEC95-AC81-BB56-7CBC-8D2F914A61FE}"/>
              </a:ext>
            </a:extLst>
          </p:cNvPr>
          <p:cNvSpPr>
            <a:spLocks noGrp="1"/>
          </p:cNvSpPr>
          <p:nvPr>
            <p:ph idx="1"/>
          </p:nvPr>
        </p:nvSpPr>
        <p:spPr>
          <a:xfrm>
            <a:off x="1999885" y="2786948"/>
            <a:ext cx="8406806" cy="1260430"/>
          </a:xfrm>
        </p:spPr>
        <p:txBody>
          <a:bodyPr anchor="t">
            <a:normAutofit/>
          </a:bodyPr>
          <a:lstStyle/>
          <a:p>
            <a:pPr marL="0" indent="0" algn="ctr">
              <a:buNone/>
            </a:pPr>
            <a:r>
              <a:rPr lang="en-US" sz="8000" b="1" dirty="0"/>
              <a:t>Ensemble Methods</a:t>
            </a:r>
            <a:endParaRPr lang="en-IN" sz="8000" dirty="0"/>
          </a:p>
        </p:txBody>
      </p:sp>
      <p:grpSp>
        <p:nvGrpSpPr>
          <p:cNvPr id="12" name="Decorative Circles">
            <a:extLst>
              <a:ext uri="{FF2B5EF4-FFF2-40B4-BE49-F238E27FC236}">
                <a16:creationId xmlns:a16="http://schemas.microsoft.com/office/drawing/2014/main" id="{4DB68B21-F855-4148-AD7C-795E902A7F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67484" y="236341"/>
            <a:ext cx="10677791" cy="4262956"/>
            <a:chOff x="767484" y="236341"/>
            <a:chExt cx="10677791" cy="4262956"/>
          </a:xfrm>
        </p:grpSpPr>
        <p:sp>
          <p:nvSpPr>
            <p:cNvPr id="13" name="Oval 12">
              <a:extLst>
                <a:ext uri="{FF2B5EF4-FFF2-40B4-BE49-F238E27FC236}">
                  <a16:creationId xmlns:a16="http://schemas.microsoft.com/office/drawing/2014/main" id="{A8FE8A9D-61A5-4729-A73B-267B9BE58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49767" y="3283228"/>
              <a:ext cx="226735" cy="226735"/>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AE3399E0-5F4E-4D62-8091-A0AA8DAA7B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413359" y="386135"/>
              <a:ext cx="466441" cy="466441"/>
            </a:xfrm>
            <a:prstGeom prst="ellipse">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51781BEF-3C20-4A56-889B-BB417F6A38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290699"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08F0DD55-BEC3-46E7-84ED-00CB94AC04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67484" y="2755518"/>
              <a:ext cx="466441" cy="466441"/>
            </a:xfrm>
            <a:prstGeom prst="ellipse">
              <a:avLst/>
            </a:prstGeom>
            <a:solidFill>
              <a:schemeClr val="tx2">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8FFEF100-17D7-4C78-A7C3-B6C8B72E85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31908" y="3813254"/>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294263B-2870-4828-96FD-00C2A3628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75095" y="3592374"/>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Oval 18">
              <a:extLst>
                <a:ext uri="{FF2B5EF4-FFF2-40B4-BE49-F238E27FC236}">
                  <a16:creationId xmlns:a16="http://schemas.microsoft.com/office/drawing/2014/main" id="{D8A94EBD-B5CB-4D31-A42E-E68B0D25BF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94104" y="4385930"/>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1" name="Oval 2">
            <a:extLst>
              <a:ext uri="{FF2B5EF4-FFF2-40B4-BE49-F238E27FC236}">
                <a16:creationId xmlns:a16="http://schemas.microsoft.com/office/drawing/2014/main" id="{5F7F20D7-57B2-4CF8-AF7D-90D6A5E1FF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30474" y="305966"/>
            <a:ext cx="2051331" cy="2051331"/>
          </a:xfrm>
          <a:prstGeom prst="ellipse">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3" name="Graphic 22">
            <a:extLst>
              <a:ext uri="{FF2B5EF4-FFF2-40B4-BE49-F238E27FC236}">
                <a16:creationId xmlns:a16="http://schemas.microsoft.com/office/drawing/2014/main" id="{05AC83E9-3498-4F8F-84F8-2E22FE72E30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36399" y="319698"/>
            <a:ext cx="2037600" cy="2037600"/>
          </a:xfrm>
          <a:prstGeom prst="rect">
            <a:avLst/>
          </a:prstGeom>
        </p:spPr>
      </p:pic>
      <p:sp>
        <p:nvSpPr>
          <p:cNvPr id="25" name="Oval 1">
            <a:extLst>
              <a:ext uri="{FF2B5EF4-FFF2-40B4-BE49-F238E27FC236}">
                <a16:creationId xmlns:a16="http://schemas.microsoft.com/office/drawing/2014/main" id="{6832CB48-19E2-438E-B5D1-126B62284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478580" y="0"/>
            <a:ext cx="2733089" cy="2357297"/>
          </a:xfrm>
          <a:custGeom>
            <a:avLst/>
            <a:gdLst>
              <a:gd name="connsiteX0" fmla="*/ 288659 w 3192131"/>
              <a:gd name="connsiteY0" fmla="*/ 0 h 2753222"/>
              <a:gd name="connsiteX1" fmla="*/ 3192131 w 3192131"/>
              <a:gd name="connsiteY1" fmla="*/ 0 h 2753222"/>
              <a:gd name="connsiteX2" fmla="*/ 3192131 w 3192131"/>
              <a:gd name="connsiteY2" fmla="*/ 2058956 h 2753222"/>
              <a:gd name="connsiteX3" fmla="*/ 3158043 w 3192131"/>
              <a:gd name="connsiteY3" fmla="*/ 2104541 h 2753222"/>
              <a:gd name="connsiteX4" fmla="*/ 1782545 w 3192131"/>
              <a:gd name="connsiteY4" fmla="*/ 2753222 h 2753222"/>
              <a:gd name="connsiteX5" fmla="*/ 0 w 3192131"/>
              <a:gd name="connsiteY5" fmla="*/ 970677 h 2753222"/>
              <a:gd name="connsiteX6" fmla="*/ 215144 w 3192131"/>
              <a:gd name="connsiteY6" fmla="*/ 121011 h 2753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92131" h="2753222">
                <a:moveTo>
                  <a:pt x="288659" y="0"/>
                </a:moveTo>
                <a:lnTo>
                  <a:pt x="3192131" y="0"/>
                </a:lnTo>
                <a:lnTo>
                  <a:pt x="3192131" y="2058956"/>
                </a:lnTo>
                <a:lnTo>
                  <a:pt x="3158043" y="2104541"/>
                </a:lnTo>
                <a:cubicBezTo>
                  <a:pt x="2831098" y="2500707"/>
                  <a:pt x="2336311" y="2753222"/>
                  <a:pt x="1782545" y="2753222"/>
                </a:cubicBezTo>
                <a:cubicBezTo>
                  <a:pt x="798073" y="2753222"/>
                  <a:pt x="0" y="1955149"/>
                  <a:pt x="0" y="970677"/>
                </a:cubicBezTo>
                <a:cubicBezTo>
                  <a:pt x="0" y="663030"/>
                  <a:pt x="77937" y="373585"/>
                  <a:pt x="215144" y="121011"/>
                </a:cubicBezTo>
                <a:close/>
              </a:path>
            </a:pathLst>
          </a:cu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7" name="Graphic 26">
            <a:extLst>
              <a:ext uri="{FF2B5EF4-FFF2-40B4-BE49-F238E27FC236}">
                <a16:creationId xmlns:a16="http://schemas.microsoft.com/office/drawing/2014/main" id="{548560FE-8DD7-4FBB-A597-9902F385AAF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duotone>
              <a:schemeClr val="accent5">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5"/>
              </a:ext>
            </a:extLst>
          </a:blip>
          <a:srcRect l="18631" t="30907" r="23362" b="17441"/>
          <a:stretch/>
        </p:blipFill>
        <p:spPr>
          <a:xfrm>
            <a:off x="9573575" y="-4327"/>
            <a:ext cx="2668147" cy="2375897"/>
          </a:xfrm>
          <a:prstGeom prst="rect">
            <a:avLst/>
          </a:prstGeom>
        </p:spPr>
      </p:pic>
      <p:sp>
        <p:nvSpPr>
          <p:cNvPr id="29" name="Oval 3">
            <a:extLst>
              <a:ext uri="{FF2B5EF4-FFF2-40B4-BE49-F238E27FC236}">
                <a16:creationId xmlns:a16="http://schemas.microsoft.com/office/drawing/2014/main" id="{F4B85B88-409F-4670-A4FF-5C58623B7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rot="16200000">
            <a:off x="-639576" y="4068576"/>
            <a:ext cx="2914772" cy="1635620"/>
          </a:xfrm>
          <a:custGeom>
            <a:avLst/>
            <a:gdLst>
              <a:gd name="connsiteX0" fmla="*/ 18128 w 4408870"/>
              <a:gd name="connsiteY0" fmla="*/ 0 h 2474031"/>
              <a:gd name="connsiteX1" fmla="*/ 4390742 w 4408870"/>
              <a:gd name="connsiteY1" fmla="*/ 0 h 2474031"/>
              <a:gd name="connsiteX2" fmla="*/ 4397489 w 4408870"/>
              <a:gd name="connsiteY2" fmla="*/ 44205 h 2474031"/>
              <a:gd name="connsiteX3" fmla="*/ 4408870 w 4408870"/>
              <a:gd name="connsiteY3" fmla="*/ 269596 h 2474031"/>
              <a:gd name="connsiteX4" fmla="*/ 2204435 w 4408870"/>
              <a:gd name="connsiteY4" fmla="*/ 2474031 h 2474031"/>
              <a:gd name="connsiteX5" fmla="*/ 0 w 4408870"/>
              <a:gd name="connsiteY5" fmla="*/ 269596 h 2474031"/>
              <a:gd name="connsiteX6" fmla="*/ 11381 w 4408870"/>
              <a:gd name="connsiteY6" fmla="*/ 44205 h 2474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08870" h="2474031">
                <a:moveTo>
                  <a:pt x="18128" y="0"/>
                </a:moveTo>
                <a:lnTo>
                  <a:pt x="4390742" y="0"/>
                </a:lnTo>
                <a:lnTo>
                  <a:pt x="4397489" y="44205"/>
                </a:lnTo>
                <a:cubicBezTo>
                  <a:pt x="4405015" y="118312"/>
                  <a:pt x="4408870" y="193504"/>
                  <a:pt x="4408870" y="269596"/>
                </a:cubicBezTo>
                <a:cubicBezTo>
                  <a:pt x="4408870" y="1487072"/>
                  <a:pt x="3421911" y="2474031"/>
                  <a:pt x="2204435" y="2474031"/>
                </a:cubicBezTo>
                <a:cubicBezTo>
                  <a:pt x="986959" y="2474031"/>
                  <a:pt x="0" y="1487072"/>
                  <a:pt x="0" y="269596"/>
                </a:cubicBezTo>
                <a:cubicBezTo>
                  <a:pt x="0" y="193504"/>
                  <a:pt x="3855" y="118312"/>
                  <a:pt x="11381" y="44205"/>
                </a:cubicBez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1" name="Graphic 30">
            <a:extLst>
              <a:ext uri="{FF2B5EF4-FFF2-40B4-BE49-F238E27FC236}">
                <a16:creationId xmlns:a16="http://schemas.microsoft.com/office/drawing/2014/main" id="{66265FF8-949A-452A-882B-BDD33209001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duotone>
              <a:prstClr val="black"/>
              <a:schemeClr val="accent1">
                <a:tint val="45000"/>
                <a:satMod val="400000"/>
              </a:schemeClr>
            </a:duotone>
            <a:extLst>
              <a:ext uri="{28A0092B-C50C-407E-A947-70E740481C1C}">
                <a14:useLocalDpi xmlns:a14="http://schemas.microsoft.com/office/drawing/2010/main" val="0"/>
              </a:ext>
              <a:ext uri="{96DAC541-7B7A-43D3-8B79-37D633B846F1}">
                <asvg:svgBlip xmlns:asvg="http://schemas.microsoft.com/office/drawing/2016/SVG/main" r:embed="rId7"/>
              </a:ext>
            </a:extLst>
          </a:blip>
          <a:srcRect l="45737" t="12146" r="12288" b="12942"/>
          <a:stretch/>
        </p:blipFill>
        <p:spPr>
          <a:xfrm>
            <a:off x="0" y="3409035"/>
            <a:ext cx="1633210" cy="2914772"/>
          </a:xfrm>
          <a:prstGeom prst="rect">
            <a:avLst/>
          </a:prstGeom>
        </p:spPr>
      </p:pic>
      <p:sp>
        <p:nvSpPr>
          <p:cNvPr id="33" name="Oval 4">
            <a:extLst>
              <a:ext uri="{FF2B5EF4-FFF2-40B4-BE49-F238E27FC236}">
                <a16:creationId xmlns:a16="http://schemas.microsoft.com/office/drawing/2014/main" id="{52B7F1A1-8894-44DC-8FCC-6CE9F127AA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9994790" y="4395252"/>
            <a:ext cx="2216879" cy="2462747"/>
          </a:xfrm>
          <a:custGeom>
            <a:avLst/>
            <a:gdLst>
              <a:gd name="connsiteX0" fmla="*/ 2133985 w 3086667"/>
              <a:gd name="connsiteY0" fmla="*/ 0 h 3429000"/>
              <a:gd name="connsiteX1" fmla="*/ 2964628 w 3086667"/>
              <a:gd name="connsiteY1" fmla="*/ 167699 h 3429000"/>
              <a:gd name="connsiteX2" fmla="*/ 3086667 w 3086667"/>
              <a:gd name="connsiteY2" fmla="*/ 226489 h 3429000"/>
              <a:gd name="connsiteX3" fmla="*/ 3086667 w 3086667"/>
              <a:gd name="connsiteY3" fmla="*/ 3429000 h 3429000"/>
              <a:gd name="connsiteX4" fmla="*/ 440639 w 3086667"/>
              <a:gd name="connsiteY4" fmla="*/ 3429000 h 3429000"/>
              <a:gd name="connsiteX5" fmla="*/ 364451 w 3086667"/>
              <a:gd name="connsiteY5" fmla="*/ 3327116 h 3429000"/>
              <a:gd name="connsiteX6" fmla="*/ 0 w 3086667"/>
              <a:gd name="connsiteY6" fmla="*/ 2133985 h 3429000"/>
              <a:gd name="connsiteX7" fmla="*/ 2133985 w 3086667"/>
              <a:gd name="connsiteY7" fmla="*/ 0 h 342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086667" h="3429000">
                <a:moveTo>
                  <a:pt x="2133985" y="0"/>
                </a:moveTo>
                <a:cubicBezTo>
                  <a:pt x="2428627" y="0"/>
                  <a:pt x="2709322" y="59714"/>
                  <a:pt x="2964628" y="167699"/>
                </a:cubicBezTo>
                <a:lnTo>
                  <a:pt x="3086667" y="226489"/>
                </a:lnTo>
                <a:lnTo>
                  <a:pt x="3086667" y="3429000"/>
                </a:lnTo>
                <a:lnTo>
                  <a:pt x="440639" y="3429000"/>
                </a:lnTo>
                <a:lnTo>
                  <a:pt x="364451" y="3327116"/>
                </a:lnTo>
                <a:cubicBezTo>
                  <a:pt x="134356" y="2986530"/>
                  <a:pt x="0" y="2575948"/>
                  <a:pt x="0" y="2133985"/>
                </a:cubicBezTo>
                <a:cubicBezTo>
                  <a:pt x="0" y="955418"/>
                  <a:pt x="955418" y="0"/>
                  <a:pt x="2133985" y="0"/>
                </a:cubicBez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a:solidFill>
                <a:schemeClr val="bg1"/>
              </a:solidFill>
              <a:latin typeface="+mj-lt"/>
            </a:endParaRPr>
          </a:p>
        </p:txBody>
      </p:sp>
      <p:pic>
        <p:nvPicPr>
          <p:cNvPr id="35" name="Graphic 34">
            <a:extLst>
              <a:ext uri="{FF2B5EF4-FFF2-40B4-BE49-F238E27FC236}">
                <a16:creationId xmlns:a16="http://schemas.microsoft.com/office/drawing/2014/main" id="{6FEF5495-925E-4DBE-A677-EF910F8266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8">
            <a:duotone>
              <a:schemeClr val="accent6">
                <a:shade val="45000"/>
                <a:satMod val="135000"/>
              </a:schemeClr>
              <a:prstClr val="white"/>
            </a:duotone>
            <a:extLst>
              <a:ext uri="{28A0092B-C50C-407E-A947-70E740481C1C}">
                <a14:useLocalDpi xmlns:a14="http://schemas.microsoft.com/office/drawing/2010/main" val="0"/>
              </a:ext>
              <a:ext uri="{96DAC541-7B7A-43D3-8B79-37D633B846F1}">
                <asvg:svgBlip xmlns:asvg="http://schemas.microsoft.com/office/drawing/2016/SVG/main" r:embed="rId9"/>
              </a:ext>
            </a:extLst>
          </a:blip>
          <a:srcRect l="11935" t="10861" r="33955" b="27347"/>
          <a:stretch/>
        </p:blipFill>
        <p:spPr>
          <a:xfrm>
            <a:off x="9972468" y="4341999"/>
            <a:ext cx="2239201" cy="2525322"/>
          </a:xfrm>
          <a:prstGeom prst="rect">
            <a:avLst/>
          </a:prstGeom>
        </p:spPr>
      </p:pic>
      <p:sp>
        <p:nvSpPr>
          <p:cNvPr id="4" name="TextBox 3">
            <a:extLst>
              <a:ext uri="{FF2B5EF4-FFF2-40B4-BE49-F238E27FC236}">
                <a16:creationId xmlns:a16="http://schemas.microsoft.com/office/drawing/2014/main" id="{FBF9F843-C83B-1766-A78B-D65C53641C75}"/>
              </a:ext>
            </a:extLst>
          </p:cNvPr>
          <p:cNvSpPr txBox="1"/>
          <p:nvPr/>
        </p:nvSpPr>
        <p:spPr>
          <a:xfrm>
            <a:off x="1884243" y="3896598"/>
            <a:ext cx="9227487" cy="461665"/>
          </a:xfrm>
          <a:prstGeom prst="rect">
            <a:avLst/>
          </a:prstGeom>
          <a:noFill/>
        </p:spPr>
        <p:txBody>
          <a:bodyPr wrap="square">
            <a:spAutoFit/>
          </a:bodyPr>
          <a:lstStyle/>
          <a:p>
            <a:r>
              <a:rPr lang="en-US" sz="2400" b="1" dirty="0">
                <a:solidFill>
                  <a:srgbClr val="0070C0"/>
                </a:solidFill>
                <a:latin typeface="Google Sans"/>
              </a:rPr>
              <a:t>Ensemble</a:t>
            </a:r>
            <a:r>
              <a:rPr lang="en-US" sz="2400" b="1" dirty="0">
                <a:solidFill>
                  <a:srgbClr val="1F1F1F"/>
                </a:solidFill>
                <a:latin typeface="Google Sans"/>
              </a:rPr>
              <a:t>: </a:t>
            </a:r>
            <a:r>
              <a:rPr lang="en-US" sz="2400" dirty="0">
                <a:solidFill>
                  <a:srgbClr val="1F1F1F"/>
                </a:solidFill>
                <a:latin typeface="Google Sans"/>
              </a:rPr>
              <a:t>A</a:t>
            </a:r>
            <a:r>
              <a:rPr lang="en-US" sz="2400" b="0" i="0" dirty="0">
                <a:solidFill>
                  <a:srgbClr val="1F1F1F"/>
                </a:solidFill>
                <a:effectLst/>
                <a:latin typeface="Google Sans"/>
              </a:rPr>
              <a:t> group of items viewed as a whole rather than individually</a:t>
            </a:r>
            <a:endParaRPr lang="en-IN" sz="2400" dirty="0"/>
          </a:p>
        </p:txBody>
      </p:sp>
    </p:spTree>
    <p:extLst>
      <p:ext uri="{BB962C8B-B14F-4D97-AF65-F5344CB8AC3E}">
        <p14:creationId xmlns:p14="http://schemas.microsoft.com/office/powerpoint/2010/main" val="35346250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EB47644-137C-722A-B29C-9F102A4A5118}"/>
              </a:ext>
            </a:extLst>
          </p:cNvPr>
          <p:cNvSpPr>
            <a:spLocks noGrp="1"/>
          </p:cNvSpPr>
          <p:nvPr>
            <p:ph idx="1"/>
          </p:nvPr>
        </p:nvSpPr>
        <p:spPr>
          <a:xfrm>
            <a:off x="777240" y="446314"/>
            <a:ext cx="10659110" cy="5730649"/>
          </a:xfrm>
        </p:spPr>
        <p:txBody>
          <a:bodyPr>
            <a:normAutofit lnSpcReduction="10000"/>
          </a:bodyPr>
          <a:lstStyle/>
          <a:p>
            <a:pPr marL="0" indent="0">
              <a:buNone/>
            </a:pPr>
            <a:r>
              <a:rPr lang="en-US" sz="2800" b="1" dirty="0"/>
              <a:t>🌟 What Are Ensemble Methods?</a:t>
            </a:r>
          </a:p>
          <a:p>
            <a:pPr marL="0" indent="0">
              <a:buNone/>
            </a:pPr>
            <a:r>
              <a:rPr lang="en-US" sz="2400" dirty="0"/>
              <a:t>Ensemble methods are like </a:t>
            </a:r>
            <a:r>
              <a:rPr lang="en-US" sz="2400" b="1" dirty="0">
                <a:solidFill>
                  <a:srgbClr val="C00000"/>
                </a:solidFill>
              </a:rPr>
              <a:t>asking multiple experts </a:t>
            </a:r>
            <a:r>
              <a:rPr lang="en-US" sz="2400" b="1" dirty="0">
                <a:solidFill>
                  <a:srgbClr val="002060"/>
                </a:solidFill>
              </a:rPr>
              <a:t>instead of relying on just one</a:t>
            </a:r>
            <a:r>
              <a:rPr lang="en-US" sz="2400" dirty="0"/>
              <a:t>. The idea is:</a:t>
            </a:r>
          </a:p>
          <a:p>
            <a:pPr marL="0" indent="0">
              <a:buNone/>
            </a:pPr>
            <a:r>
              <a:rPr lang="en-US" sz="2400" dirty="0"/>
              <a:t>	"</a:t>
            </a:r>
            <a:r>
              <a:rPr lang="en-US" sz="2400" b="1" dirty="0">
                <a:solidFill>
                  <a:srgbClr val="0070C0"/>
                </a:solidFill>
              </a:rPr>
              <a:t>Many weak models combined together can give a strong model</a:t>
            </a:r>
            <a:r>
              <a:rPr lang="en-US" sz="2400" dirty="0"/>
              <a:t>.“</a:t>
            </a:r>
          </a:p>
          <a:p>
            <a:pPr marL="0" indent="0">
              <a:buNone/>
            </a:pPr>
            <a:endParaRPr lang="en-US" dirty="0"/>
          </a:p>
          <a:p>
            <a:pPr marL="0" indent="0">
              <a:buNone/>
            </a:pPr>
            <a:r>
              <a:rPr lang="en-US" sz="2400" dirty="0"/>
              <a:t>In machine learning, an ensemble </a:t>
            </a:r>
            <a:r>
              <a:rPr lang="en-US" sz="2400" b="1" dirty="0"/>
              <a:t>combines the predictions of several models </a:t>
            </a:r>
            <a:r>
              <a:rPr lang="en-US" sz="2400" dirty="0"/>
              <a:t>to make a better overall prediction.</a:t>
            </a:r>
          </a:p>
          <a:p>
            <a:pPr marL="0" indent="0">
              <a:buNone/>
            </a:pPr>
            <a:endParaRPr lang="en-US" sz="1600" dirty="0"/>
          </a:p>
          <a:p>
            <a:pPr marL="0" indent="0">
              <a:buNone/>
            </a:pPr>
            <a:r>
              <a:rPr lang="en-US" sz="2400" b="1" dirty="0"/>
              <a:t>Simple Real-Life Example:</a:t>
            </a:r>
          </a:p>
          <a:p>
            <a:r>
              <a:rPr lang="en-US" sz="2400" dirty="0"/>
              <a:t>Imagine you want to decide whether to watch a movie.</a:t>
            </a:r>
          </a:p>
          <a:p>
            <a:r>
              <a:rPr lang="en-US" sz="2400" dirty="0"/>
              <a:t>You ask 1 friend: They say, "Maybe it's good."</a:t>
            </a:r>
          </a:p>
          <a:p>
            <a:r>
              <a:rPr lang="en-US" sz="2400" dirty="0"/>
              <a:t>But if you ask </a:t>
            </a:r>
            <a:r>
              <a:rPr lang="en-US" sz="2400" b="1" dirty="0"/>
              <a:t>10 friends</a:t>
            </a:r>
            <a:r>
              <a:rPr lang="en-US" sz="2400" dirty="0"/>
              <a:t>, and </a:t>
            </a:r>
            <a:r>
              <a:rPr lang="en-US" sz="2400" b="1" dirty="0"/>
              <a:t>7 say it's great</a:t>
            </a:r>
            <a:r>
              <a:rPr lang="en-US" sz="2400" dirty="0"/>
              <a:t>, you're more confident.</a:t>
            </a:r>
          </a:p>
          <a:p>
            <a:r>
              <a:rPr lang="en-US" sz="2400" dirty="0"/>
              <a:t>This is exactly what ensemble methods do — </a:t>
            </a:r>
            <a:r>
              <a:rPr lang="en-US" sz="2400" b="1" dirty="0"/>
              <a:t>combine multiple opinions (models)</a:t>
            </a:r>
            <a:r>
              <a:rPr lang="en-US" sz="2400" dirty="0"/>
              <a:t> to make a better decision.</a:t>
            </a:r>
          </a:p>
        </p:txBody>
      </p:sp>
    </p:spTree>
    <p:extLst>
      <p:ext uri="{BB962C8B-B14F-4D97-AF65-F5344CB8AC3E}">
        <p14:creationId xmlns:p14="http://schemas.microsoft.com/office/powerpoint/2010/main" val="203347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A4DED7-453C-5981-620B-CE7F1746BA5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A71564-5992-DED5-30F3-53E93DF71C90}"/>
              </a:ext>
            </a:extLst>
          </p:cNvPr>
          <p:cNvSpPr>
            <a:spLocks noGrp="1"/>
          </p:cNvSpPr>
          <p:nvPr>
            <p:ph idx="1"/>
          </p:nvPr>
        </p:nvSpPr>
        <p:spPr>
          <a:xfrm>
            <a:off x="777240" y="718457"/>
            <a:ext cx="10659110" cy="5458506"/>
          </a:xfrm>
        </p:spPr>
        <p:txBody>
          <a:bodyPr>
            <a:normAutofit/>
          </a:bodyPr>
          <a:lstStyle/>
          <a:p>
            <a:pPr marL="0" indent="0">
              <a:buNone/>
            </a:pPr>
            <a:r>
              <a:rPr lang="en-US" sz="3200" b="1" dirty="0"/>
              <a:t>Why Use Ensemble Methods?</a:t>
            </a:r>
          </a:p>
          <a:p>
            <a:r>
              <a:rPr lang="en-US" sz="3200" dirty="0"/>
              <a:t>Reduce </a:t>
            </a:r>
            <a:r>
              <a:rPr lang="en-US" sz="3200" b="1" dirty="0"/>
              <a:t>errors</a:t>
            </a:r>
            <a:endParaRPr lang="en-US" sz="3200" dirty="0"/>
          </a:p>
          <a:p>
            <a:r>
              <a:rPr lang="en-US" sz="3200" dirty="0"/>
              <a:t>Improve </a:t>
            </a:r>
            <a:r>
              <a:rPr lang="en-US" sz="3200" b="1" dirty="0"/>
              <a:t>accuracy</a:t>
            </a:r>
            <a:endParaRPr lang="en-US" sz="3200" dirty="0"/>
          </a:p>
          <a:p>
            <a:r>
              <a:rPr lang="en-US" sz="3200" dirty="0"/>
              <a:t>Handle </a:t>
            </a:r>
            <a:r>
              <a:rPr lang="en-US" sz="3200" b="1" dirty="0"/>
              <a:t>overfitting</a:t>
            </a:r>
            <a:r>
              <a:rPr lang="en-US" sz="3200" dirty="0"/>
              <a:t> and </a:t>
            </a:r>
            <a:r>
              <a:rPr lang="en-US" sz="3200" b="1" dirty="0"/>
              <a:t>underfitting</a:t>
            </a:r>
            <a:endParaRPr lang="en-US" sz="3200" dirty="0"/>
          </a:p>
          <a:p>
            <a:pPr marL="0" indent="0">
              <a:buNone/>
            </a:pPr>
            <a:endParaRPr lang="en-IN" sz="3200" dirty="0"/>
          </a:p>
        </p:txBody>
      </p:sp>
    </p:spTree>
    <p:extLst>
      <p:ext uri="{BB962C8B-B14F-4D97-AF65-F5344CB8AC3E}">
        <p14:creationId xmlns:p14="http://schemas.microsoft.com/office/powerpoint/2010/main" val="1135350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6159CB9-1B49-9628-D6AC-11A36D5C22DC}"/>
            </a:ext>
          </a:extLst>
        </p:cNvPr>
        <p:cNvGrpSpPr/>
        <p:nvPr/>
      </p:nvGrpSpPr>
      <p:grpSpPr>
        <a:xfrm>
          <a:off x="0" y="0"/>
          <a:ext cx="0" cy="0"/>
          <a:chOff x="0" y="0"/>
          <a:chExt cx="0" cy="0"/>
        </a:xfrm>
      </p:grpSpPr>
      <p:sp useBgFill="1">
        <p:nvSpPr>
          <p:cNvPr id="2114" name="Rectangle 2113">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15" name="Rectangle 2114">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2116"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2117" name="Oval 2116">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8" name="Oval 2117">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9" name="Oval 2118">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0" name="Oval 2119">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1" name="Oval 2120">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2" name="Oval 2121">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3" name="Oval 2122">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4" name="Oval 2123">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5" name="Oval 2124">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26" name="Oval 2125">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7" name="Freeform: Shape 2126">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128" name="Freeform: Shape 2127">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129" name="Freeform: Shape 2128">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2130" name="Oval 2129">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131" name="Freeform: Shape 2130">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2132" name="Rectangle 2131">
            <a:extLst>
              <a:ext uri="{FF2B5EF4-FFF2-40B4-BE49-F238E27FC236}">
                <a16:creationId xmlns:a16="http://schemas.microsoft.com/office/drawing/2014/main" id="{B7818AA9-82F7-46F6-8A83-1A6258163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0" name="Picture 2" descr="Ensemble Methods of Data Mining">
            <a:extLst>
              <a:ext uri="{FF2B5EF4-FFF2-40B4-BE49-F238E27FC236}">
                <a16:creationId xmlns:a16="http://schemas.microsoft.com/office/drawing/2014/main" id="{87C874CA-08E6-867A-EE76-C29F2DC51D81}"/>
              </a:ext>
            </a:extLst>
          </p:cNvPr>
          <p:cNvPicPr>
            <a:picLocks noGrp="1" noChangeAspect="1" noChangeArrowheads="1"/>
          </p:cNvPicPr>
          <p:nvPr>
            <p:ph idx="1"/>
          </p:nvPr>
        </p:nvPicPr>
        <p:blipFill>
          <a:blip r:embed="rId2">
            <a:alphaModFix/>
            <a:extLst>
              <a:ext uri="{28A0092B-C50C-407E-A947-70E740481C1C}">
                <a14:useLocalDpi xmlns:a14="http://schemas.microsoft.com/office/drawing/2010/main" val="0"/>
              </a:ext>
            </a:extLst>
          </a:blip>
          <a:srcRect l="12659" r="18452"/>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grpSp>
        <p:nvGrpSpPr>
          <p:cNvPr id="2133" name="Group 2132">
            <a:extLst>
              <a:ext uri="{FF2B5EF4-FFF2-40B4-BE49-F238E27FC236}">
                <a16:creationId xmlns:a16="http://schemas.microsoft.com/office/drawing/2014/main" id="{FCEBDFAC-E3E5-4883-8BE7-B43474AE3BB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10450" y="236341"/>
            <a:ext cx="11410891" cy="5901949"/>
            <a:chOff x="310450" y="236341"/>
            <a:chExt cx="11410891" cy="5901949"/>
          </a:xfrm>
        </p:grpSpPr>
        <p:sp>
          <p:nvSpPr>
            <p:cNvPr id="2079" name="Oval 2078">
              <a:extLst>
                <a:ext uri="{FF2B5EF4-FFF2-40B4-BE49-F238E27FC236}">
                  <a16:creationId xmlns:a16="http://schemas.microsoft.com/office/drawing/2014/main" id="{526A544A-3C76-4502-A741-F4DB0E2CD2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5328" y="1050301"/>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0" name="Oval 2079">
              <a:extLst>
                <a:ext uri="{FF2B5EF4-FFF2-40B4-BE49-F238E27FC236}">
                  <a16:creationId xmlns:a16="http://schemas.microsoft.com/office/drawing/2014/main" id="{017B8593-D171-47B5-8D1A-E34E7B138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10450" y="1144461"/>
              <a:ext cx="226735" cy="226735"/>
            </a:xfrm>
            <a:prstGeom prst="ellipse">
              <a:avLst/>
            </a:prstGeom>
            <a:solidFill>
              <a:schemeClr val="tx2">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1" name="Oval 2080">
              <a:extLst>
                <a:ext uri="{FF2B5EF4-FFF2-40B4-BE49-F238E27FC236}">
                  <a16:creationId xmlns:a16="http://schemas.microsoft.com/office/drawing/2014/main" id="{1FEF60D4-64F6-450F-B86D-383EEA1C84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8374" y="386135"/>
              <a:ext cx="466441" cy="466441"/>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2" name="Oval 2081">
              <a:extLst>
                <a:ext uri="{FF2B5EF4-FFF2-40B4-BE49-F238E27FC236}">
                  <a16:creationId xmlns:a16="http://schemas.microsoft.com/office/drawing/2014/main" id="{A97D4A7C-B520-46CB-9A94-711F53997B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5714" y="236341"/>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3" name="Oval 2082">
              <a:extLst>
                <a:ext uri="{FF2B5EF4-FFF2-40B4-BE49-F238E27FC236}">
                  <a16:creationId xmlns:a16="http://schemas.microsoft.com/office/drawing/2014/main" id="{2B7B976F-E84B-4936-90D7-C8298A5E7B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37185" y="538093"/>
              <a:ext cx="466441" cy="466441"/>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4" name="Oval 2083">
              <a:extLst>
                <a:ext uri="{FF2B5EF4-FFF2-40B4-BE49-F238E27FC236}">
                  <a16:creationId xmlns:a16="http://schemas.microsoft.com/office/drawing/2014/main" id="{DC91FFEC-59DF-4D22-A925-F51520769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98320" y="5269378"/>
              <a:ext cx="223021" cy="2230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5" name="Oval 2084">
              <a:extLst>
                <a:ext uri="{FF2B5EF4-FFF2-40B4-BE49-F238E27FC236}">
                  <a16:creationId xmlns:a16="http://schemas.microsoft.com/office/drawing/2014/main" id="{58931E95-0847-47E4-8AEC-312312A032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79878" y="5832510"/>
              <a:ext cx="305780" cy="305780"/>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86" name="Oval 2085">
              <a:extLst>
                <a:ext uri="{FF2B5EF4-FFF2-40B4-BE49-F238E27FC236}">
                  <a16:creationId xmlns:a16="http://schemas.microsoft.com/office/drawing/2014/main" id="{3C094915-EF93-49A0-9B90-C44FB9B500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786119" y="5492399"/>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758386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A2DB1-65A6-676A-42C4-6F048D89BEE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353F7B-F048-86FF-A697-C775D42B2A6D}"/>
              </a:ext>
            </a:extLst>
          </p:cNvPr>
          <p:cNvSpPr>
            <a:spLocks noGrp="1"/>
          </p:cNvSpPr>
          <p:nvPr>
            <p:ph idx="1"/>
          </p:nvPr>
        </p:nvSpPr>
        <p:spPr>
          <a:xfrm>
            <a:off x="777240" y="718457"/>
            <a:ext cx="10659110" cy="5458506"/>
          </a:xfrm>
        </p:spPr>
        <p:txBody>
          <a:bodyPr>
            <a:normAutofit lnSpcReduction="10000"/>
          </a:bodyPr>
          <a:lstStyle/>
          <a:p>
            <a:pPr marL="457200" indent="-457200">
              <a:buAutoNum type="arabicPeriod"/>
            </a:pPr>
            <a:r>
              <a:rPr lang="en-IN" sz="2400" b="1" dirty="0"/>
              <a:t>Bagging: (</a:t>
            </a:r>
            <a:r>
              <a:rPr lang="en-US" sz="2400" b="1" dirty="0"/>
              <a:t>Bootstrap Aggregating</a:t>
            </a:r>
            <a:r>
              <a:rPr lang="en-IN" sz="2400" b="1" dirty="0"/>
              <a:t>)</a:t>
            </a:r>
          </a:p>
          <a:p>
            <a:r>
              <a:rPr lang="en-US" sz="2400" b="1" dirty="0"/>
              <a:t>Bootstrap Aggregating is </a:t>
            </a:r>
            <a:r>
              <a:rPr lang="en-US" sz="2400" dirty="0"/>
              <a:t>a </a:t>
            </a:r>
            <a:r>
              <a:rPr lang="en-US" sz="2400" b="1" dirty="0"/>
              <a:t>machine learning ensemble method</a:t>
            </a:r>
            <a:r>
              <a:rPr lang="en-US" sz="2400" dirty="0"/>
              <a:t> that helps improve </a:t>
            </a:r>
            <a:r>
              <a:rPr lang="en-US" sz="2400" b="1" dirty="0">
                <a:solidFill>
                  <a:srgbClr val="C00000"/>
                </a:solidFill>
              </a:rPr>
              <a:t>accuracy</a:t>
            </a:r>
            <a:r>
              <a:rPr lang="en-US" sz="2400" dirty="0"/>
              <a:t> and </a:t>
            </a:r>
            <a:r>
              <a:rPr lang="en-US" sz="2400" b="1" dirty="0">
                <a:solidFill>
                  <a:srgbClr val="C00000"/>
                </a:solidFill>
              </a:rPr>
              <a:t>reduce</a:t>
            </a:r>
            <a:r>
              <a:rPr lang="en-US" sz="2400" dirty="0"/>
              <a:t> </a:t>
            </a:r>
            <a:r>
              <a:rPr lang="en-US" sz="2400" b="1" dirty="0">
                <a:solidFill>
                  <a:srgbClr val="C00000"/>
                </a:solidFill>
              </a:rPr>
              <a:t>overfitting</a:t>
            </a:r>
            <a:r>
              <a:rPr lang="en-US" sz="2400" dirty="0"/>
              <a:t> by:</a:t>
            </a:r>
          </a:p>
          <a:p>
            <a:pPr lvl="1"/>
            <a:r>
              <a:rPr lang="en-US" sz="2400" dirty="0"/>
              <a:t>Creating </a:t>
            </a:r>
            <a:r>
              <a:rPr lang="en-US" sz="2400" b="1" dirty="0"/>
              <a:t>many versions</a:t>
            </a:r>
            <a:r>
              <a:rPr lang="en-US" sz="2400" dirty="0"/>
              <a:t> of a model (like decision trees),</a:t>
            </a:r>
          </a:p>
          <a:p>
            <a:pPr lvl="1"/>
            <a:r>
              <a:rPr lang="en-US" sz="2400" dirty="0"/>
              <a:t>Training each on a </a:t>
            </a:r>
            <a:r>
              <a:rPr lang="en-US" sz="2400" b="1" dirty="0"/>
              <a:t>random sample of the data</a:t>
            </a:r>
            <a:r>
              <a:rPr lang="en-US" sz="2400" dirty="0"/>
              <a:t>,</a:t>
            </a:r>
          </a:p>
          <a:p>
            <a:pPr lvl="1"/>
            <a:r>
              <a:rPr lang="en-US" sz="2400" b="1" dirty="0"/>
              <a:t>Combining</a:t>
            </a:r>
            <a:r>
              <a:rPr lang="en-US" sz="2400" dirty="0"/>
              <a:t> their predictions (e.g., by majority vote or averaging).</a:t>
            </a:r>
          </a:p>
          <a:p>
            <a:pPr marL="0" indent="0">
              <a:buNone/>
            </a:pPr>
            <a:endParaRPr lang="en-IN" sz="2400" dirty="0"/>
          </a:p>
          <a:p>
            <a:pPr marL="0" indent="0">
              <a:buNone/>
            </a:pPr>
            <a:r>
              <a:rPr lang="en-US" sz="2400" b="1" dirty="0"/>
              <a:t>Real-Life Analogy:</a:t>
            </a:r>
          </a:p>
          <a:p>
            <a:pPr marL="0" indent="0">
              <a:buNone/>
            </a:pPr>
            <a:r>
              <a:rPr lang="en-US" sz="2400" dirty="0"/>
              <a:t>Imagine a teacher wants to predict whether </a:t>
            </a:r>
            <a:r>
              <a:rPr lang="en-US" sz="2400" b="1" dirty="0">
                <a:solidFill>
                  <a:srgbClr val="C00000"/>
                </a:solidFill>
              </a:rPr>
              <a:t>students will pass</a:t>
            </a:r>
            <a:r>
              <a:rPr lang="en-US" sz="2400" dirty="0"/>
              <a:t> based on their </a:t>
            </a:r>
            <a:r>
              <a:rPr lang="en-US" sz="2400" b="1" dirty="0"/>
              <a:t>study hours.</a:t>
            </a:r>
          </a:p>
          <a:p>
            <a:pPr marL="0" indent="0">
              <a:buNone/>
            </a:pPr>
            <a:r>
              <a:rPr lang="en-US" sz="2400" dirty="0"/>
              <a:t>Instead of asking one tutor to guess, the teacher asks 10 different tutors, each given slightly </a:t>
            </a:r>
            <a:r>
              <a:rPr lang="en-US" sz="2400" b="1" dirty="0">
                <a:solidFill>
                  <a:srgbClr val="C00000"/>
                </a:solidFill>
              </a:rPr>
              <a:t>different groups of students </a:t>
            </a:r>
            <a:r>
              <a:rPr lang="en-US" sz="2400" dirty="0"/>
              <a:t>(with repetition allowed). Then, the teacher combines all their answers to make a final decision.</a:t>
            </a:r>
          </a:p>
          <a:p>
            <a:pPr marL="0" indent="0">
              <a:buNone/>
            </a:pPr>
            <a:r>
              <a:rPr lang="en-US" sz="2400" dirty="0"/>
              <a:t>💡 This teamwork leads to a better and more balanced prediction.</a:t>
            </a:r>
            <a:endParaRPr lang="en-IN" sz="2400" dirty="0"/>
          </a:p>
        </p:txBody>
      </p:sp>
    </p:spTree>
    <p:extLst>
      <p:ext uri="{BB962C8B-B14F-4D97-AF65-F5344CB8AC3E}">
        <p14:creationId xmlns:p14="http://schemas.microsoft.com/office/powerpoint/2010/main" val="2360277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5F252C-BEC4-B611-F1B6-EC74851D145D}"/>
            </a:ext>
          </a:extLst>
        </p:cNvPr>
        <p:cNvGrpSpPr/>
        <p:nvPr/>
      </p:nvGrpSpPr>
      <p:grpSpPr>
        <a:xfrm>
          <a:off x="0" y="0"/>
          <a:ext cx="0" cy="0"/>
          <a:chOff x="0" y="0"/>
          <a:chExt cx="0" cy="0"/>
        </a:xfrm>
      </p:grpSpPr>
      <p:sp useBgFill="1">
        <p:nvSpPr>
          <p:cNvPr id="7210" name="Rectangle 7209">
            <a:extLst>
              <a:ext uri="{FF2B5EF4-FFF2-40B4-BE49-F238E27FC236}">
                <a16:creationId xmlns:a16="http://schemas.microsoft.com/office/drawing/2014/main" id="{99B5B3C5-A599-465B-B2B9-866E8B2087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11" name="Rectangle 7210">
            <a:extLst>
              <a:ext uri="{FF2B5EF4-FFF2-40B4-BE49-F238E27FC236}">
                <a16:creationId xmlns:a16="http://schemas.microsoft.com/office/drawing/2014/main" id="{25C84982-7DD0-43B1-8A2D-BFA4DF1B4E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12192001" cy="685800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grpSp>
        <p:nvGrpSpPr>
          <p:cNvPr id="7212" name="Decorative Circles">
            <a:extLst>
              <a:ext uri="{FF2B5EF4-FFF2-40B4-BE49-F238E27FC236}">
                <a16:creationId xmlns:a16="http://schemas.microsoft.com/office/drawing/2014/main" id="{1D912E1C-3BBA-42F0-A3EE-FEC382E7230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 y="-1"/>
            <a:ext cx="12192001" cy="6858001"/>
            <a:chOff x="-1" y="-1"/>
            <a:chExt cx="12192001" cy="6858001"/>
          </a:xfrm>
        </p:grpSpPr>
        <p:sp>
          <p:nvSpPr>
            <p:cNvPr id="7213" name="Oval 7212">
              <a:extLst>
                <a:ext uri="{FF2B5EF4-FFF2-40B4-BE49-F238E27FC236}">
                  <a16:creationId xmlns:a16="http://schemas.microsoft.com/office/drawing/2014/main" id="{2FEEAC76-E273-46A8-8F8E-CE59860FE7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09098" y="727602"/>
              <a:ext cx="172408" cy="172408"/>
            </a:xfrm>
            <a:prstGeom prst="ellipse">
              <a:avLst/>
            </a:prstGeom>
            <a:solidFill>
              <a:schemeClr val="accent2">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4" name="Oval 7213">
              <a:extLst>
                <a:ext uri="{FF2B5EF4-FFF2-40B4-BE49-F238E27FC236}">
                  <a16:creationId xmlns:a16="http://schemas.microsoft.com/office/drawing/2014/main" id="{76594A0E-9400-45AD-A431-1DA1C0B289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49947" y="136523"/>
              <a:ext cx="113367" cy="113367"/>
            </a:xfrm>
            <a:prstGeom prst="ellipse">
              <a:avLst/>
            </a:prstGeom>
            <a:solidFill>
              <a:srgbClr val="F39E29">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5" name="Oval 7214">
              <a:extLst>
                <a:ext uri="{FF2B5EF4-FFF2-40B4-BE49-F238E27FC236}">
                  <a16:creationId xmlns:a16="http://schemas.microsoft.com/office/drawing/2014/main" id="{20916D6C-D32F-42B6-8512-CD5EDB8F2B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75290" y="5859047"/>
              <a:ext cx="305780" cy="305780"/>
            </a:xfrm>
            <a:prstGeom prst="ellipse">
              <a:avLst/>
            </a:prstGeom>
            <a:solidFill>
              <a:schemeClr val="accent1">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6" name="Oval 7215">
              <a:extLst>
                <a:ext uri="{FF2B5EF4-FFF2-40B4-BE49-F238E27FC236}">
                  <a16:creationId xmlns:a16="http://schemas.microsoft.com/office/drawing/2014/main" id="{3834846D-59C6-40F4-907C-F1A4689B58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5730" y="1133938"/>
              <a:ext cx="226735" cy="226735"/>
            </a:xfrm>
            <a:prstGeom prst="ellipse">
              <a:avLst/>
            </a:prstGeom>
            <a:solidFill>
              <a:schemeClr val="accent3">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7" name="Oval 7216">
              <a:extLst>
                <a:ext uri="{FF2B5EF4-FFF2-40B4-BE49-F238E27FC236}">
                  <a16:creationId xmlns:a16="http://schemas.microsoft.com/office/drawing/2014/main" id="{5A257CDF-2E36-4DC7-8EE4-5CD8F8ECA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536830" y="554419"/>
              <a:ext cx="382700" cy="382700"/>
            </a:xfrm>
            <a:prstGeom prst="ellipse">
              <a:avLst/>
            </a:prstGeom>
            <a:solidFill>
              <a:schemeClr val="accent2">
                <a:lumMod val="60000"/>
                <a:lumOff val="40000"/>
                <a:alpha val="7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18" name="Oval 7217">
              <a:extLst>
                <a:ext uri="{FF2B5EF4-FFF2-40B4-BE49-F238E27FC236}">
                  <a16:creationId xmlns:a16="http://schemas.microsoft.com/office/drawing/2014/main" id="{D5B26E0E-A115-4AE2-82D8-76BB93CC49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224303" y="299808"/>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19" name="Oval 7218">
              <a:extLst>
                <a:ext uri="{FF2B5EF4-FFF2-40B4-BE49-F238E27FC236}">
                  <a16:creationId xmlns:a16="http://schemas.microsoft.com/office/drawing/2014/main" id="{755058DB-7E01-4E95-BF59-983AA1BBB3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29630" y="5482355"/>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0" name="Oval 7219">
              <a:extLst>
                <a:ext uri="{FF2B5EF4-FFF2-40B4-BE49-F238E27FC236}">
                  <a16:creationId xmlns:a16="http://schemas.microsoft.com/office/drawing/2014/main" id="{A810F7E2-23F3-44D6-B09E-71E55653605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415328" y="6124958"/>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1" name="Oval 7220">
              <a:extLst>
                <a:ext uri="{FF2B5EF4-FFF2-40B4-BE49-F238E27FC236}">
                  <a16:creationId xmlns:a16="http://schemas.microsoft.com/office/drawing/2014/main" id="{59D5C391-E1DB-410A-A78C-ED3BBDFF07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120382" y="6255986"/>
              <a:ext cx="305780" cy="305780"/>
            </a:xfrm>
            <a:prstGeom prst="ellipse">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22" name="Oval 7221">
              <a:extLst>
                <a:ext uri="{FF2B5EF4-FFF2-40B4-BE49-F238E27FC236}">
                  <a16:creationId xmlns:a16="http://schemas.microsoft.com/office/drawing/2014/main" id="{77C4944D-9373-4283-BCAA-927A031665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934343" y="6204350"/>
              <a:ext cx="113367" cy="113367"/>
            </a:xfrm>
            <a:prstGeom prst="ellipse">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23" name="Freeform: Shape 7222">
              <a:extLst>
                <a:ext uri="{FF2B5EF4-FFF2-40B4-BE49-F238E27FC236}">
                  <a16:creationId xmlns:a16="http://schemas.microsoft.com/office/drawing/2014/main" id="{6804C521-2D9F-4CE4-AFD3-D4F1551FEC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42244" y="6317718"/>
              <a:ext cx="549756" cy="540282"/>
            </a:xfrm>
            <a:custGeom>
              <a:avLst/>
              <a:gdLst>
                <a:gd name="connsiteX0" fmla="*/ 1224540 w 2115556"/>
                <a:gd name="connsiteY0" fmla="*/ 0 h 2079100"/>
                <a:gd name="connsiteX1" fmla="*/ 2090421 w 2115556"/>
                <a:gd name="connsiteY1" fmla="*/ 358660 h 2079100"/>
                <a:gd name="connsiteX2" fmla="*/ 2115556 w 2115556"/>
                <a:gd name="connsiteY2" fmla="*/ 386315 h 2079100"/>
                <a:gd name="connsiteX3" fmla="*/ 2115556 w 2115556"/>
                <a:gd name="connsiteY3" fmla="*/ 2062765 h 2079100"/>
                <a:gd name="connsiteX4" fmla="*/ 2100710 w 2115556"/>
                <a:gd name="connsiteY4" fmla="*/ 2079100 h 2079100"/>
                <a:gd name="connsiteX5" fmla="*/ 348370 w 2115556"/>
                <a:gd name="connsiteY5" fmla="*/ 2079100 h 2079100"/>
                <a:gd name="connsiteX6" fmla="*/ 279625 w 2115556"/>
                <a:gd name="connsiteY6" fmla="*/ 2003461 h 2079100"/>
                <a:gd name="connsiteX7" fmla="*/ 0 w 2115556"/>
                <a:gd name="connsiteY7" fmla="*/ 1224540 h 2079100"/>
                <a:gd name="connsiteX8" fmla="*/ 1224540 w 2115556"/>
                <a:gd name="connsiteY8" fmla="*/ 0 h 207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5556" h="2079100">
                  <a:moveTo>
                    <a:pt x="1224540" y="0"/>
                  </a:moveTo>
                  <a:cubicBezTo>
                    <a:pt x="1562687" y="0"/>
                    <a:pt x="1868823" y="137062"/>
                    <a:pt x="2090421" y="358660"/>
                  </a:cubicBezTo>
                  <a:lnTo>
                    <a:pt x="2115556" y="386315"/>
                  </a:lnTo>
                  <a:lnTo>
                    <a:pt x="2115556" y="2062765"/>
                  </a:lnTo>
                  <a:lnTo>
                    <a:pt x="2100710" y="2079100"/>
                  </a:lnTo>
                  <a:lnTo>
                    <a:pt x="348370" y="2079100"/>
                  </a:lnTo>
                  <a:lnTo>
                    <a:pt x="279625" y="2003461"/>
                  </a:lnTo>
                  <a:cubicBezTo>
                    <a:pt x="104938" y="1791789"/>
                    <a:pt x="0" y="1520419"/>
                    <a:pt x="0" y="1224540"/>
                  </a:cubicBezTo>
                  <a:cubicBezTo>
                    <a:pt x="0" y="548245"/>
                    <a:pt x="548245" y="0"/>
                    <a:pt x="1224540" y="0"/>
                  </a:cubicBezTo>
                  <a:close/>
                </a:path>
              </a:pathLst>
            </a:cu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7224" name="Freeform: Shape 7223">
              <a:extLst>
                <a:ext uri="{FF2B5EF4-FFF2-40B4-BE49-F238E27FC236}">
                  <a16:creationId xmlns:a16="http://schemas.microsoft.com/office/drawing/2014/main" id="{755AC65C-13EF-4182-AA3C-62BE165CC03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510196" cy="538336"/>
            </a:xfrm>
            <a:custGeom>
              <a:avLst/>
              <a:gdLst>
                <a:gd name="connsiteX0" fmla="*/ 0 w 510196"/>
                <a:gd name="connsiteY0" fmla="*/ 0 h 538336"/>
                <a:gd name="connsiteX1" fmla="*/ 459276 w 510196"/>
                <a:gd name="connsiteY1" fmla="*/ 0 h 538336"/>
                <a:gd name="connsiteX2" fmla="*/ 482126 w 510196"/>
                <a:gd name="connsiteY2" fmla="*/ 42098 h 538336"/>
                <a:gd name="connsiteX3" fmla="*/ 510196 w 510196"/>
                <a:gd name="connsiteY3" fmla="*/ 181136 h 538336"/>
                <a:gd name="connsiteX4" fmla="*/ 152996 w 510196"/>
                <a:gd name="connsiteY4" fmla="*/ 538336 h 538336"/>
                <a:gd name="connsiteX5" fmla="*/ 13958 w 510196"/>
                <a:gd name="connsiteY5" fmla="*/ 510266 h 538336"/>
                <a:gd name="connsiteX6" fmla="*/ 0 w 510196"/>
                <a:gd name="connsiteY6" fmla="*/ 502690 h 538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10196" h="538336">
                  <a:moveTo>
                    <a:pt x="0" y="0"/>
                  </a:moveTo>
                  <a:lnTo>
                    <a:pt x="459276" y="0"/>
                  </a:lnTo>
                  <a:lnTo>
                    <a:pt x="482126" y="42098"/>
                  </a:lnTo>
                  <a:cubicBezTo>
                    <a:pt x="500201" y="84833"/>
                    <a:pt x="510196" y="131817"/>
                    <a:pt x="510196" y="181136"/>
                  </a:cubicBezTo>
                  <a:cubicBezTo>
                    <a:pt x="510196" y="378412"/>
                    <a:pt x="350272" y="538336"/>
                    <a:pt x="152996" y="538336"/>
                  </a:cubicBezTo>
                  <a:cubicBezTo>
                    <a:pt x="103677" y="538336"/>
                    <a:pt x="56693" y="528341"/>
                    <a:pt x="13958" y="510266"/>
                  </a:cubicBezTo>
                  <a:lnTo>
                    <a:pt x="0" y="50269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7225" name="Freeform: Shape 7224">
              <a:extLst>
                <a:ext uri="{FF2B5EF4-FFF2-40B4-BE49-F238E27FC236}">
                  <a16:creationId xmlns:a16="http://schemas.microsoft.com/office/drawing/2014/main" id="{E40DA8D2-FA4B-4282-9D44-48C27B63A15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28695" y="1"/>
              <a:ext cx="554074" cy="282754"/>
            </a:xfrm>
            <a:custGeom>
              <a:avLst/>
              <a:gdLst>
                <a:gd name="connsiteX0" fmla="*/ 644 w 309162"/>
                <a:gd name="connsiteY0" fmla="*/ 0 h 157771"/>
                <a:gd name="connsiteX1" fmla="*/ 308518 w 309162"/>
                <a:gd name="connsiteY1" fmla="*/ 0 h 157771"/>
                <a:gd name="connsiteX2" fmla="*/ 309162 w 309162"/>
                <a:gd name="connsiteY2" fmla="*/ 3190 h 157771"/>
                <a:gd name="connsiteX3" fmla="*/ 154581 w 309162"/>
                <a:gd name="connsiteY3" fmla="*/ 157771 h 157771"/>
                <a:gd name="connsiteX4" fmla="*/ 0 w 309162"/>
                <a:gd name="connsiteY4" fmla="*/ 3190 h 157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162" h="157771">
                  <a:moveTo>
                    <a:pt x="644" y="0"/>
                  </a:moveTo>
                  <a:lnTo>
                    <a:pt x="308518" y="0"/>
                  </a:lnTo>
                  <a:lnTo>
                    <a:pt x="309162" y="3190"/>
                  </a:lnTo>
                  <a:cubicBezTo>
                    <a:pt x="309162" y="88563"/>
                    <a:pt x="239954" y="157771"/>
                    <a:pt x="154581" y="157771"/>
                  </a:cubicBezTo>
                  <a:cubicBezTo>
                    <a:pt x="69208" y="157771"/>
                    <a:pt x="0" y="88563"/>
                    <a:pt x="0" y="319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sp>
          <p:nvSpPr>
            <p:cNvPr id="7226" name="Oval 7225">
              <a:extLst>
                <a:ext uri="{FF2B5EF4-FFF2-40B4-BE49-F238E27FC236}">
                  <a16:creationId xmlns:a16="http://schemas.microsoft.com/office/drawing/2014/main" id="{99065014-CB18-414D-A527-31ECC457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04140" y="1132500"/>
              <a:ext cx="84680" cy="84680"/>
            </a:xfrm>
            <a:prstGeom prst="ellipse">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7227" name="Freeform: Shape 7226">
              <a:extLst>
                <a:ext uri="{FF2B5EF4-FFF2-40B4-BE49-F238E27FC236}">
                  <a16:creationId xmlns:a16="http://schemas.microsoft.com/office/drawing/2014/main" id="{8F39E27A-56C1-4328-8DF1-2DA147C784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51348" y="5576515"/>
              <a:ext cx="137603" cy="210490"/>
            </a:xfrm>
            <a:custGeom>
              <a:avLst/>
              <a:gdLst>
                <a:gd name="connsiteX0" fmla="*/ 105245 w 137603"/>
                <a:gd name="connsiteY0" fmla="*/ 0 h 210490"/>
                <a:gd name="connsiteX1" fmla="*/ 137603 w 137603"/>
                <a:gd name="connsiteY1" fmla="*/ 6533 h 210490"/>
                <a:gd name="connsiteX2" fmla="*/ 137603 w 137603"/>
                <a:gd name="connsiteY2" fmla="*/ 203957 h 210490"/>
                <a:gd name="connsiteX3" fmla="*/ 105245 w 137603"/>
                <a:gd name="connsiteY3" fmla="*/ 210490 h 210490"/>
                <a:gd name="connsiteX4" fmla="*/ 0 w 137603"/>
                <a:gd name="connsiteY4" fmla="*/ 105245 h 210490"/>
                <a:gd name="connsiteX5" fmla="*/ 105245 w 137603"/>
                <a:gd name="connsiteY5" fmla="*/ 0 h 2104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603" h="210490">
                  <a:moveTo>
                    <a:pt x="105245" y="0"/>
                  </a:moveTo>
                  <a:lnTo>
                    <a:pt x="137603" y="6533"/>
                  </a:lnTo>
                  <a:lnTo>
                    <a:pt x="137603" y="203957"/>
                  </a:lnTo>
                  <a:lnTo>
                    <a:pt x="105245" y="210490"/>
                  </a:lnTo>
                  <a:cubicBezTo>
                    <a:pt x="47120" y="210490"/>
                    <a:pt x="0" y="163370"/>
                    <a:pt x="0" y="105245"/>
                  </a:cubicBezTo>
                  <a:cubicBezTo>
                    <a:pt x="0" y="47120"/>
                    <a:pt x="47120" y="0"/>
                    <a:pt x="105245" y="0"/>
                  </a:cubicBezTo>
                  <a:close/>
                </a:path>
              </a:pathLst>
            </a:custGeom>
            <a:solidFill>
              <a:schemeClr val="accent3">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900" dirty="0">
                <a:solidFill>
                  <a:schemeClr val="bg1"/>
                </a:solidFill>
                <a:latin typeface="+mj-lt"/>
              </a:endParaRPr>
            </a:p>
          </p:txBody>
        </p:sp>
      </p:grpSp>
      <p:sp useBgFill="1">
        <p:nvSpPr>
          <p:cNvPr id="7228" name="Rectangle 7227">
            <a:extLst>
              <a:ext uri="{FF2B5EF4-FFF2-40B4-BE49-F238E27FC236}">
                <a16:creationId xmlns:a16="http://schemas.microsoft.com/office/drawing/2014/main" id="{B7818AA9-82F7-46F6-8A83-1A6258163B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172" name="Picture 4" descr="Diagram depicting bagging in the context of ensemble learning.">
            <a:extLst>
              <a:ext uri="{FF2B5EF4-FFF2-40B4-BE49-F238E27FC236}">
                <a16:creationId xmlns:a16="http://schemas.microsoft.com/office/drawing/2014/main" id="{2DC7DD2B-F2DE-C66D-4D0C-403EDDB1C790}"/>
              </a:ext>
            </a:extLst>
          </p:cNvPr>
          <p:cNvPicPr>
            <a:picLocks noGrp="1" noChangeAspect="1" noChangeArrowheads="1"/>
          </p:cNvPicPr>
          <p:nvPr>
            <p:ph idx="1"/>
          </p:nvPr>
        </p:nvPicPr>
        <p:blipFill>
          <a:blip r:embed="rId2">
            <a:alphaModFix/>
            <a:extLst>
              <a:ext uri="{28A0092B-C50C-407E-A947-70E740481C1C}">
                <a14:useLocalDpi xmlns:a14="http://schemas.microsoft.com/office/drawing/2010/main" val="0"/>
              </a:ext>
            </a:extLst>
          </a:blip>
          <a:srcRect/>
          <a:stretch>
            <a:fillRect/>
          </a:stretch>
        </p:blipFill>
        <p:spPr bwMode="auto">
          <a:xfrm>
            <a:off x="-1" y="10"/>
            <a:ext cx="12192001" cy="685799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7E78F94-6E75-ADFF-EC5E-4D19D2B1B859}"/>
              </a:ext>
            </a:extLst>
          </p:cNvPr>
          <p:cNvSpPr txBox="1"/>
          <p:nvPr/>
        </p:nvSpPr>
        <p:spPr>
          <a:xfrm>
            <a:off x="209097" y="453381"/>
            <a:ext cx="3412768" cy="584775"/>
          </a:xfrm>
          <a:prstGeom prst="rect">
            <a:avLst/>
          </a:prstGeom>
          <a:noFill/>
        </p:spPr>
        <p:txBody>
          <a:bodyPr wrap="square">
            <a:spAutoFit/>
          </a:bodyPr>
          <a:lstStyle/>
          <a:p>
            <a:r>
              <a:rPr lang="en-IN" sz="3200" b="1" dirty="0">
                <a:solidFill>
                  <a:srgbClr val="C00000"/>
                </a:solidFill>
              </a:rPr>
              <a:t>Bagging (Parallel)</a:t>
            </a:r>
          </a:p>
        </p:txBody>
      </p:sp>
    </p:spTree>
    <p:extLst>
      <p:ext uri="{BB962C8B-B14F-4D97-AF65-F5344CB8AC3E}">
        <p14:creationId xmlns:p14="http://schemas.microsoft.com/office/powerpoint/2010/main" val="6818107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EF015-CAB8-F356-977C-DA5BB6AA0A9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9AC8A6-BBAA-BFF5-6E12-C3C21696FD3A}"/>
              </a:ext>
            </a:extLst>
          </p:cNvPr>
          <p:cNvSpPr>
            <a:spLocks noGrp="1"/>
          </p:cNvSpPr>
          <p:nvPr>
            <p:ph idx="1"/>
          </p:nvPr>
        </p:nvSpPr>
        <p:spPr>
          <a:xfrm>
            <a:off x="777240" y="718457"/>
            <a:ext cx="10659110" cy="5458506"/>
          </a:xfrm>
        </p:spPr>
        <p:txBody>
          <a:bodyPr>
            <a:normAutofit/>
          </a:bodyPr>
          <a:lstStyle/>
          <a:p>
            <a:pPr marL="0" indent="0">
              <a:buNone/>
            </a:pPr>
            <a:r>
              <a:rPr lang="en-IN" sz="3200" b="1" dirty="0"/>
              <a:t>Example:</a:t>
            </a:r>
          </a:p>
          <a:p>
            <a:pPr marL="0" indent="0">
              <a:buNone/>
            </a:pPr>
            <a:endParaRPr lang="en-IN" sz="3200" b="1" dirty="0"/>
          </a:p>
        </p:txBody>
      </p:sp>
      <p:graphicFrame>
        <p:nvGraphicFramePr>
          <p:cNvPr id="2" name="Table 1">
            <a:extLst>
              <a:ext uri="{FF2B5EF4-FFF2-40B4-BE49-F238E27FC236}">
                <a16:creationId xmlns:a16="http://schemas.microsoft.com/office/drawing/2014/main" id="{272956A6-C663-7AD0-B4E4-C90DCBD8EE66}"/>
              </a:ext>
            </a:extLst>
          </p:cNvPr>
          <p:cNvGraphicFramePr>
            <a:graphicFrameLocks noGrp="1"/>
          </p:cNvGraphicFramePr>
          <p:nvPr>
            <p:extLst>
              <p:ext uri="{D42A27DB-BD31-4B8C-83A1-F6EECF244321}">
                <p14:modId xmlns:p14="http://schemas.microsoft.com/office/powerpoint/2010/main" val="588315019"/>
              </p:ext>
            </p:extLst>
          </p:nvPr>
        </p:nvGraphicFramePr>
        <p:xfrm>
          <a:off x="1557245" y="1605456"/>
          <a:ext cx="7336383" cy="2661744"/>
        </p:xfrm>
        <a:graphic>
          <a:graphicData uri="http://schemas.openxmlformats.org/drawingml/2006/table">
            <a:tbl>
              <a:tblPr firstRow="1" firstCol="1" bandRow="1">
                <a:tableStyleId>{5C22544A-7EE6-4342-B048-85BDC9FD1C3A}</a:tableStyleId>
              </a:tblPr>
              <a:tblGrid>
                <a:gridCol w="2445190">
                  <a:extLst>
                    <a:ext uri="{9D8B030D-6E8A-4147-A177-3AD203B41FA5}">
                      <a16:colId xmlns:a16="http://schemas.microsoft.com/office/drawing/2014/main" val="3406991581"/>
                    </a:ext>
                  </a:extLst>
                </a:gridCol>
                <a:gridCol w="2445190">
                  <a:extLst>
                    <a:ext uri="{9D8B030D-6E8A-4147-A177-3AD203B41FA5}">
                      <a16:colId xmlns:a16="http://schemas.microsoft.com/office/drawing/2014/main" val="1117715323"/>
                    </a:ext>
                  </a:extLst>
                </a:gridCol>
                <a:gridCol w="2446003">
                  <a:extLst>
                    <a:ext uri="{9D8B030D-6E8A-4147-A177-3AD203B41FA5}">
                      <a16:colId xmlns:a16="http://schemas.microsoft.com/office/drawing/2014/main" val="150302815"/>
                    </a:ext>
                  </a:extLst>
                </a:gridCol>
              </a:tblGrid>
              <a:tr h="443624">
                <a:tc>
                  <a:txBody>
                    <a:bodyPr/>
                    <a:lstStyle/>
                    <a:p>
                      <a:pPr>
                        <a:lnSpc>
                          <a:spcPct val="115000"/>
                        </a:lnSpc>
                        <a:spcAft>
                          <a:spcPts val="800"/>
                        </a:spcAft>
                        <a:buNone/>
                      </a:pPr>
                      <a:r>
                        <a:rPr lang="en-IN" sz="2400" kern="100" dirty="0">
                          <a:effectLst/>
                        </a:rPr>
                        <a:t>Student</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Study Hours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Pass (Yes/No)</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86259824"/>
                  </a:ext>
                </a:extLst>
              </a:tr>
              <a:tr h="443624">
                <a:tc>
                  <a:txBody>
                    <a:bodyPr/>
                    <a:lstStyle/>
                    <a:p>
                      <a:pPr>
                        <a:lnSpc>
                          <a:spcPct val="115000"/>
                        </a:lnSpc>
                        <a:spcAft>
                          <a:spcPts val="800"/>
                        </a:spcAft>
                        <a:buNone/>
                      </a:pPr>
                      <a:r>
                        <a:rPr lang="en-IN" sz="2400" kern="100">
                          <a:effectLst/>
                        </a:rPr>
                        <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No</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10814024"/>
                  </a:ext>
                </a:extLst>
              </a:tr>
              <a:tr h="443624">
                <a:tc>
                  <a:txBody>
                    <a:bodyPr/>
                    <a:lstStyle/>
                    <a:p>
                      <a:pPr>
                        <a:lnSpc>
                          <a:spcPct val="115000"/>
                        </a:lnSpc>
                        <a:spcAft>
                          <a:spcPts val="800"/>
                        </a:spcAft>
                        <a:buNone/>
                      </a:pPr>
                      <a:r>
                        <a:rPr lang="en-IN" sz="2400" kern="100">
                          <a:effectLst/>
                        </a:rPr>
                        <a:t>B</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No</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49298457"/>
                  </a:ext>
                </a:extLst>
              </a:tr>
              <a:tr h="443624">
                <a:tc>
                  <a:txBody>
                    <a:bodyPr/>
                    <a:lstStyle/>
                    <a:p>
                      <a:pPr>
                        <a:lnSpc>
                          <a:spcPct val="115000"/>
                        </a:lnSpc>
                        <a:spcAft>
                          <a:spcPts val="800"/>
                        </a:spcAft>
                        <a:buNone/>
                      </a:pPr>
                      <a:r>
                        <a:rPr lang="en-IN" sz="2400" kern="100">
                          <a:effectLst/>
                        </a:rPr>
                        <a:t>C</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Yes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9650299"/>
                  </a:ext>
                </a:extLst>
              </a:tr>
              <a:tr h="443624">
                <a:tc>
                  <a:txBody>
                    <a:bodyPr/>
                    <a:lstStyle/>
                    <a:p>
                      <a:pPr>
                        <a:lnSpc>
                          <a:spcPct val="115000"/>
                        </a:lnSpc>
                        <a:spcAft>
                          <a:spcPts val="800"/>
                        </a:spcAft>
                        <a:buNone/>
                      </a:pPr>
                      <a:r>
                        <a:rPr lang="en-IN" sz="2400" kern="100">
                          <a:effectLst/>
                        </a:rPr>
                        <a:t>D</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Yes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6349771"/>
                  </a:ext>
                </a:extLst>
              </a:tr>
              <a:tr h="443624">
                <a:tc>
                  <a:txBody>
                    <a:bodyPr/>
                    <a:lstStyle/>
                    <a:p>
                      <a:pPr>
                        <a:lnSpc>
                          <a:spcPct val="115000"/>
                        </a:lnSpc>
                        <a:spcAft>
                          <a:spcPts val="800"/>
                        </a:spcAft>
                        <a:buNone/>
                      </a:pPr>
                      <a:r>
                        <a:rPr lang="en-IN" sz="2400" kern="100">
                          <a:effectLst/>
                        </a:rPr>
                        <a:t>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5</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Yes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08192918"/>
                  </a:ext>
                </a:extLst>
              </a:tr>
            </a:tbl>
          </a:graphicData>
        </a:graphic>
      </p:graphicFrame>
    </p:spTree>
    <p:extLst>
      <p:ext uri="{BB962C8B-B14F-4D97-AF65-F5344CB8AC3E}">
        <p14:creationId xmlns:p14="http://schemas.microsoft.com/office/powerpoint/2010/main" val="880936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4477E-CB87-445B-1E0D-E3C3860DBFA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F1B921-6933-1E39-50E3-63A090BA1B96}"/>
              </a:ext>
            </a:extLst>
          </p:cNvPr>
          <p:cNvSpPr>
            <a:spLocks noGrp="1"/>
          </p:cNvSpPr>
          <p:nvPr>
            <p:ph idx="1"/>
          </p:nvPr>
        </p:nvSpPr>
        <p:spPr>
          <a:xfrm>
            <a:off x="777240" y="500743"/>
            <a:ext cx="10659110" cy="5921828"/>
          </a:xfrm>
        </p:spPr>
        <p:txBody>
          <a:bodyPr>
            <a:normAutofit/>
          </a:bodyPr>
          <a:lstStyle/>
          <a:p>
            <a:pPr marL="0" indent="0">
              <a:buNone/>
            </a:pPr>
            <a:r>
              <a:rPr lang="en-US" b="1" dirty="0"/>
              <a:t>Step-by-Step Bagging Process:</a:t>
            </a:r>
          </a:p>
          <a:p>
            <a:r>
              <a:rPr lang="en-US" b="1" dirty="0"/>
              <a:t>Bootstrap Sampling</a:t>
            </a:r>
            <a:r>
              <a:rPr lang="en-US" dirty="0"/>
              <a:t>:</a:t>
            </a:r>
          </a:p>
          <a:p>
            <a:pPr lvl="1"/>
            <a:r>
              <a:rPr lang="en-US" dirty="0"/>
              <a:t>Randomly create several new datasets (say, 3) </a:t>
            </a:r>
            <a:r>
              <a:rPr lang="en-US" b="1" dirty="0"/>
              <a:t>with replacement</a:t>
            </a:r>
            <a:r>
              <a:rPr lang="en-US" dirty="0"/>
              <a:t> from the original.</a:t>
            </a:r>
          </a:p>
          <a:p>
            <a:pPr lvl="1"/>
            <a:r>
              <a:rPr lang="en-US" dirty="0"/>
              <a:t>Example Samples:</a:t>
            </a:r>
          </a:p>
          <a:p>
            <a:pPr lvl="2"/>
            <a:r>
              <a:rPr lang="en-US" dirty="0"/>
              <a:t>Model 1: A, C, E, B, E</a:t>
            </a:r>
          </a:p>
          <a:p>
            <a:pPr lvl="2"/>
            <a:r>
              <a:rPr lang="en-US" dirty="0"/>
              <a:t>Model 2: D, B, B, C, A</a:t>
            </a:r>
          </a:p>
          <a:p>
            <a:pPr lvl="2"/>
            <a:r>
              <a:rPr lang="en-US" dirty="0"/>
              <a:t>Model 3: E, D, C, D, A</a:t>
            </a:r>
          </a:p>
          <a:p>
            <a:r>
              <a:rPr lang="en-US" b="1" dirty="0"/>
              <a:t>Train Models</a:t>
            </a:r>
            <a:r>
              <a:rPr lang="en-US" dirty="0"/>
              <a:t>:</a:t>
            </a:r>
          </a:p>
          <a:p>
            <a:pPr lvl="1"/>
            <a:r>
              <a:rPr lang="en-US" dirty="0"/>
              <a:t>Train a separate </a:t>
            </a:r>
            <a:r>
              <a:rPr lang="en-US" b="1" dirty="0"/>
              <a:t>Decision Tree</a:t>
            </a:r>
            <a:r>
              <a:rPr lang="en-US" dirty="0"/>
              <a:t> on each dataset.</a:t>
            </a:r>
          </a:p>
          <a:p>
            <a:r>
              <a:rPr lang="en-US" b="1" dirty="0"/>
              <a:t>Make Predictions</a:t>
            </a:r>
            <a:r>
              <a:rPr lang="en-US" dirty="0"/>
              <a:t>:</a:t>
            </a:r>
          </a:p>
          <a:p>
            <a:pPr lvl="1"/>
            <a:r>
              <a:rPr lang="en-US" dirty="0"/>
              <a:t>Let’s say we want to predict whether a student who studies for 3 hours will pass.</a:t>
            </a:r>
          </a:p>
          <a:p>
            <a:pPr lvl="1"/>
            <a:r>
              <a:rPr lang="en-US" dirty="0"/>
              <a:t>Model 1: Yes</a:t>
            </a:r>
          </a:p>
          <a:p>
            <a:pPr lvl="1"/>
            <a:r>
              <a:rPr lang="en-US" dirty="0"/>
              <a:t>Model 2: No</a:t>
            </a:r>
          </a:p>
          <a:p>
            <a:pPr lvl="1"/>
            <a:r>
              <a:rPr lang="en-US" dirty="0"/>
              <a:t>Model 3: Yes</a:t>
            </a:r>
          </a:p>
          <a:p>
            <a:r>
              <a:rPr lang="en-US" b="1" dirty="0"/>
              <a:t>Aggregate Predictions</a:t>
            </a:r>
            <a:r>
              <a:rPr lang="en-US" dirty="0"/>
              <a:t>:</a:t>
            </a:r>
          </a:p>
          <a:p>
            <a:pPr lvl="1"/>
            <a:r>
              <a:rPr lang="en-US" dirty="0"/>
              <a:t>Use </a:t>
            </a:r>
            <a:r>
              <a:rPr lang="en-US" b="1" dirty="0"/>
              <a:t>majority voting</a:t>
            </a:r>
            <a:r>
              <a:rPr lang="en-US" dirty="0"/>
              <a:t> for classification.</a:t>
            </a:r>
          </a:p>
          <a:p>
            <a:pPr lvl="1"/>
            <a:r>
              <a:rPr lang="en-US" b="1" dirty="0">
                <a:solidFill>
                  <a:srgbClr val="C00000"/>
                </a:solidFill>
              </a:rPr>
              <a:t>Final Result </a:t>
            </a:r>
            <a:r>
              <a:rPr lang="en-US" dirty="0"/>
              <a:t>= </a:t>
            </a:r>
            <a:r>
              <a:rPr lang="en-US" b="1" dirty="0"/>
              <a:t>Yes</a:t>
            </a:r>
            <a:r>
              <a:rPr lang="en-US" dirty="0"/>
              <a:t> (because 2 out of 3 say Yes)</a:t>
            </a:r>
            <a:endParaRPr lang="en-IN" sz="2400" dirty="0"/>
          </a:p>
        </p:txBody>
      </p:sp>
    </p:spTree>
    <p:extLst>
      <p:ext uri="{BB962C8B-B14F-4D97-AF65-F5344CB8AC3E}">
        <p14:creationId xmlns:p14="http://schemas.microsoft.com/office/powerpoint/2010/main" val="14513027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24C97-A6BC-F0C0-5845-DBF89F9EA4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7368A77-443D-12BE-C9DD-56F3F0FB23AE}"/>
              </a:ext>
            </a:extLst>
          </p:cNvPr>
          <p:cNvSpPr>
            <a:spLocks noGrp="1"/>
          </p:cNvSpPr>
          <p:nvPr>
            <p:ph idx="1"/>
          </p:nvPr>
        </p:nvSpPr>
        <p:spPr>
          <a:xfrm>
            <a:off x="777240" y="1142999"/>
            <a:ext cx="10659110" cy="5033963"/>
          </a:xfrm>
        </p:spPr>
        <p:txBody>
          <a:bodyPr>
            <a:normAutofit/>
          </a:bodyPr>
          <a:lstStyle/>
          <a:p>
            <a:pPr marL="0" indent="0">
              <a:buNone/>
            </a:pPr>
            <a:r>
              <a:rPr lang="en-US" sz="2800" b="1" dirty="0"/>
              <a:t>🌳 Famous Example: Random Forest</a:t>
            </a:r>
          </a:p>
          <a:p>
            <a:r>
              <a:rPr lang="en-US" sz="2800" b="1" dirty="0"/>
              <a:t>Random Forest</a:t>
            </a:r>
            <a:r>
              <a:rPr lang="en-US" sz="2800" dirty="0"/>
              <a:t> = Bagging applied to </a:t>
            </a:r>
            <a:r>
              <a:rPr lang="en-US" sz="2800" b="1" dirty="0"/>
              <a:t>Decision Trees</a:t>
            </a:r>
            <a:endParaRPr lang="en-US" sz="2800" dirty="0"/>
          </a:p>
          <a:p>
            <a:r>
              <a:rPr lang="en-US" sz="2800" dirty="0"/>
              <a:t>It’s one of the most powerful and popular machine learning algorithms today</a:t>
            </a:r>
          </a:p>
          <a:p>
            <a:pPr marL="0" indent="0">
              <a:buNone/>
            </a:pPr>
            <a:endParaRPr lang="en-IN" sz="2800" dirty="0"/>
          </a:p>
        </p:txBody>
      </p:sp>
    </p:spTree>
    <p:extLst>
      <p:ext uri="{BB962C8B-B14F-4D97-AF65-F5344CB8AC3E}">
        <p14:creationId xmlns:p14="http://schemas.microsoft.com/office/powerpoint/2010/main" val="843076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D77D6-C36D-BF4F-A247-69647798B8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3E39E3-D678-CC20-B8F2-85EECFB4DF7F}"/>
              </a:ext>
            </a:extLst>
          </p:cNvPr>
          <p:cNvSpPr>
            <a:spLocks noGrp="1"/>
          </p:cNvSpPr>
          <p:nvPr>
            <p:ph idx="1"/>
          </p:nvPr>
        </p:nvSpPr>
        <p:spPr>
          <a:xfrm>
            <a:off x="777240" y="947057"/>
            <a:ext cx="10659110" cy="5229906"/>
          </a:xfrm>
        </p:spPr>
        <p:txBody>
          <a:bodyPr>
            <a:normAutofit/>
          </a:bodyPr>
          <a:lstStyle/>
          <a:p>
            <a:pPr marL="0" indent="0">
              <a:buNone/>
            </a:pPr>
            <a:r>
              <a:rPr lang="en-US" sz="3200" b="1" dirty="0"/>
              <a:t>2. Boosting:</a:t>
            </a:r>
          </a:p>
          <a:p>
            <a:pPr marL="0" indent="0">
              <a:buNone/>
            </a:pPr>
            <a:r>
              <a:rPr lang="en-US" sz="2800" dirty="0"/>
              <a:t>Boosting is an ensemble learning method where:</a:t>
            </a:r>
          </a:p>
          <a:p>
            <a:pPr lvl="1"/>
            <a:r>
              <a:rPr lang="en-US" sz="2800" dirty="0"/>
              <a:t>Models are built </a:t>
            </a:r>
            <a:r>
              <a:rPr lang="en-US" sz="2800" b="1" dirty="0">
                <a:solidFill>
                  <a:srgbClr val="C00000"/>
                </a:solidFill>
              </a:rPr>
              <a:t>one after another</a:t>
            </a:r>
            <a:r>
              <a:rPr lang="en-US" sz="2800" dirty="0"/>
              <a:t>, not in parallel (like in Bagging).</a:t>
            </a:r>
          </a:p>
          <a:p>
            <a:pPr lvl="1"/>
            <a:r>
              <a:rPr lang="en-US" sz="2800" dirty="0"/>
              <a:t>Each new model focuses on </a:t>
            </a:r>
            <a:r>
              <a:rPr lang="en-US" sz="2800" b="1" dirty="0">
                <a:solidFill>
                  <a:srgbClr val="C00000"/>
                </a:solidFill>
              </a:rPr>
              <a:t>correcting the mistakes made by </a:t>
            </a:r>
            <a:r>
              <a:rPr lang="en-US" sz="2800" dirty="0"/>
              <a:t>the previous models.</a:t>
            </a:r>
          </a:p>
          <a:p>
            <a:pPr lvl="1"/>
            <a:r>
              <a:rPr lang="en-US" sz="2800" dirty="0"/>
              <a:t>All models are combined to give the final strong prediction.</a:t>
            </a:r>
          </a:p>
          <a:p>
            <a:pPr marL="0" indent="0">
              <a:buNone/>
            </a:pPr>
            <a:endParaRPr lang="en-US" sz="2800" dirty="0"/>
          </a:p>
          <a:p>
            <a:pPr marL="0" indent="0">
              <a:buNone/>
            </a:pPr>
            <a:r>
              <a:rPr lang="en-US" sz="2800" dirty="0"/>
              <a:t>💡 </a:t>
            </a:r>
            <a:r>
              <a:rPr lang="en-US" sz="2800" b="1" dirty="0">
                <a:solidFill>
                  <a:srgbClr val="C00000"/>
                </a:solidFill>
              </a:rPr>
              <a:t>Goal</a:t>
            </a:r>
            <a:r>
              <a:rPr lang="en-US" sz="2800" dirty="0"/>
              <a:t>: Turn a bunch of weak learners into one strong learner.</a:t>
            </a:r>
            <a:endParaRPr lang="en-IN" sz="2800" dirty="0"/>
          </a:p>
        </p:txBody>
      </p:sp>
    </p:spTree>
    <p:extLst>
      <p:ext uri="{BB962C8B-B14F-4D97-AF65-F5344CB8AC3E}">
        <p14:creationId xmlns:p14="http://schemas.microsoft.com/office/powerpoint/2010/main" val="1061348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A4B431-5ED8-B355-29B8-EC013246EA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4E6B461-336D-57D8-4974-89E872FED898}"/>
              </a:ext>
            </a:extLst>
          </p:cNvPr>
          <p:cNvSpPr>
            <a:spLocks noGrp="1"/>
          </p:cNvSpPr>
          <p:nvPr>
            <p:ph idx="1"/>
          </p:nvPr>
        </p:nvSpPr>
        <p:spPr>
          <a:xfrm>
            <a:off x="777239" y="1012371"/>
            <a:ext cx="10924903" cy="5164592"/>
          </a:xfrm>
        </p:spPr>
        <p:txBody>
          <a:bodyPr>
            <a:normAutofit/>
          </a:bodyPr>
          <a:lstStyle/>
          <a:p>
            <a:pPr marL="0" indent="0">
              <a:buNone/>
            </a:pPr>
            <a:r>
              <a:rPr lang="en-US" sz="2800" b="1" dirty="0"/>
              <a:t>Real-Life Analogy for Students:</a:t>
            </a:r>
          </a:p>
          <a:p>
            <a:r>
              <a:rPr lang="en-US" sz="2800" dirty="0"/>
              <a:t>Imagine a student is preparing for a test:</a:t>
            </a:r>
          </a:p>
          <a:p>
            <a:r>
              <a:rPr lang="en-US" sz="2800" dirty="0"/>
              <a:t>In </a:t>
            </a:r>
            <a:r>
              <a:rPr lang="en-US" sz="2800" b="1" dirty="0"/>
              <a:t>Test 1</a:t>
            </a:r>
            <a:r>
              <a:rPr lang="en-US" sz="2800" dirty="0"/>
              <a:t>, they score 40%.</a:t>
            </a:r>
          </a:p>
          <a:p>
            <a:r>
              <a:rPr lang="en-US" sz="2800" dirty="0"/>
              <a:t>They check their </a:t>
            </a:r>
            <a:r>
              <a:rPr lang="en-US" sz="2800" b="1" dirty="0"/>
              <a:t>mistakes</a:t>
            </a:r>
            <a:r>
              <a:rPr lang="en-US" sz="2800" dirty="0"/>
              <a:t>, focus more on </a:t>
            </a:r>
            <a:r>
              <a:rPr lang="en-US" sz="2800" b="1" dirty="0"/>
              <a:t>those topics</a:t>
            </a:r>
            <a:r>
              <a:rPr lang="en-US" sz="2800" dirty="0"/>
              <a:t>, and take </a:t>
            </a:r>
            <a:r>
              <a:rPr lang="en-US" sz="2800" b="1" dirty="0"/>
              <a:t>Test 2</a:t>
            </a:r>
            <a:r>
              <a:rPr lang="en-US" sz="2800" dirty="0"/>
              <a:t>.</a:t>
            </a:r>
          </a:p>
          <a:p>
            <a:r>
              <a:rPr lang="en-US" sz="2800" dirty="0"/>
              <a:t>Again, they focus on the </a:t>
            </a:r>
            <a:r>
              <a:rPr lang="en-US" sz="2800" b="1" dirty="0"/>
              <a:t>mistakes from Test 2</a:t>
            </a:r>
            <a:r>
              <a:rPr lang="en-US" sz="2800" dirty="0"/>
              <a:t>, and so on...</a:t>
            </a:r>
          </a:p>
          <a:p>
            <a:r>
              <a:rPr lang="en-US" sz="2800" dirty="0"/>
              <a:t>Eventually, their score </a:t>
            </a:r>
            <a:r>
              <a:rPr lang="en-US" sz="2800" b="1" dirty="0"/>
              <a:t>keeps improving</a:t>
            </a:r>
            <a:r>
              <a:rPr lang="en-US" sz="2800" dirty="0"/>
              <a:t>!</a:t>
            </a:r>
          </a:p>
          <a:p>
            <a:r>
              <a:rPr lang="en-US" sz="2800" dirty="0"/>
              <a:t>This is exactly how Boosting works — </a:t>
            </a:r>
            <a:r>
              <a:rPr lang="en-US" sz="2800" b="1" dirty="0"/>
              <a:t>learning from errors</a:t>
            </a:r>
            <a:r>
              <a:rPr lang="en-US" sz="2800" dirty="0"/>
              <a:t> step by step.</a:t>
            </a:r>
          </a:p>
          <a:p>
            <a:pPr marL="0" indent="0">
              <a:buNone/>
            </a:pPr>
            <a:endParaRPr lang="en-IN" sz="2800" dirty="0"/>
          </a:p>
        </p:txBody>
      </p:sp>
    </p:spTree>
    <p:extLst>
      <p:ext uri="{BB962C8B-B14F-4D97-AF65-F5344CB8AC3E}">
        <p14:creationId xmlns:p14="http://schemas.microsoft.com/office/powerpoint/2010/main" val="31307542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EF8586-0C3C-EE17-EB22-0F0EEE4B2D2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DB4C1F-E94F-7D47-DF64-A0B0CC3515AD}"/>
              </a:ext>
            </a:extLst>
          </p:cNvPr>
          <p:cNvSpPr>
            <a:spLocks noGrp="1"/>
          </p:cNvSpPr>
          <p:nvPr>
            <p:ph idx="1"/>
          </p:nvPr>
        </p:nvSpPr>
        <p:spPr>
          <a:xfrm>
            <a:off x="777240" y="718457"/>
            <a:ext cx="10659110" cy="5458506"/>
          </a:xfrm>
        </p:spPr>
        <p:txBody>
          <a:bodyPr>
            <a:normAutofit/>
          </a:bodyPr>
          <a:lstStyle/>
          <a:p>
            <a:pPr marL="0" indent="0">
              <a:buNone/>
            </a:pPr>
            <a:endParaRPr lang="en-IN" sz="2400" dirty="0"/>
          </a:p>
        </p:txBody>
      </p:sp>
      <p:pic>
        <p:nvPicPr>
          <p:cNvPr id="8194" name="Picture 2" descr="Diagram depicting boosting in the context of ensemble learning">
            <a:extLst>
              <a:ext uri="{FF2B5EF4-FFF2-40B4-BE49-F238E27FC236}">
                <a16:creationId xmlns:a16="http://schemas.microsoft.com/office/drawing/2014/main" id="{D2989898-2696-2378-E2D1-6EBECBA0B9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AC9D136-ABED-CA6C-6958-7330CF4C5757}"/>
              </a:ext>
            </a:extLst>
          </p:cNvPr>
          <p:cNvSpPr txBox="1"/>
          <p:nvPr/>
        </p:nvSpPr>
        <p:spPr>
          <a:xfrm>
            <a:off x="219982" y="0"/>
            <a:ext cx="5876017" cy="584775"/>
          </a:xfrm>
          <a:prstGeom prst="rect">
            <a:avLst/>
          </a:prstGeom>
          <a:noFill/>
        </p:spPr>
        <p:txBody>
          <a:bodyPr wrap="square">
            <a:spAutoFit/>
          </a:bodyPr>
          <a:lstStyle/>
          <a:p>
            <a:r>
              <a:rPr lang="en-IN" sz="3200" b="1" dirty="0">
                <a:solidFill>
                  <a:srgbClr val="C00000"/>
                </a:solidFill>
              </a:rPr>
              <a:t>Boosting (Sequential)</a:t>
            </a:r>
          </a:p>
        </p:txBody>
      </p:sp>
    </p:spTree>
    <p:extLst>
      <p:ext uri="{BB962C8B-B14F-4D97-AF65-F5344CB8AC3E}">
        <p14:creationId xmlns:p14="http://schemas.microsoft.com/office/powerpoint/2010/main" val="40837763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08DFAD-CBBC-B30D-F78B-E9E4EC6A9ED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512AA16-DC48-3FED-25B4-28569D65C2A2}"/>
              </a:ext>
            </a:extLst>
          </p:cNvPr>
          <p:cNvSpPr>
            <a:spLocks noGrp="1"/>
          </p:cNvSpPr>
          <p:nvPr>
            <p:ph idx="1"/>
          </p:nvPr>
        </p:nvSpPr>
        <p:spPr>
          <a:xfrm>
            <a:off x="777240" y="718457"/>
            <a:ext cx="10659110" cy="5458506"/>
          </a:xfrm>
        </p:spPr>
        <p:txBody>
          <a:bodyPr>
            <a:normAutofit/>
          </a:bodyPr>
          <a:lstStyle/>
          <a:p>
            <a:pPr marL="0" indent="0">
              <a:buNone/>
            </a:pPr>
            <a:r>
              <a:rPr lang="en-US" sz="2400" b="1" dirty="0"/>
              <a:t>Simple Example</a:t>
            </a:r>
          </a:p>
          <a:p>
            <a:r>
              <a:rPr lang="en-US" sz="2400" dirty="0"/>
              <a:t>Let’s say you're trying to predict if a person will buy a product based on features like:</a:t>
            </a:r>
          </a:p>
          <a:p>
            <a:endParaRPr lang="en-US" sz="2400" dirty="0"/>
          </a:p>
          <a:p>
            <a:endParaRPr lang="en-US" sz="2400" dirty="0"/>
          </a:p>
          <a:p>
            <a:endParaRPr lang="en-US" sz="2400" dirty="0"/>
          </a:p>
          <a:p>
            <a:endParaRPr lang="en-US" sz="2400" dirty="0"/>
          </a:p>
          <a:p>
            <a:endParaRPr lang="en-US" sz="2400" dirty="0"/>
          </a:p>
          <a:p>
            <a:endParaRPr lang="en-US" sz="2400" dirty="0"/>
          </a:p>
          <a:p>
            <a:pPr marL="0" indent="0">
              <a:buNone/>
            </a:pPr>
            <a:endParaRPr lang="en-IN" sz="2400" dirty="0"/>
          </a:p>
        </p:txBody>
      </p:sp>
      <p:graphicFrame>
        <p:nvGraphicFramePr>
          <p:cNvPr id="2" name="Table 1">
            <a:extLst>
              <a:ext uri="{FF2B5EF4-FFF2-40B4-BE49-F238E27FC236}">
                <a16:creationId xmlns:a16="http://schemas.microsoft.com/office/drawing/2014/main" id="{DE0B99AD-DB1D-D948-2D60-BE258E139E7C}"/>
              </a:ext>
            </a:extLst>
          </p:cNvPr>
          <p:cNvGraphicFramePr>
            <a:graphicFrameLocks noGrp="1"/>
          </p:cNvGraphicFramePr>
          <p:nvPr>
            <p:extLst>
              <p:ext uri="{D42A27DB-BD31-4B8C-83A1-F6EECF244321}">
                <p14:modId xmlns:p14="http://schemas.microsoft.com/office/powerpoint/2010/main" val="1592895255"/>
              </p:ext>
            </p:extLst>
          </p:nvPr>
        </p:nvGraphicFramePr>
        <p:xfrm>
          <a:off x="2014446" y="1997342"/>
          <a:ext cx="7521440" cy="2346060"/>
        </p:xfrm>
        <a:graphic>
          <a:graphicData uri="http://schemas.openxmlformats.org/drawingml/2006/table">
            <a:tbl>
              <a:tblPr firstRow="1" firstCol="1" bandRow="1">
                <a:tableStyleId>{5C22544A-7EE6-4342-B048-85BDC9FD1C3A}</a:tableStyleId>
              </a:tblPr>
              <a:tblGrid>
                <a:gridCol w="1880360">
                  <a:extLst>
                    <a:ext uri="{9D8B030D-6E8A-4147-A177-3AD203B41FA5}">
                      <a16:colId xmlns:a16="http://schemas.microsoft.com/office/drawing/2014/main" val="1461707530"/>
                    </a:ext>
                  </a:extLst>
                </a:gridCol>
                <a:gridCol w="1880360">
                  <a:extLst>
                    <a:ext uri="{9D8B030D-6E8A-4147-A177-3AD203B41FA5}">
                      <a16:colId xmlns:a16="http://schemas.microsoft.com/office/drawing/2014/main" val="3878346843"/>
                    </a:ext>
                  </a:extLst>
                </a:gridCol>
                <a:gridCol w="1880360">
                  <a:extLst>
                    <a:ext uri="{9D8B030D-6E8A-4147-A177-3AD203B41FA5}">
                      <a16:colId xmlns:a16="http://schemas.microsoft.com/office/drawing/2014/main" val="994726931"/>
                    </a:ext>
                  </a:extLst>
                </a:gridCol>
                <a:gridCol w="1880360">
                  <a:extLst>
                    <a:ext uri="{9D8B030D-6E8A-4147-A177-3AD203B41FA5}">
                      <a16:colId xmlns:a16="http://schemas.microsoft.com/office/drawing/2014/main" val="474260303"/>
                    </a:ext>
                  </a:extLst>
                </a:gridCol>
              </a:tblGrid>
              <a:tr h="391010">
                <a:tc>
                  <a:txBody>
                    <a:bodyPr/>
                    <a:lstStyle/>
                    <a:p>
                      <a:pPr>
                        <a:lnSpc>
                          <a:spcPct val="115000"/>
                        </a:lnSpc>
                        <a:spcAft>
                          <a:spcPts val="800"/>
                        </a:spcAft>
                        <a:buNone/>
                      </a:pPr>
                      <a:r>
                        <a:rPr lang="en-IN" sz="2000" kern="100">
                          <a:effectLst/>
                        </a:rPr>
                        <a:t>Person</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Age</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Income</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Buys (Yes/No)</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90138254"/>
                  </a:ext>
                </a:extLst>
              </a:tr>
              <a:tr h="391010">
                <a:tc>
                  <a:txBody>
                    <a:bodyPr/>
                    <a:lstStyle/>
                    <a:p>
                      <a:pPr>
                        <a:lnSpc>
                          <a:spcPct val="115000"/>
                        </a:lnSpc>
                        <a:spcAft>
                          <a:spcPts val="800"/>
                        </a:spcAft>
                        <a:buNone/>
                      </a:pPr>
                      <a:r>
                        <a:rPr lang="en-IN" sz="2000" kern="100">
                          <a:effectLst/>
                        </a:rPr>
                        <a:t>A</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25</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Low</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09214984"/>
                  </a:ext>
                </a:extLst>
              </a:tr>
              <a:tr h="391010">
                <a:tc>
                  <a:txBody>
                    <a:bodyPr/>
                    <a:lstStyle/>
                    <a:p>
                      <a:pPr>
                        <a:lnSpc>
                          <a:spcPct val="115000"/>
                        </a:lnSpc>
                        <a:spcAft>
                          <a:spcPts val="800"/>
                        </a:spcAft>
                        <a:buNone/>
                      </a:pPr>
                      <a:r>
                        <a:rPr lang="en-IN" sz="2000" kern="100">
                          <a:effectLst/>
                        </a:rPr>
                        <a:t>B</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30</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Medium</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23444936"/>
                  </a:ext>
                </a:extLst>
              </a:tr>
              <a:tr h="391010">
                <a:tc>
                  <a:txBody>
                    <a:bodyPr/>
                    <a:lstStyle/>
                    <a:p>
                      <a:pPr>
                        <a:lnSpc>
                          <a:spcPct val="115000"/>
                        </a:lnSpc>
                        <a:spcAft>
                          <a:spcPts val="800"/>
                        </a:spcAft>
                        <a:buNone/>
                      </a:pPr>
                      <a:r>
                        <a:rPr lang="en-IN" sz="2000" kern="100">
                          <a:effectLst/>
                        </a:rPr>
                        <a:t>C</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35</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High</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Yes</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4561410"/>
                  </a:ext>
                </a:extLst>
              </a:tr>
              <a:tr h="391010">
                <a:tc>
                  <a:txBody>
                    <a:bodyPr/>
                    <a:lstStyle/>
                    <a:p>
                      <a:pPr>
                        <a:lnSpc>
                          <a:spcPct val="115000"/>
                        </a:lnSpc>
                        <a:spcAft>
                          <a:spcPts val="800"/>
                        </a:spcAft>
                        <a:buNone/>
                      </a:pPr>
                      <a:r>
                        <a:rPr lang="en-IN" sz="2000" kern="100">
                          <a:effectLst/>
                        </a:rPr>
                        <a:t>D</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22</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Low</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No</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20986313"/>
                  </a:ext>
                </a:extLst>
              </a:tr>
              <a:tr h="391010">
                <a:tc>
                  <a:txBody>
                    <a:bodyPr/>
                    <a:lstStyle/>
                    <a:p>
                      <a:pPr>
                        <a:lnSpc>
                          <a:spcPct val="115000"/>
                        </a:lnSpc>
                        <a:spcAft>
                          <a:spcPts val="800"/>
                        </a:spcAft>
                        <a:buNone/>
                      </a:pPr>
                      <a:r>
                        <a:rPr lang="en-IN" sz="2000" kern="100">
                          <a:effectLst/>
                        </a:rPr>
                        <a:t>E</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40</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a:effectLst/>
                        </a:rPr>
                        <a:t>High</a:t>
                      </a:r>
                      <a:endParaRPr lang="en-IN" sz="20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000" kern="100" dirty="0">
                          <a:effectLst/>
                        </a:rPr>
                        <a:t>Yes</a:t>
                      </a:r>
                      <a:endParaRPr lang="en-IN" sz="20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7098308"/>
                  </a:ext>
                </a:extLst>
              </a:tr>
            </a:tbl>
          </a:graphicData>
        </a:graphic>
      </p:graphicFrame>
    </p:spTree>
    <p:extLst>
      <p:ext uri="{BB962C8B-B14F-4D97-AF65-F5344CB8AC3E}">
        <p14:creationId xmlns:p14="http://schemas.microsoft.com/office/powerpoint/2010/main" val="168316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A4AB8-C883-7722-7156-6D2C9087B3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EE7F3D-DA8E-84C6-6E9D-AB479A97CEB8}"/>
              </a:ext>
            </a:extLst>
          </p:cNvPr>
          <p:cNvSpPr>
            <a:spLocks noGrp="1"/>
          </p:cNvSpPr>
          <p:nvPr>
            <p:ph idx="1"/>
          </p:nvPr>
        </p:nvSpPr>
        <p:spPr>
          <a:xfrm>
            <a:off x="777240" y="718457"/>
            <a:ext cx="10659110" cy="5458506"/>
          </a:xfrm>
        </p:spPr>
        <p:txBody>
          <a:bodyPr>
            <a:normAutofit/>
          </a:bodyPr>
          <a:lstStyle/>
          <a:p>
            <a:pPr marL="0" indent="0">
              <a:buNone/>
            </a:pPr>
            <a:r>
              <a:rPr lang="en-US" sz="3200" b="1" dirty="0"/>
              <a:t>Step-by-Step Boosting Process:</a:t>
            </a:r>
          </a:p>
          <a:p>
            <a:r>
              <a:rPr lang="en-US" sz="2400" dirty="0"/>
              <a:t>Start with equal weights for all data points. Equal weights  means </a:t>
            </a:r>
            <a:r>
              <a:rPr lang="en-US" sz="2400" b="1" dirty="0"/>
              <a:t>each training data point is initially considered equally important</a:t>
            </a:r>
            <a:r>
              <a:rPr lang="en-US" sz="2400" dirty="0"/>
              <a:t> when training the first model.</a:t>
            </a:r>
          </a:p>
          <a:p>
            <a:r>
              <a:rPr lang="en-US" sz="2400" dirty="0"/>
              <a:t>Train a weak model (e.g., a shallow decision tree):</a:t>
            </a:r>
          </a:p>
          <a:p>
            <a:pPr lvl="1"/>
            <a:r>
              <a:rPr lang="en-US" sz="2200" dirty="0"/>
              <a:t>Suppose it </a:t>
            </a:r>
            <a:r>
              <a:rPr lang="en-US" sz="2200" b="1" dirty="0">
                <a:solidFill>
                  <a:srgbClr val="C00000"/>
                </a:solidFill>
              </a:rPr>
              <a:t>makes mistakes </a:t>
            </a:r>
            <a:r>
              <a:rPr lang="en-US" sz="2200" dirty="0"/>
              <a:t>on Person </a:t>
            </a:r>
            <a:r>
              <a:rPr lang="en-US" sz="2200" b="1" dirty="0">
                <a:solidFill>
                  <a:srgbClr val="C00000"/>
                </a:solidFill>
              </a:rPr>
              <a:t>B</a:t>
            </a:r>
            <a:r>
              <a:rPr lang="en-US" sz="2200" dirty="0"/>
              <a:t> and </a:t>
            </a:r>
            <a:r>
              <a:rPr lang="en-US" sz="2200" b="1" dirty="0">
                <a:solidFill>
                  <a:srgbClr val="C00000"/>
                </a:solidFill>
              </a:rPr>
              <a:t>E</a:t>
            </a:r>
            <a:r>
              <a:rPr lang="en-US" sz="2200" dirty="0"/>
              <a:t>.</a:t>
            </a:r>
          </a:p>
          <a:p>
            <a:r>
              <a:rPr lang="en-US" sz="2400" b="1" dirty="0"/>
              <a:t>Increase the weight </a:t>
            </a:r>
            <a:r>
              <a:rPr lang="en-US" sz="2400" dirty="0"/>
              <a:t>of those wrongly predicted examples.</a:t>
            </a:r>
          </a:p>
          <a:p>
            <a:r>
              <a:rPr lang="en-US" sz="2400" b="1" dirty="0"/>
              <a:t>Train a new model </a:t>
            </a:r>
            <a:r>
              <a:rPr lang="en-US" sz="2400" dirty="0"/>
              <a:t>focusing more on B and E.</a:t>
            </a:r>
          </a:p>
          <a:p>
            <a:r>
              <a:rPr lang="en-US" sz="2400" b="1" dirty="0"/>
              <a:t>Repeat</a:t>
            </a:r>
            <a:r>
              <a:rPr lang="en-US" sz="2400" dirty="0"/>
              <a:t> this process for a few rounds.</a:t>
            </a:r>
          </a:p>
          <a:p>
            <a:r>
              <a:rPr lang="en-US" sz="2400" dirty="0"/>
              <a:t>Combine all models’ predictions using a weighted vote or sum.</a:t>
            </a:r>
          </a:p>
          <a:p>
            <a:r>
              <a:rPr lang="en-US" sz="2400" dirty="0"/>
              <a:t>Each model gets a say — better models get more say.</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4621892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9356C2-1B8E-30A0-567F-EC209F1E47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89017B-4AC5-737E-F839-55EF1D61F2D0}"/>
              </a:ext>
            </a:extLst>
          </p:cNvPr>
          <p:cNvSpPr>
            <a:spLocks noGrp="1"/>
          </p:cNvSpPr>
          <p:nvPr>
            <p:ph idx="1"/>
          </p:nvPr>
        </p:nvSpPr>
        <p:spPr>
          <a:xfrm>
            <a:off x="777240" y="718457"/>
            <a:ext cx="10659110" cy="5458506"/>
          </a:xfrm>
        </p:spPr>
        <p:txBody>
          <a:bodyPr>
            <a:normAutofit/>
          </a:bodyPr>
          <a:lstStyle/>
          <a:p>
            <a:pPr marL="0" indent="0">
              <a:buNone/>
            </a:pPr>
            <a:r>
              <a:rPr lang="en-IN" sz="2800" b="1" dirty="0"/>
              <a:t>🔥 Popular Boosting Algorithms:</a:t>
            </a:r>
            <a:endParaRPr lang="en-IN" sz="2800" dirty="0"/>
          </a:p>
          <a:p>
            <a:pPr marL="0" indent="0">
              <a:buNone/>
            </a:pPr>
            <a:endParaRPr lang="en-IN" sz="3200" dirty="0"/>
          </a:p>
        </p:txBody>
      </p:sp>
      <p:graphicFrame>
        <p:nvGraphicFramePr>
          <p:cNvPr id="6" name="Table 5">
            <a:extLst>
              <a:ext uri="{FF2B5EF4-FFF2-40B4-BE49-F238E27FC236}">
                <a16:creationId xmlns:a16="http://schemas.microsoft.com/office/drawing/2014/main" id="{2047740B-29DB-DF67-9B54-E9F4A3FE8688}"/>
              </a:ext>
            </a:extLst>
          </p:cNvPr>
          <p:cNvGraphicFramePr>
            <a:graphicFrameLocks noGrp="1"/>
          </p:cNvGraphicFramePr>
          <p:nvPr>
            <p:extLst>
              <p:ext uri="{D42A27DB-BD31-4B8C-83A1-F6EECF244321}">
                <p14:modId xmlns:p14="http://schemas.microsoft.com/office/powerpoint/2010/main" val="1055088022"/>
              </p:ext>
            </p:extLst>
          </p:nvPr>
        </p:nvGraphicFramePr>
        <p:xfrm>
          <a:off x="1164772" y="1354380"/>
          <a:ext cx="10047514" cy="4317073"/>
        </p:xfrm>
        <a:graphic>
          <a:graphicData uri="http://schemas.openxmlformats.org/drawingml/2006/table">
            <a:tbl>
              <a:tblPr firstRow="1" firstCol="1" bandRow="1">
                <a:tableStyleId>{5C22544A-7EE6-4342-B048-85BDC9FD1C3A}</a:tableStyleId>
              </a:tblPr>
              <a:tblGrid>
                <a:gridCol w="3363685">
                  <a:extLst>
                    <a:ext uri="{9D8B030D-6E8A-4147-A177-3AD203B41FA5}">
                      <a16:colId xmlns:a16="http://schemas.microsoft.com/office/drawing/2014/main" val="2028551119"/>
                    </a:ext>
                  </a:extLst>
                </a:gridCol>
                <a:gridCol w="6683829">
                  <a:extLst>
                    <a:ext uri="{9D8B030D-6E8A-4147-A177-3AD203B41FA5}">
                      <a16:colId xmlns:a16="http://schemas.microsoft.com/office/drawing/2014/main" val="921452784"/>
                    </a:ext>
                  </a:extLst>
                </a:gridCol>
              </a:tblGrid>
              <a:tr h="607279">
                <a:tc>
                  <a:txBody>
                    <a:bodyPr/>
                    <a:lstStyle/>
                    <a:p>
                      <a:pPr>
                        <a:lnSpc>
                          <a:spcPct val="115000"/>
                        </a:lnSpc>
                        <a:spcAft>
                          <a:spcPts val="800"/>
                        </a:spcAft>
                        <a:buNone/>
                      </a:pPr>
                      <a:r>
                        <a:rPr lang="en-IN" sz="2800" kern="100">
                          <a:effectLst/>
                        </a:rPr>
                        <a:t>Algorithm</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Description</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5713344"/>
                  </a:ext>
                </a:extLst>
              </a:tr>
              <a:tr h="1247618">
                <a:tc>
                  <a:txBody>
                    <a:bodyPr/>
                    <a:lstStyle/>
                    <a:p>
                      <a:pPr>
                        <a:lnSpc>
                          <a:spcPct val="115000"/>
                        </a:lnSpc>
                        <a:spcAft>
                          <a:spcPts val="800"/>
                        </a:spcAft>
                        <a:buNone/>
                      </a:pPr>
                      <a:r>
                        <a:rPr lang="en-IN" sz="2800" kern="100" dirty="0">
                          <a:effectLst/>
                        </a:rPr>
                        <a:t>AdaBoost</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Adjusts weights of data points after every model</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26867559"/>
                  </a:ext>
                </a:extLst>
              </a:tr>
              <a:tr h="607279">
                <a:tc>
                  <a:txBody>
                    <a:bodyPr/>
                    <a:lstStyle/>
                    <a:p>
                      <a:pPr>
                        <a:lnSpc>
                          <a:spcPct val="115000"/>
                        </a:lnSpc>
                        <a:spcAft>
                          <a:spcPts val="800"/>
                        </a:spcAft>
                        <a:buNone/>
                      </a:pPr>
                      <a:r>
                        <a:rPr lang="en-IN" sz="2800" kern="100" dirty="0">
                          <a:solidFill>
                            <a:schemeClr val="bg1"/>
                          </a:solidFill>
                          <a:effectLst/>
                        </a:rPr>
                        <a:t>Gradient Boosting</a:t>
                      </a:r>
                      <a:endParaRPr lang="en-IN"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Minimizes the error using gradient descent</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88761180"/>
                  </a:ext>
                </a:extLst>
              </a:tr>
              <a:tr h="1247618">
                <a:tc>
                  <a:txBody>
                    <a:bodyPr/>
                    <a:lstStyle/>
                    <a:p>
                      <a:pPr>
                        <a:lnSpc>
                          <a:spcPct val="115000"/>
                        </a:lnSpc>
                        <a:spcAft>
                          <a:spcPts val="800"/>
                        </a:spcAft>
                        <a:buNone/>
                      </a:pPr>
                      <a:r>
                        <a:rPr lang="en-IN" sz="2800" kern="100" dirty="0">
                          <a:solidFill>
                            <a:schemeClr val="bg1"/>
                          </a:solidFill>
                          <a:effectLst/>
                        </a:rPr>
                        <a:t>XGBoost</a:t>
                      </a:r>
                      <a:endParaRPr lang="en-IN" sz="2800" kern="100" dirty="0">
                        <a:solidFill>
                          <a:schemeClr val="bg1"/>
                        </a:solidFill>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a:effectLst/>
                        </a:rPr>
                        <a:t>A very fast and optimized version of gradient boosting</a:t>
                      </a:r>
                      <a:endParaRPr lang="en-IN" sz="28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69539899"/>
                  </a:ext>
                </a:extLst>
              </a:tr>
              <a:tr h="607279">
                <a:tc>
                  <a:txBody>
                    <a:bodyPr/>
                    <a:lstStyle/>
                    <a:p>
                      <a:pPr>
                        <a:lnSpc>
                          <a:spcPct val="115000"/>
                        </a:lnSpc>
                        <a:spcAft>
                          <a:spcPts val="800"/>
                        </a:spcAft>
                        <a:buNone/>
                      </a:pPr>
                      <a:r>
                        <a:rPr lang="en-IN" sz="2800" kern="100" dirty="0" err="1">
                          <a:effectLst/>
                        </a:rPr>
                        <a:t>LightGBM</a:t>
                      </a:r>
                      <a:r>
                        <a:rPr lang="en-IN" sz="2800" kern="100" dirty="0">
                          <a:effectLst/>
                        </a:rPr>
                        <a:t>, </a:t>
                      </a:r>
                      <a:r>
                        <a:rPr lang="en-IN" sz="2800" kern="100" dirty="0" err="1">
                          <a:effectLst/>
                        </a:rPr>
                        <a:t>CatBoost</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800" kern="100" dirty="0">
                          <a:effectLst/>
                        </a:rPr>
                        <a:t>Other fast and efficient boosting algorithms</a:t>
                      </a:r>
                      <a:endParaRPr lang="en-IN" sz="28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11483686"/>
                  </a:ext>
                </a:extLst>
              </a:tr>
            </a:tbl>
          </a:graphicData>
        </a:graphic>
      </p:graphicFrame>
    </p:spTree>
    <p:extLst>
      <p:ext uri="{BB962C8B-B14F-4D97-AF65-F5344CB8AC3E}">
        <p14:creationId xmlns:p14="http://schemas.microsoft.com/office/powerpoint/2010/main" val="32228958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AFE5E7-0B30-7E75-5FA7-F926EE25D22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02E8BA-C5A0-0346-E60B-07DE8BD8F9A1}"/>
              </a:ext>
            </a:extLst>
          </p:cNvPr>
          <p:cNvSpPr>
            <a:spLocks noGrp="1"/>
          </p:cNvSpPr>
          <p:nvPr>
            <p:ph idx="1"/>
          </p:nvPr>
        </p:nvSpPr>
        <p:spPr>
          <a:xfrm>
            <a:off x="777240" y="566057"/>
            <a:ext cx="10659110" cy="5610906"/>
          </a:xfrm>
        </p:spPr>
        <p:txBody>
          <a:bodyPr>
            <a:normAutofit fontScale="92500"/>
          </a:bodyPr>
          <a:lstStyle/>
          <a:p>
            <a:pPr marL="514350" indent="-514350">
              <a:buAutoNum type="arabicPeriod"/>
            </a:pPr>
            <a:r>
              <a:rPr lang="en-US" sz="3000" b="1" dirty="0"/>
              <a:t>Gradient Boosting Machines (GBM):</a:t>
            </a:r>
          </a:p>
          <a:p>
            <a:pPr marL="0" indent="0">
              <a:buNone/>
            </a:pPr>
            <a:r>
              <a:rPr lang="en-US" sz="2400" dirty="0"/>
              <a:t>Gradient Boosting Machine (GBM) is a powerful </a:t>
            </a:r>
            <a:r>
              <a:rPr lang="en-US" sz="2400" b="1" dirty="0">
                <a:solidFill>
                  <a:srgbClr val="C00000"/>
                </a:solidFill>
              </a:rPr>
              <a:t>boosting technique </a:t>
            </a:r>
            <a:r>
              <a:rPr lang="en-US" sz="2400" b="1" dirty="0">
                <a:solidFill>
                  <a:srgbClr val="002060"/>
                </a:solidFill>
              </a:rPr>
              <a:t>used</a:t>
            </a:r>
            <a:r>
              <a:rPr lang="en-US" sz="2400" dirty="0"/>
              <a:t> </a:t>
            </a:r>
            <a:r>
              <a:rPr lang="en-US" sz="2400" b="1" dirty="0">
                <a:solidFill>
                  <a:srgbClr val="002060"/>
                </a:solidFill>
              </a:rPr>
              <a:t>to build strong prediction models</a:t>
            </a:r>
            <a:r>
              <a:rPr lang="en-US" sz="2400" dirty="0"/>
              <a:t> by:</a:t>
            </a:r>
          </a:p>
          <a:p>
            <a:pPr marL="457200" indent="-457200">
              <a:buFont typeface="+mj-lt"/>
              <a:buAutoNum type="arabicPeriod"/>
            </a:pPr>
            <a:r>
              <a:rPr lang="en-US" sz="2400" dirty="0"/>
              <a:t>Building models </a:t>
            </a:r>
            <a:r>
              <a:rPr lang="en-US" sz="2400" b="1" dirty="0">
                <a:solidFill>
                  <a:srgbClr val="C00000"/>
                </a:solidFill>
              </a:rPr>
              <a:t>sequentially</a:t>
            </a:r>
          </a:p>
          <a:p>
            <a:pPr marL="457200" indent="-457200">
              <a:buFont typeface="+mj-lt"/>
              <a:buAutoNum type="arabicPeriod"/>
            </a:pPr>
            <a:r>
              <a:rPr lang="en-US" sz="2400" dirty="0"/>
              <a:t>Each model tries to </a:t>
            </a:r>
            <a:r>
              <a:rPr lang="en-US" sz="2400" b="1" dirty="0">
                <a:solidFill>
                  <a:srgbClr val="C00000"/>
                </a:solidFill>
              </a:rPr>
              <a:t>fix the errors of the previous one</a:t>
            </a:r>
          </a:p>
          <a:p>
            <a:pPr marL="457200" indent="-457200">
              <a:buFont typeface="+mj-lt"/>
              <a:buAutoNum type="arabicPeriod"/>
            </a:pPr>
            <a:r>
              <a:rPr lang="en-US" sz="2400" dirty="0"/>
              <a:t>It uses gradient descent to minimize the error step-by-step</a:t>
            </a:r>
          </a:p>
          <a:p>
            <a:pPr marL="0" indent="0">
              <a:buNone/>
            </a:pPr>
            <a:endParaRPr lang="en-US" sz="2400" dirty="0"/>
          </a:p>
          <a:p>
            <a:pPr marL="0" indent="0">
              <a:buNone/>
            </a:pPr>
            <a:r>
              <a:rPr lang="en-US" sz="2400" b="1" dirty="0"/>
              <a:t>What is Gradient Descent?</a:t>
            </a:r>
          </a:p>
          <a:p>
            <a:pPr marL="0" indent="0">
              <a:buNone/>
            </a:pPr>
            <a:r>
              <a:rPr lang="en-US" sz="2400" b="1" dirty="0"/>
              <a:t>Gradient Descent</a:t>
            </a:r>
            <a:r>
              <a:rPr lang="en-US" sz="2400" dirty="0"/>
              <a:t> is an </a:t>
            </a:r>
            <a:r>
              <a:rPr lang="en-US" sz="2400" b="1" dirty="0">
                <a:solidFill>
                  <a:srgbClr val="C00000"/>
                </a:solidFill>
              </a:rPr>
              <a:t>optimization algorithm </a:t>
            </a:r>
            <a:r>
              <a:rPr lang="en-US" sz="2400" dirty="0"/>
              <a:t>used to </a:t>
            </a:r>
            <a:r>
              <a:rPr lang="en-US" sz="2400" b="1" dirty="0"/>
              <a:t>minimize a loss (error) function</a:t>
            </a:r>
            <a:r>
              <a:rPr lang="en-US" sz="2400" dirty="0"/>
              <a:t> by adjusting the model's parameters (like weights in linear regression or neural networks).</a:t>
            </a:r>
          </a:p>
          <a:p>
            <a:r>
              <a:rPr lang="en-US" sz="2400" dirty="0"/>
              <a:t>We are trying to find the </a:t>
            </a:r>
            <a:r>
              <a:rPr lang="en-US" sz="2400" b="1" dirty="0">
                <a:solidFill>
                  <a:srgbClr val="C00000"/>
                </a:solidFill>
              </a:rPr>
              <a:t>best model parameters </a:t>
            </a:r>
            <a:r>
              <a:rPr lang="en-US" sz="2400" dirty="0"/>
              <a:t>that result in the least error on training data.</a:t>
            </a:r>
          </a:p>
          <a:p>
            <a:r>
              <a:rPr lang="en-US" sz="2400" dirty="0"/>
              <a:t>Gradient Descent helps by </a:t>
            </a:r>
            <a:r>
              <a:rPr lang="en-US" sz="2400" b="1" dirty="0">
                <a:solidFill>
                  <a:srgbClr val="C00000"/>
                </a:solidFill>
              </a:rPr>
              <a:t>taking small steps </a:t>
            </a:r>
            <a:r>
              <a:rPr lang="en-US" sz="2400" b="1" dirty="0">
                <a:solidFill>
                  <a:srgbClr val="002060"/>
                </a:solidFill>
              </a:rPr>
              <a:t>in the direction where the error decreases</a:t>
            </a:r>
            <a:r>
              <a:rPr lang="en-US" sz="2400" dirty="0"/>
              <a:t>.</a:t>
            </a:r>
          </a:p>
        </p:txBody>
      </p:sp>
    </p:spTree>
    <p:extLst>
      <p:ext uri="{BB962C8B-B14F-4D97-AF65-F5344CB8AC3E}">
        <p14:creationId xmlns:p14="http://schemas.microsoft.com/office/powerpoint/2010/main" val="3637214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3D48C-4CBC-0AD0-ED3F-EBD2E10DCD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ABC05C-C472-854F-6386-FA9C45CD01C4}"/>
              </a:ext>
            </a:extLst>
          </p:cNvPr>
          <p:cNvSpPr>
            <a:spLocks noGrp="1"/>
          </p:cNvSpPr>
          <p:nvPr>
            <p:ph idx="1"/>
          </p:nvPr>
        </p:nvSpPr>
        <p:spPr>
          <a:xfrm>
            <a:off x="777240" y="718457"/>
            <a:ext cx="10659110" cy="5458506"/>
          </a:xfrm>
        </p:spPr>
        <p:txBody>
          <a:bodyPr>
            <a:normAutofit lnSpcReduction="10000"/>
          </a:bodyPr>
          <a:lstStyle/>
          <a:p>
            <a:pPr marL="0" indent="0">
              <a:buNone/>
            </a:pPr>
            <a:r>
              <a:rPr lang="en-US" sz="2800" b="1" dirty="0"/>
              <a:t>💡 Easy Analogy (Real-Life)</a:t>
            </a:r>
          </a:p>
          <a:p>
            <a:pPr marL="0" indent="0">
              <a:buNone/>
            </a:pPr>
            <a:r>
              <a:rPr lang="en-US" sz="2800" dirty="0"/>
              <a:t>Think of a student improving their test score:</a:t>
            </a:r>
          </a:p>
          <a:p>
            <a:pPr lvl="1"/>
            <a:r>
              <a:rPr lang="en-US" sz="2400" dirty="0"/>
              <a:t>After the first test, they check their mistakes.</a:t>
            </a:r>
          </a:p>
          <a:p>
            <a:pPr lvl="1"/>
            <a:r>
              <a:rPr lang="en-US" sz="2400" dirty="0"/>
              <a:t>They then study exactly where they went wrong, and in the next test, they do slightly better.</a:t>
            </a:r>
          </a:p>
          <a:p>
            <a:pPr lvl="1"/>
            <a:r>
              <a:rPr lang="en-US" sz="2400" dirty="0"/>
              <a:t>This process continues until the student is well-prepared.</a:t>
            </a:r>
          </a:p>
          <a:p>
            <a:pPr marL="0" indent="0">
              <a:buNone/>
            </a:pPr>
            <a:endParaRPr lang="en-US" sz="1400" dirty="0"/>
          </a:p>
          <a:p>
            <a:pPr marL="0" indent="0">
              <a:buNone/>
            </a:pPr>
            <a:r>
              <a:rPr lang="en-US" sz="2800" dirty="0"/>
              <a:t>📘 That’s exactly what Gradient Boosting does — it </a:t>
            </a:r>
            <a:r>
              <a:rPr lang="en-US" sz="2800" b="1" dirty="0">
                <a:solidFill>
                  <a:srgbClr val="C00000"/>
                </a:solidFill>
              </a:rPr>
              <a:t>learns from mistakes </a:t>
            </a:r>
            <a:r>
              <a:rPr lang="en-US" sz="2800" dirty="0"/>
              <a:t>and </a:t>
            </a:r>
            <a:r>
              <a:rPr lang="en-US" sz="2800" b="1" dirty="0">
                <a:solidFill>
                  <a:srgbClr val="C00000"/>
                </a:solidFill>
              </a:rPr>
              <a:t>improves gradually</a:t>
            </a:r>
            <a:r>
              <a:rPr lang="en-US" sz="2800" dirty="0"/>
              <a:t>.</a:t>
            </a:r>
          </a:p>
          <a:p>
            <a:pPr marL="0" indent="0">
              <a:buNone/>
            </a:pPr>
            <a:endParaRPr lang="en-US" sz="2800" dirty="0"/>
          </a:p>
          <a:p>
            <a:pPr marL="0" indent="0">
              <a:buNone/>
            </a:pPr>
            <a:r>
              <a:rPr lang="en-US" sz="2800" b="1" dirty="0"/>
              <a:t>Gradient Boosting</a:t>
            </a:r>
            <a:r>
              <a:rPr lang="en-US" sz="2800" dirty="0"/>
              <a:t> builds one model at a time, each one learning from the mistakes of the last. It improves slowly using gradient descent to make strong predictions.</a:t>
            </a:r>
            <a:endParaRPr lang="en-IN" sz="2800" dirty="0"/>
          </a:p>
          <a:p>
            <a:pPr marL="0" indent="0">
              <a:buNone/>
            </a:pPr>
            <a:endParaRPr lang="en-IN" sz="2800" dirty="0"/>
          </a:p>
        </p:txBody>
      </p:sp>
    </p:spTree>
    <p:extLst>
      <p:ext uri="{BB962C8B-B14F-4D97-AF65-F5344CB8AC3E}">
        <p14:creationId xmlns:p14="http://schemas.microsoft.com/office/powerpoint/2010/main" val="30629577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14FCA-C56A-5AC0-B694-9EC5D6F2840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1B1978-EBBC-1B8F-6AFD-7FACC4AEA239}"/>
              </a:ext>
            </a:extLst>
          </p:cNvPr>
          <p:cNvSpPr>
            <a:spLocks noGrp="1"/>
          </p:cNvSpPr>
          <p:nvPr>
            <p:ph idx="1"/>
          </p:nvPr>
        </p:nvSpPr>
        <p:spPr>
          <a:xfrm>
            <a:off x="777240" y="718457"/>
            <a:ext cx="10659110" cy="5458506"/>
          </a:xfrm>
        </p:spPr>
        <p:txBody>
          <a:bodyPr>
            <a:normAutofit/>
          </a:bodyPr>
          <a:lstStyle/>
          <a:p>
            <a:pPr marL="0" indent="0">
              <a:buNone/>
            </a:pPr>
            <a:r>
              <a:rPr lang="en-US" sz="2400" b="1" dirty="0"/>
              <a:t>How GBM Works (Simple Steps)</a:t>
            </a:r>
          </a:p>
          <a:p>
            <a:pPr marL="0" indent="0">
              <a:buNone/>
            </a:pPr>
            <a:r>
              <a:rPr lang="en-US" sz="2400" dirty="0"/>
              <a:t>Let’s assume we're predicting </a:t>
            </a:r>
            <a:r>
              <a:rPr lang="en-US" sz="2400" b="1" dirty="0"/>
              <a:t>house prices</a:t>
            </a:r>
            <a:r>
              <a:rPr lang="en-US" sz="2400" dirty="0"/>
              <a:t> based on size:</a:t>
            </a:r>
          </a:p>
          <a:p>
            <a:pPr marL="0" indent="0">
              <a:buNone/>
            </a:pPr>
            <a:endParaRPr lang="en-IN" sz="2400" dirty="0"/>
          </a:p>
        </p:txBody>
      </p:sp>
      <p:graphicFrame>
        <p:nvGraphicFramePr>
          <p:cNvPr id="2" name="Table 1">
            <a:extLst>
              <a:ext uri="{FF2B5EF4-FFF2-40B4-BE49-F238E27FC236}">
                <a16:creationId xmlns:a16="http://schemas.microsoft.com/office/drawing/2014/main" id="{423F7319-CC29-E9EB-FB2F-ED164CCABD7D}"/>
              </a:ext>
            </a:extLst>
          </p:cNvPr>
          <p:cNvGraphicFramePr>
            <a:graphicFrameLocks noGrp="1"/>
          </p:cNvGraphicFramePr>
          <p:nvPr>
            <p:extLst>
              <p:ext uri="{D42A27DB-BD31-4B8C-83A1-F6EECF244321}">
                <p14:modId xmlns:p14="http://schemas.microsoft.com/office/powerpoint/2010/main" val="2987191240"/>
              </p:ext>
            </p:extLst>
          </p:nvPr>
        </p:nvGraphicFramePr>
        <p:xfrm>
          <a:off x="1100046" y="2023068"/>
          <a:ext cx="7445241" cy="2015532"/>
        </p:xfrm>
        <a:graphic>
          <a:graphicData uri="http://schemas.openxmlformats.org/drawingml/2006/table">
            <a:tbl>
              <a:tblPr firstRow="1" firstCol="1" bandRow="1">
                <a:tableStyleId>{5C22544A-7EE6-4342-B048-85BDC9FD1C3A}</a:tableStyleId>
              </a:tblPr>
              <a:tblGrid>
                <a:gridCol w="2481472">
                  <a:extLst>
                    <a:ext uri="{9D8B030D-6E8A-4147-A177-3AD203B41FA5}">
                      <a16:colId xmlns:a16="http://schemas.microsoft.com/office/drawing/2014/main" val="325713911"/>
                    </a:ext>
                  </a:extLst>
                </a:gridCol>
                <a:gridCol w="2481472">
                  <a:extLst>
                    <a:ext uri="{9D8B030D-6E8A-4147-A177-3AD203B41FA5}">
                      <a16:colId xmlns:a16="http://schemas.microsoft.com/office/drawing/2014/main" val="3681354829"/>
                    </a:ext>
                  </a:extLst>
                </a:gridCol>
                <a:gridCol w="2482297">
                  <a:extLst>
                    <a:ext uri="{9D8B030D-6E8A-4147-A177-3AD203B41FA5}">
                      <a16:colId xmlns:a16="http://schemas.microsoft.com/office/drawing/2014/main" val="80017449"/>
                    </a:ext>
                  </a:extLst>
                </a:gridCol>
              </a:tblGrid>
              <a:tr h="503883">
                <a:tc>
                  <a:txBody>
                    <a:bodyPr/>
                    <a:lstStyle/>
                    <a:p>
                      <a:pPr>
                        <a:lnSpc>
                          <a:spcPct val="115000"/>
                        </a:lnSpc>
                        <a:spcAft>
                          <a:spcPts val="800"/>
                        </a:spcAft>
                        <a:buNone/>
                      </a:pPr>
                      <a:r>
                        <a:rPr lang="en-IN" sz="2400" kern="100">
                          <a:effectLst/>
                        </a:rPr>
                        <a:t>House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Size (sqft)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Price ($1000s)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47225488"/>
                  </a:ext>
                </a:extLst>
              </a:tr>
              <a:tr h="503883">
                <a:tc>
                  <a:txBody>
                    <a:bodyPr/>
                    <a:lstStyle/>
                    <a:p>
                      <a:pPr>
                        <a:lnSpc>
                          <a:spcPct val="115000"/>
                        </a:lnSpc>
                        <a:spcAft>
                          <a:spcPts val="800"/>
                        </a:spcAft>
                        <a:buNone/>
                      </a:pPr>
                      <a:r>
                        <a:rPr lang="en-IN" sz="2400" kern="100">
                          <a:effectLst/>
                        </a:rPr>
                        <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1000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100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0690304"/>
                  </a:ext>
                </a:extLst>
              </a:tr>
              <a:tr h="503883">
                <a:tc>
                  <a:txBody>
                    <a:bodyPr/>
                    <a:lstStyle/>
                    <a:p>
                      <a:pPr>
                        <a:lnSpc>
                          <a:spcPct val="115000"/>
                        </a:lnSpc>
                        <a:spcAft>
                          <a:spcPts val="800"/>
                        </a:spcAft>
                        <a:buNone/>
                      </a:pPr>
                      <a:r>
                        <a:rPr lang="en-IN" sz="2400" kern="100">
                          <a:effectLst/>
                        </a:rPr>
                        <a:t>B</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1200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120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53974572"/>
                  </a:ext>
                </a:extLst>
              </a:tr>
              <a:tr h="503883">
                <a:tc>
                  <a:txBody>
                    <a:bodyPr/>
                    <a:lstStyle/>
                    <a:p>
                      <a:pPr>
                        <a:lnSpc>
                          <a:spcPct val="115000"/>
                        </a:lnSpc>
                        <a:spcAft>
                          <a:spcPts val="800"/>
                        </a:spcAft>
                        <a:buNone/>
                      </a:pPr>
                      <a:r>
                        <a:rPr lang="en-IN" sz="2400" kern="100">
                          <a:effectLst/>
                        </a:rPr>
                        <a:t>C</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1500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150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00993031"/>
                  </a:ext>
                </a:extLst>
              </a:tr>
            </a:tbl>
          </a:graphicData>
        </a:graphic>
      </p:graphicFrame>
    </p:spTree>
    <p:extLst>
      <p:ext uri="{BB962C8B-B14F-4D97-AF65-F5344CB8AC3E}">
        <p14:creationId xmlns:p14="http://schemas.microsoft.com/office/powerpoint/2010/main" val="1154351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6017E-274C-EDB3-A487-7711CF456F9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D06164-AFCF-38B6-3467-97D70DCA9AC9}"/>
              </a:ext>
            </a:extLst>
          </p:cNvPr>
          <p:cNvSpPr>
            <a:spLocks noGrp="1"/>
          </p:cNvSpPr>
          <p:nvPr>
            <p:ph idx="1"/>
          </p:nvPr>
        </p:nvSpPr>
        <p:spPr>
          <a:xfrm>
            <a:off x="777240" y="500743"/>
            <a:ext cx="10659110" cy="5676220"/>
          </a:xfrm>
        </p:spPr>
        <p:txBody>
          <a:bodyPr>
            <a:normAutofit fontScale="85000" lnSpcReduction="20000"/>
          </a:bodyPr>
          <a:lstStyle/>
          <a:p>
            <a:pPr marL="0" indent="0">
              <a:buNone/>
            </a:pPr>
            <a:r>
              <a:rPr lang="en-US" sz="2800" b="1" dirty="0"/>
              <a:t>Step-by-Step Explanation of GBM:</a:t>
            </a:r>
          </a:p>
          <a:p>
            <a:pPr marL="0" indent="0">
              <a:buNone/>
            </a:pPr>
            <a:r>
              <a:rPr lang="en-US" sz="2200" b="1" dirty="0"/>
              <a:t>Step 1: Start with a weak model</a:t>
            </a:r>
          </a:p>
          <a:p>
            <a:pPr lvl="1"/>
            <a:r>
              <a:rPr lang="en-US" sz="2100" dirty="0"/>
              <a:t>A simple model (like a straight line) is created.</a:t>
            </a:r>
          </a:p>
          <a:p>
            <a:pPr lvl="1"/>
            <a:r>
              <a:rPr lang="en-US" sz="2100" dirty="0"/>
              <a:t>It may predict:</a:t>
            </a:r>
          </a:p>
          <a:p>
            <a:pPr marL="914400" lvl="2" indent="0">
              <a:buNone/>
            </a:pPr>
            <a:r>
              <a:rPr lang="en-US" sz="2300" dirty="0"/>
              <a:t>A: 90</a:t>
            </a:r>
          </a:p>
          <a:p>
            <a:pPr marL="914400" lvl="2" indent="0">
              <a:buNone/>
            </a:pPr>
            <a:r>
              <a:rPr lang="en-US" sz="2300" dirty="0"/>
              <a:t>B: 110</a:t>
            </a:r>
          </a:p>
          <a:p>
            <a:pPr marL="914400" lvl="2" indent="0">
              <a:buNone/>
            </a:pPr>
            <a:r>
              <a:rPr lang="en-US" sz="2300" dirty="0"/>
              <a:t>C: 130</a:t>
            </a:r>
          </a:p>
          <a:p>
            <a:pPr marL="0" indent="0">
              <a:buNone/>
            </a:pPr>
            <a:endParaRPr lang="en-US" sz="1200" b="1" dirty="0"/>
          </a:p>
          <a:p>
            <a:pPr marL="0" indent="0">
              <a:buNone/>
            </a:pPr>
            <a:r>
              <a:rPr lang="en-US" sz="2200" b="1" dirty="0"/>
              <a:t>Step 2: Calculate errors (residuals)</a:t>
            </a:r>
          </a:p>
          <a:p>
            <a:pPr lvl="1"/>
            <a:r>
              <a:rPr lang="en-US" sz="2100" dirty="0"/>
              <a:t>Actual – Predicted:</a:t>
            </a:r>
          </a:p>
          <a:p>
            <a:pPr marL="914400" lvl="2" indent="0">
              <a:buNone/>
            </a:pPr>
            <a:r>
              <a:rPr lang="en-US" sz="1900" dirty="0"/>
              <a:t>A: 100 – 90 = </a:t>
            </a:r>
            <a:r>
              <a:rPr lang="en-US" sz="1900" b="1" dirty="0"/>
              <a:t>+10</a:t>
            </a:r>
            <a:endParaRPr lang="en-US" sz="1900" dirty="0"/>
          </a:p>
          <a:p>
            <a:pPr marL="914400" lvl="2" indent="0">
              <a:buNone/>
            </a:pPr>
            <a:r>
              <a:rPr lang="en-US" sz="1900" dirty="0"/>
              <a:t>B: 120 – 110 = </a:t>
            </a:r>
            <a:r>
              <a:rPr lang="en-US" sz="1900" b="1" dirty="0"/>
              <a:t>+10</a:t>
            </a:r>
            <a:endParaRPr lang="en-US" sz="1900" dirty="0"/>
          </a:p>
          <a:p>
            <a:pPr marL="914400" lvl="2" indent="0">
              <a:buNone/>
            </a:pPr>
            <a:r>
              <a:rPr lang="en-US" sz="1900" dirty="0"/>
              <a:t>C: 150 – 130 = </a:t>
            </a:r>
            <a:r>
              <a:rPr lang="en-US" sz="1900" b="1" dirty="0"/>
              <a:t>+20</a:t>
            </a:r>
            <a:endParaRPr lang="en-US" sz="1900" dirty="0"/>
          </a:p>
          <a:p>
            <a:pPr lvl="1"/>
            <a:r>
              <a:rPr lang="en-US" sz="2100" dirty="0"/>
              <a:t>This is the </a:t>
            </a:r>
            <a:r>
              <a:rPr lang="en-US" sz="2100" b="1" dirty="0"/>
              <a:t>residual</a:t>
            </a:r>
            <a:r>
              <a:rPr lang="en-US" sz="2100" dirty="0"/>
              <a:t> (what the model got wrong).</a:t>
            </a:r>
          </a:p>
          <a:p>
            <a:pPr marL="0" indent="0">
              <a:buNone/>
            </a:pPr>
            <a:endParaRPr lang="en-US" sz="1300" b="1" dirty="0"/>
          </a:p>
          <a:p>
            <a:pPr marL="0" indent="0">
              <a:buNone/>
            </a:pPr>
            <a:r>
              <a:rPr lang="en-US" sz="2200" b="1" dirty="0"/>
              <a:t>Step 3: Build a new model to predict the residuals</a:t>
            </a:r>
          </a:p>
          <a:p>
            <a:pPr lvl="1"/>
            <a:r>
              <a:rPr lang="en-US" sz="2100" dirty="0"/>
              <a:t>Now, a small model is trained to predict these errors.</a:t>
            </a:r>
          </a:p>
          <a:p>
            <a:pPr lvl="1"/>
            <a:r>
              <a:rPr lang="en-US" sz="2100" dirty="0"/>
              <a:t>It predicts:</a:t>
            </a:r>
          </a:p>
          <a:p>
            <a:pPr marL="914400" lvl="2" indent="0">
              <a:buNone/>
            </a:pPr>
            <a:r>
              <a:rPr lang="en-US" sz="2100" dirty="0"/>
              <a:t>A: +8</a:t>
            </a:r>
          </a:p>
          <a:p>
            <a:pPr marL="914400" lvl="2" indent="0">
              <a:buNone/>
            </a:pPr>
            <a:r>
              <a:rPr lang="en-US" sz="2100" dirty="0"/>
              <a:t>B: +9</a:t>
            </a:r>
          </a:p>
          <a:p>
            <a:pPr marL="914400" lvl="2" indent="0">
              <a:buNone/>
            </a:pPr>
            <a:r>
              <a:rPr lang="en-US" sz="2100" dirty="0"/>
              <a:t>C: +18</a:t>
            </a:r>
          </a:p>
          <a:p>
            <a:pPr marL="0" indent="0">
              <a:buNone/>
            </a:pPr>
            <a:endParaRPr lang="en-IN" sz="2400" dirty="0"/>
          </a:p>
        </p:txBody>
      </p:sp>
    </p:spTree>
    <p:extLst>
      <p:ext uri="{BB962C8B-B14F-4D97-AF65-F5344CB8AC3E}">
        <p14:creationId xmlns:p14="http://schemas.microsoft.com/office/powerpoint/2010/main" val="13581953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6A3349-F54F-276E-5E17-8602E845AEF1}"/>
              </a:ext>
            </a:extLst>
          </p:cNvPr>
          <p:cNvSpPr>
            <a:spLocks noGrp="1"/>
          </p:cNvSpPr>
          <p:nvPr>
            <p:ph idx="1"/>
          </p:nvPr>
        </p:nvSpPr>
        <p:spPr>
          <a:xfrm>
            <a:off x="777240" y="794657"/>
            <a:ext cx="10659110" cy="5382306"/>
          </a:xfrm>
        </p:spPr>
        <p:txBody>
          <a:bodyPr/>
          <a:lstStyle/>
          <a:p>
            <a:pPr marL="0" indent="0">
              <a:buNone/>
            </a:pPr>
            <a:r>
              <a:rPr lang="en-US" sz="2400" b="1" dirty="0"/>
              <a:t>Step 4: Add this correction to the previous model</a:t>
            </a:r>
          </a:p>
          <a:p>
            <a:pPr lvl="1"/>
            <a:r>
              <a:rPr lang="en-US" sz="2400" dirty="0"/>
              <a:t>Final predictions:</a:t>
            </a:r>
          </a:p>
          <a:p>
            <a:pPr marL="914400" lvl="2" indent="0">
              <a:buNone/>
            </a:pPr>
            <a:r>
              <a:rPr lang="en-US" sz="2000" dirty="0"/>
              <a:t>A: 90 + 8 = </a:t>
            </a:r>
            <a:r>
              <a:rPr lang="en-US" sz="2000" b="1" dirty="0"/>
              <a:t>98</a:t>
            </a:r>
            <a:endParaRPr lang="en-US" sz="2000" dirty="0"/>
          </a:p>
          <a:p>
            <a:pPr marL="914400" lvl="2" indent="0">
              <a:buNone/>
            </a:pPr>
            <a:r>
              <a:rPr lang="en-US" sz="2000" dirty="0"/>
              <a:t>B: 110 + 9 = </a:t>
            </a:r>
            <a:r>
              <a:rPr lang="en-US" sz="2000" b="1" dirty="0"/>
              <a:t>119</a:t>
            </a:r>
            <a:endParaRPr lang="en-US" sz="2000" dirty="0"/>
          </a:p>
          <a:p>
            <a:pPr marL="914400" lvl="2" indent="0">
              <a:buNone/>
            </a:pPr>
            <a:r>
              <a:rPr lang="en-US" sz="2000" dirty="0"/>
              <a:t>C: 130 + 18 = </a:t>
            </a:r>
            <a:r>
              <a:rPr lang="en-US" sz="2000" b="1" dirty="0"/>
              <a:t>148</a:t>
            </a:r>
            <a:endParaRPr lang="en-US" sz="2000" dirty="0"/>
          </a:p>
          <a:p>
            <a:pPr lvl="1"/>
            <a:r>
              <a:rPr lang="en-US" sz="2400" dirty="0"/>
              <a:t>This new model is </a:t>
            </a:r>
            <a:r>
              <a:rPr lang="en-US" sz="2400" b="1" dirty="0"/>
              <a:t>closer to the real answer</a:t>
            </a:r>
            <a:r>
              <a:rPr lang="en-US" sz="2400" dirty="0"/>
              <a:t>.</a:t>
            </a:r>
          </a:p>
          <a:p>
            <a:pPr marL="0" indent="0">
              <a:buNone/>
            </a:pPr>
            <a:endParaRPr lang="en-US" b="1" dirty="0"/>
          </a:p>
          <a:p>
            <a:pPr marL="0" indent="0">
              <a:buNone/>
            </a:pPr>
            <a:r>
              <a:rPr lang="en-US" sz="2400" b="1" dirty="0"/>
              <a:t>Repeat:</a:t>
            </a:r>
          </a:p>
          <a:p>
            <a:pPr marL="0" indent="0">
              <a:buNone/>
            </a:pPr>
            <a:r>
              <a:rPr lang="en-US" sz="2400" dirty="0"/>
              <a:t>Repeat the process for more iterations, each time </a:t>
            </a:r>
            <a:r>
              <a:rPr lang="en-US" sz="2400" b="1" dirty="0"/>
              <a:t>correcting the errors</a:t>
            </a:r>
            <a:r>
              <a:rPr lang="en-US" sz="2400" dirty="0"/>
              <a:t> of the last step.</a:t>
            </a:r>
          </a:p>
          <a:p>
            <a:pPr marL="0" indent="0">
              <a:buNone/>
            </a:pPr>
            <a:endParaRPr lang="en-IN" dirty="0"/>
          </a:p>
        </p:txBody>
      </p:sp>
    </p:spTree>
    <p:extLst>
      <p:ext uri="{BB962C8B-B14F-4D97-AF65-F5344CB8AC3E}">
        <p14:creationId xmlns:p14="http://schemas.microsoft.com/office/powerpoint/2010/main" val="38669717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B0EEE-BD3B-A7B6-6959-1D8996C687A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9D3F7B-0C83-2BC0-B313-7CB64827BE0E}"/>
              </a:ext>
            </a:extLst>
          </p:cNvPr>
          <p:cNvSpPr>
            <a:spLocks noGrp="1"/>
          </p:cNvSpPr>
          <p:nvPr>
            <p:ph idx="1"/>
          </p:nvPr>
        </p:nvSpPr>
        <p:spPr>
          <a:xfrm>
            <a:off x="777240" y="794657"/>
            <a:ext cx="10659110" cy="5382306"/>
          </a:xfrm>
        </p:spPr>
        <p:txBody>
          <a:bodyPr>
            <a:normAutofit lnSpcReduction="10000"/>
          </a:bodyPr>
          <a:lstStyle/>
          <a:p>
            <a:pPr marL="0" indent="0">
              <a:buNone/>
            </a:pPr>
            <a:r>
              <a:rPr lang="en-US" sz="2400" b="1" dirty="0"/>
              <a:t>Why It’s Called "Gradient" Boosting?</a:t>
            </a:r>
          </a:p>
          <a:p>
            <a:r>
              <a:rPr lang="en-US" sz="2400" dirty="0"/>
              <a:t>GBM uses the </a:t>
            </a:r>
            <a:r>
              <a:rPr lang="en-US" sz="2400" b="1" dirty="0">
                <a:solidFill>
                  <a:srgbClr val="002060"/>
                </a:solidFill>
              </a:rPr>
              <a:t>idea of gradient descent</a:t>
            </a:r>
            <a:r>
              <a:rPr lang="en-US" sz="2400" dirty="0"/>
              <a:t>, just like in deep learning.</a:t>
            </a:r>
          </a:p>
          <a:p>
            <a:r>
              <a:rPr lang="en-US" sz="2400" dirty="0"/>
              <a:t>It looks at the </a:t>
            </a:r>
            <a:r>
              <a:rPr lang="en-US" sz="2400" b="1" dirty="0">
                <a:solidFill>
                  <a:srgbClr val="C00000"/>
                </a:solidFill>
              </a:rPr>
              <a:t>gradient</a:t>
            </a:r>
            <a:r>
              <a:rPr lang="en-US" sz="2400" dirty="0"/>
              <a:t> (</a:t>
            </a:r>
            <a:r>
              <a:rPr lang="en-US" sz="2400" b="1" dirty="0"/>
              <a:t>slope</a:t>
            </a:r>
            <a:r>
              <a:rPr lang="en-US" sz="2400" dirty="0"/>
              <a:t>) of the </a:t>
            </a:r>
            <a:r>
              <a:rPr lang="en-US" sz="2400" b="1" dirty="0">
                <a:solidFill>
                  <a:srgbClr val="C00000"/>
                </a:solidFill>
              </a:rPr>
              <a:t>loss function </a:t>
            </a:r>
            <a:r>
              <a:rPr lang="en-US" sz="2400" dirty="0"/>
              <a:t>(error), and moves in the </a:t>
            </a:r>
            <a:r>
              <a:rPr lang="en-US" sz="2400" b="1" dirty="0">
                <a:solidFill>
                  <a:srgbClr val="C00000"/>
                </a:solidFill>
              </a:rPr>
              <a:t>opposite direction </a:t>
            </a:r>
            <a:r>
              <a:rPr lang="en-US" sz="2400" dirty="0"/>
              <a:t>to reduce the error.</a:t>
            </a:r>
          </a:p>
          <a:p>
            <a:pPr marL="0" indent="0">
              <a:buNone/>
            </a:pPr>
            <a:endParaRPr lang="en-US" sz="2400" dirty="0"/>
          </a:p>
          <a:p>
            <a:pPr marL="0" indent="0">
              <a:buNone/>
            </a:pPr>
            <a:r>
              <a:rPr lang="en-US" sz="2400" b="1" dirty="0"/>
              <a:t>Explanation:</a:t>
            </a:r>
          </a:p>
          <a:p>
            <a:pPr marL="0" indent="0">
              <a:buNone/>
            </a:pPr>
            <a:r>
              <a:rPr lang="en-US" sz="2400" dirty="0"/>
              <a:t>Think of it like </a:t>
            </a:r>
            <a:r>
              <a:rPr lang="en-US" sz="2400" b="1" dirty="0"/>
              <a:t>climbing down a hill</a:t>
            </a:r>
            <a:r>
              <a:rPr lang="en-US" sz="2400" dirty="0"/>
              <a:t> (gradient = slope, descent = go down) to reach the lowest point (minimum error).</a:t>
            </a:r>
          </a:p>
          <a:p>
            <a:r>
              <a:rPr lang="en-US" sz="2400" dirty="0"/>
              <a:t>You are trying to find the </a:t>
            </a:r>
            <a:r>
              <a:rPr lang="en-US" sz="2400" b="1" dirty="0"/>
              <a:t>best model parameters</a:t>
            </a:r>
            <a:r>
              <a:rPr lang="en-US" sz="2400" dirty="0"/>
              <a:t> that result in the </a:t>
            </a:r>
            <a:r>
              <a:rPr lang="en-US" sz="2400" b="1" dirty="0"/>
              <a:t>least error</a:t>
            </a:r>
            <a:r>
              <a:rPr lang="en-US" sz="2400" dirty="0"/>
              <a:t> on training data.</a:t>
            </a:r>
          </a:p>
          <a:p>
            <a:r>
              <a:rPr lang="en-US" sz="2400" dirty="0"/>
              <a:t>Gradient Descent helps by taking small steps in the direction where the error decreases.</a:t>
            </a:r>
          </a:p>
          <a:p>
            <a:pPr marL="0" indent="0">
              <a:buNone/>
            </a:pPr>
            <a:r>
              <a:rPr lang="en-US" sz="2400" dirty="0"/>
              <a:t>	In simple words: “It walks downhill to reduce mistakes.”</a:t>
            </a:r>
            <a:endParaRPr lang="en-IN" sz="2400" dirty="0"/>
          </a:p>
        </p:txBody>
      </p:sp>
    </p:spTree>
    <p:extLst>
      <p:ext uri="{BB962C8B-B14F-4D97-AF65-F5344CB8AC3E}">
        <p14:creationId xmlns:p14="http://schemas.microsoft.com/office/powerpoint/2010/main" val="37182896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57C3D-E64D-2E02-2096-DF85267EE1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613BFD-3661-64BE-8467-157553A50E4C}"/>
              </a:ext>
            </a:extLst>
          </p:cNvPr>
          <p:cNvSpPr>
            <a:spLocks noGrp="1"/>
          </p:cNvSpPr>
          <p:nvPr>
            <p:ph idx="1"/>
          </p:nvPr>
        </p:nvSpPr>
        <p:spPr>
          <a:xfrm>
            <a:off x="777240" y="794657"/>
            <a:ext cx="10659110" cy="5382306"/>
          </a:xfrm>
        </p:spPr>
        <p:txBody>
          <a:bodyPr>
            <a:normAutofit/>
          </a:bodyPr>
          <a:lstStyle/>
          <a:p>
            <a:pPr marL="0" indent="0">
              <a:buNone/>
            </a:pPr>
            <a:r>
              <a:rPr lang="en-US" sz="2800" b="1" dirty="0"/>
              <a:t>2. Extreme Gradient Boosting (</a:t>
            </a:r>
            <a:r>
              <a:rPr lang="en-US" sz="2800" b="1" dirty="0" err="1"/>
              <a:t>XGBoost</a:t>
            </a:r>
            <a:r>
              <a:rPr lang="en-US" sz="2800" b="1" dirty="0"/>
              <a:t>)</a:t>
            </a:r>
          </a:p>
          <a:p>
            <a:pPr marL="0" indent="0">
              <a:buNone/>
            </a:pPr>
            <a:r>
              <a:rPr lang="en-US" sz="2400" dirty="0" err="1"/>
              <a:t>XGBoost</a:t>
            </a:r>
            <a:r>
              <a:rPr lang="en-US" sz="2400" dirty="0"/>
              <a:t> stands for </a:t>
            </a:r>
            <a:r>
              <a:rPr lang="en-US" sz="2400" b="1" dirty="0" err="1">
                <a:solidFill>
                  <a:srgbClr val="C00000"/>
                </a:solidFill>
              </a:rPr>
              <a:t>eX</a:t>
            </a:r>
            <a:r>
              <a:rPr lang="en-US" sz="2400" b="1" dirty="0">
                <a:solidFill>
                  <a:srgbClr val="C00000"/>
                </a:solidFill>
              </a:rPr>
              <a:t>**</a:t>
            </a:r>
            <a:r>
              <a:rPr lang="en-US" sz="2400" b="1" dirty="0" err="1">
                <a:solidFill>
                  <a:srgbClr val="C00000"/>
                </a:solidFill>
              </a:rPr>
              <a:t>treme</a:t>
            </a:r>
            <a:r>
              <a:rPr lang="en-US" sz="2400" b="1" dirty="0">
                <a:solidFill>
                  <a:srgbClr val="C00000"/>
                </a:solidFill>
              </a:rPr>
              <a:t> Gradient Boosting</a:t>
            </a:r>
            <a:r>
              <a:rPr lang="en-US" sz="2400" dirty="0"/>
              <a:t>.</a:t>
            </a:r>
          </a:p>
          <a:p>
            <a:pPr marL="0" indent="0">
              <a:buNone/>
            </a:pPr>
            <a:r>
              <a:rPr lang="en-US" sz="2400" dirty="0"/>
              <a:t>It is an </a:t>
            </a:r>
            <a:r>
              <a:rPr lang="en-US" sz="2400" b="1" dirty="0">
                <a:solidFill>
                  <a:srgbClr val="002060"/>
                </a:solidFill>
              </a:rPr>
              <a:t>improved version of </a:t>
            </a:r>
            <a:r>
              <a:rPr lang="en-US" sz="2400" b="1" dirty="0"/>
              <a:t>Gradient Boosting </a:t>
            </a:r>
            <a:r>
              <a:rPr lang="en-US" sz="2400" dirty="0"/>
              <a:t>designed to be:</a:t>
            </a:r>
          </a:p>
          <a:p>
            <a:pPr lvl="1"/>
            <a:r>
              <a:rPr lang="en-US" sz="2400" dirty="0"/>
              <a:t>Faster</a:t>
            </a:r>
          </a:p>
          <a:p>
            <a:pPr lvl="1"/>
            <a:r>
              <a:rPr lang="en-US" sz="2400" dirty="0"/>
              <a:t>More efficient</a:t>
            </a:r>
          </a:p>
          <a:p>
            <a:pPr lvl="1"/>
            <a:r>
              <a:rPr lang="en-US" sz="2400" dirty="0"/>
              <a:t>More accurate</a:t>
            </a:r>
          </a:p>
          <a:p>
            <a:pPr lvl="1"/>
            <a:r>
              <a:rPr lang="en-US" sz="2400" dirty="0"/>
              <a:t>Scalable for large datasets</a:t>
            </a:r>
          </a:p>
          <a:p>
            <a:pPr marL="0" indent="0">
              <a:buNone/>
            </a:pPr>
            <a:endParaRPr lang="en-US" sz="2400" dirty="0"/>
          </a:p>
          <a:p>
            <a:pPr marL="0" indent="0">
              <a:buNone/>
            </a:pPr>
            <a:r>
              <a:rPr lang="en-US" sz="2400" dirty="0"/>
              <a:t>It’s widely used in real-world projects as </a:t>
            </a:r>
            <a:r>
              <a:rPr lang="en-US" sz="2400" b="1" dirty="0" err="1"/>
              <a:t>XGBoost</a:t>
            </a:r>
            <a:r>
              <a:rPr lang="en-US" sz="2400" dirty="0"/>
              <a:t> is an advanced, optimized version of gradient boosting that is </a:t>
            </a:r>
            <a:r>
              <a:rPr lang="en-US" sz="2400" b="1" dirty="0"/>
              <a:t>faster</a:t>
            </a:r>
            <a:r>
              <a:rPr lang="en-US" sz="2400" dirty="0"/>
              <a:t>, </a:t>
            </a:r>
            <a:r>
              <a:rPr lang="en-US" sz="2400" b="1" dirty="0"/>
              <a:t>smarter</a:t>
            </a:r>
            <a:r>
              <a:rPr lang="en-US" sz="2400" dirty="0"/>
              <a:t>, and often more </a:t>
            </a:r>
            <a:r>
              <a:rPr lang="en-US" sz="2400" b="1" dirty="0"/>
              <a:t>accurate</a:t>
            </a:r>
            <a:r>
              <a:rPr lang="en-US" sz="2400" dirty="0"/>
              <a:t>. It's one of the best tools in a data scientist’s toolbox.</a:t>
            </a:r>
            <a:endParaRPr lang="en-IN" sz="2400" dirty="0"/>
          </a:p>
        </p:txBody>
      </p:sp>
    </p:spTree>
    <p:extLst>
      <p:ext uri="{BB962C8B-B14F-4D97-AF65-F5344CB8AC3E}">
        <p14:creationId xmlns:p14="http://schemas.microsoft.com/office/powerpoint/2010/main" val="27220210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F6BA4-68E1-A012-CD72-7F118A898DD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697421-A3A8-4407-F730-4C66F4982E30}"/>
              </a:ext>
            </a:extLst>
          </p:cNvPr>
          <p:cNvSpPr>
            <a:spLocks noGrp="1"/>
          </p:cNvSpPr>
          <p:nvPr>
            <p:ph idx="1"/>
          </p:nvPr>
        </p:nvSpPr>
        <p:spPr>
          <a:xfrm>
            <a:off x="777240" y="794657"/>
            <a:ext cx="10659110" cy="5382306"/>
          </a:xfrm>
        </p:spPr>
        <p:txBody>
          <a:bodyPr>
            <a:normAutofit/>
          </a:bodyPr>
          <a:lstStyle/>
          <a:p>
            <a:pPr marL="0" indent="0">
              <a:buNone/>
            </a:pPr>
            <a:r>
              <a:rPr lang="en-US" sz="2800" b="1" dirty="0"/>
              <a:t>Simple Analogy:</a:t>
            </a:r>
          </a:p>
          <a:p>
            <a:pPr marL="0" indent="0">
              <a:buNone/>
            </a:pPr>
            <a:r>
              <a:rPr lang="en-US" sz="2400" dirty="0"/>
              <a:t>Imagine you already know how to </a:t>
            </a:r>
            <a:r>
              <a:rPr lang="en-US" sz="2400" b="1" dirty="0">
                <a:solidFill>
                  <a:srgbClr val="C00000"/>
                </a:solidFill>
              </a:rPr>
              <a:t>learn from mistakes </a:t>
            </a:r>
            <a:r>
              <a:rPr lang="en-US" sz="2400" b="1" dirty="0"/>
              <a:t>step-by-step</a:t>
            </a:r>
            <a:r>
              <a:rPr lang="en-US" sz="2400" dirty="0"/>
              <a:t> (like </a:t>
            </a:r>
            <a:r>
              <a:rPr lang="en-US" sz="2400" b="1" dirty="0"/>
              <a:t>Gradient Boosting</a:t>
            </a:r>
            <a:r>
              <a:rPr lang="en-US" sz="2400" dirty="0"/>
              <a:t>). Now imagine:</a:t>
            </a:r>
          </a:p>
          <a:p>
            <a:pPr lvl="1"/>
            <a:r>
              <a:rPr lang="en-US" sz="2400" dirty="0"/>
              <a:t>You also </a:t>
            </a:r>
            <a:r>
              <a:rPr lang="en-US" sz="2400" b="1" dirty="0"/>
              <a:t>optimize your time</a:t>
            </a:r>
            <a:r>
              <a:rPr lang="en-US" sz="2400" dirty="0"/>
              <a:t> better</a:t>
            </a:r>
          </a:p>
          <a:p>
            <a:pPr lvl="1"/>
            <a:r>
              <a:rPr lang="en-US" sz="2400" dirty="0"/>
              <a:t>Use </a:t>
            </a:r>
            <a:r>
              <a:rPr lang="en-US" sz="2400" b="1" dirty="0"/>
              <a:t>less memory</a:t>
            </a:r>
            <a:r>
              <a:rPr lang="en-US" sz="2400" dirty="0"/>
              <a:t> </a:t>
            </a:r>
          </a:p>
          <a:p>
            <a:pPr lvl="1"/>
            <a:r>
              <a:rPr lang="en-US" sz="2400" dirty="0"/>
              <a:t>Focus only on </a:t>
            </a:r>
            <a:r>
              <a:rPr lang="en-US" sz="2400" b="1" dirty="0"/>
              <a:t>important mistakes</a:t>
            </a:r>
            <a:endParaRPr lang="en-US" sz="2400" dirty="0"/>
          </a:p>
          <a:p>
            <a:pPr lvl="1"/>
            <a:r>
              <a:rPr lang="en-US" sz="2400" dirty="0"/>
              <a:t>And do all this </a:t>
            </a:r>
            <a:r>
              <a:rPr lang="en-US" sz="2400" b="1" dirty="0"/>
              <a:t>very fast</a:t>
            </a:r>
            <a:endParaRPr lang="en-US" sz="2400" dirty="0"/>
          </a:p>
          <a:p>
            <a:pPr marL="0" indent="0">
              <a:buNone/>
            </a:pPr>
            <a:endParaRPr lang="en-US" sz="2400" dirty="0"/>
          </a:p>
          <a:p>
            <a:pPr marL="0" indent="0">
              <a:buNone/>
            </a:pPr>
            <a:r>
              <a:rPr lang="en-US" sz="2400" dirty="0"/>
              <a:t>That’s exactly what </a:t>
            </a:r>
            <a:r>
              <a:rPr lang="en-US" sz="2400" b="1" dirty="0" err="1">
                <a:solidFill>
                  <a:srgbClr val="C00000"/>
                </a:solidFill>
              </a:rPr>
              <a:t>XGBoost</a:t>
            </a:r>
            <a:r>
              <a:rPr lang="en-US" sz="2400" dirty="0"/>
              <a:t> does! It’s like a </a:t>
            </a:r>
            <a:r>
              <a:rPr lang="en-US" sz="2400" b="1" dirty="0">
                <a:solidFill>
                  <a:srgbClr val="C00000"/>
                </a:solidFill>
              </a:rPr>
              <a:t>supercharged version</a:t>
            </a:r>
            <a:r>
              <a:rPr lang="en-US" sz="2400" dirty="0">
                <a:solidFill>
                  <a:srgbClr val="C00000"/>
                </a:solidFill>
              </a:rPr>
              <a:t> </a:t>
            </a:r>
            <a:r>
              <a:rPr lang="en-US" sz="2400" dirty="0"/>
              <a:t>of Gradient Boosting.</a:t>
            </a:r>
          </a:p>
          <a:p>
            <a:pPr marL="0" indent="0">
              <a:buNone/>
            </a:pPr>
            <a:endParaRPr lang="en-IN" sz="2400" dirty="0"/>
          </a:p>
        </p:txBody>
      </p:sp>
    </p:spTree>
    <p:extLst>
      <p:ext uri="{BB962C8B-B14F-4D97-AF65-F5344CB8AC3E}">
        <p14:creationId xmlns:p14="http://schemas.microsoft.com/office/powerpoint/2010/main" val="21299979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581358-62D3-9A4F-01E4-B7326BF91E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645820-AF18-089D-E91C-BBE5342EADFC}"/>
              </a:ext>
            </a:extLst>
          </p:cNvPr>
          <p:cNvSpPr>
            <a:spLocks noGrp="1"/>
          </p:cNvSpPr>
          <p:nvPr>
            <p:ph idx="1"/>
          </p:nvPr>
        </p:nvSpPr>
        <p:spPr>
          <a:xfrm>
            <a:off x="777240" y="794657"/>
            <a:ext cx="10659110" cy="5382306"/>
          </a:xfrm>
        </p:spPr>
        <p:txBody>
          <a:bodyPr>
            <a:normAutofit/>
          </a:bodyPr>
          <a:lstStyle/>
          <a:p>
            <a:pPr marL="0" indent="0">
              <a:buNone/>
            </a:pPr>
            <a:r>
              <a:rPr lang="en-US" sz="2800" b="1" dirty="0"/>
              <a:t>How </a:t>
            </a:r>
            <a:r>
              <a:rPr lang="en-US" sz="2800" b="1" dirty="0" err="1"/>
              <a:t>XGBoost</a:t>
            </a:r>
            <a:r>
              <a:rPr lang="en-US" sz="2800" b="1" dirty="0"/>
              <a:t> Works:</a:t>
            </a:r>
          </a:p>
          <a:p>
            <a:r>
              <a:rPr lang="en-US" sz="2800" b="1" dirty="0"/>
              <a:t>Start with an initial prediction</a:t>
            </a:r>
            <a:r>
              <a:rPr lang="en-US" sz="2800" dirty="0"/>
              <a:t> (e.g., average of target values).</a:t>
            </a:r>
          </a:p>
          <a:p>
            <a:r>
              <a:rPr lang="en-US" sz="2800" b="1" dirty="0"/>
              <a:t>Calculate the gradient</a:t>
            </a:r>
            <a:r>
              <a:rPr lang="en-US" sz="2800" dirty="0"/>
              <a:t> (i.e., error) using a loss function.</a:t>
            </a:r>
          </a:p>
          <a:p>
            <a:r>
              <a:rPr lang="en-US" sz="2800" b="1" dirty="0"/>
              <a:t>Build a tree</a:t>
            </a:r>
            <a:r>
              <a:rPr lang="en-US" sz="2800" dirty="0"/>
              <a:t> to predict the gradient (error).</a:t>
            </a:r>
          </a:p>
          <a:p>
            <a:r>
              <a:rPr lang="en-US" sz="2800" b="1" dirty="0"/>
              <a:t>Add the new tree's prediction</a:t>
            </a:r>
            <a:r>
              <a:rPr lang="en-US" sz="2800" dirty="0"/>
              <a:t> to the old one.</a:t>
            </a:r>
          </a:p>
          <a:p>
            <a:r>
              <a:rPr lang="en-US" sz="2800" b="1" dirty="0"/>
              <a:t>Repeat</a:t>
            </a:r>
            <a:r>
              <a:rPr lang="en-US" sz="2800" dirty="0"/>
              <a:t> this process for several trees, each improving the result.</a:t>
            </a:r>
          </a:p>
          <a:p>
            <a:r>
              <a:rPr lang="en-US" sz="2800" b="1" dirty="0"/>
              <a:t>Apply regularization</a:t>
            </a:r>
            <a:r>
              <a:rPr lang="en-US" sz="2800" dirty="0"/>
              <a:t> to control complexity and reduce overfitting.</a:t>
            </a:r>
          </a:p>
          <a:p>
            <a:pPr marL="0" indent="0">
              <a:buNone/>
            </a:pPr>
            <a:endParaRPr lang="en-IN" sz="2800" dirty="0"/>
          </a:p>
        </p:txBody>
      </p:sp>
    </p:spTree>
    <p:extLst>
      <p:ext uri="{BB962C8B-B14F-4D97-AF65-F5344CB8AC3E}">
        <p14:creationId xmlns:p14="http://schemas.microsoft.com/office/powerpoint/2010/main" val="25209286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FECFF6-2552-A8B4-48C9-5385B24C79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E1F914-87FF-5C9B-EB52-C7DD6E42876D}"/>
              </a:ext>
            </a:extLst>
          </p:cNvPr>
          <p:cNvSpPr>
            <a:spLocks noGrp="1"/>
          </p:cNvSpPr>
          <p:nvPr>
            <p:ph idx="1"/>
          </p:nvPr>
        </p:nvSpPr>
        <p:spPr>
          <a:xfrm>
            <a:off x="777240" y="794657"/>
            <a:ext cx="10659110" cy="5382306"/>
          </a:xfrm>
        </p:spPr>
        <p:txBody>
          <a:bodyPr>
            <a:normAutofit/>
          </a:bodyPr>
          <a:lstStyle/>
          <a:p>
            <a:pPr marL="0" indent="0">
              <a:buNone/>
            </a:pPr>
            <a:r>
              <a:rPr lang="en-IN" sz="2800" b="1" dirty="0"/>
              <a:t>Example: Predicting House Prices</a:t>
            </a:r>
          </a:p>
        </p:txBody>
      </p:sp>
      <p:graphicFrame>
        <p:nvGraphicFramePr>
          <p:cNvPr id="2" name="Table 1">
            <a:extLst>
              <a:ext uri="{FF2B5EF4-FFF2-40B4-BE49-F238E27FC236}">
                <a16:creationId xmlns:a16="http://schemas.microsoft.com/office/drawing/2014/main" id="{F71A05C1-A51D-42D5-65DB-CB7504104F35}"/>
              </a:ext>
            </a:extLst>
          </p:cNvPr>
          <p:cNvGraphicFramePr>
            <a:graphicFrameLocks noGrp="1"/>
          </p:cNvGraphicFramePr>
          <p:nvPr>
            <p:extLst>
              <p:ext uri="{D42A27DB-BD31-4B8C-83A1-F6EECF244321}">
                <p14:modId xmlns:p14="http://schemas.microsoft.com/office/powerpoint/2010/main" val="2670937947"/>
              </p:ext>
            </p:extLst>
          </p:nvPr>
        </p:nvGraphicFramePr>
        <p:xfrm>
          <a:off x="1154475" y="1761813"/>
          <a:ext cx="8729754" cy="2690444"/>
        </p:xfrm>
        <a:graphic>
          <a:graphicData uri="http://schemas.openxmlformats.org/drawingml/2006/table">
            <a:tbl>
              <a:tblPr firstRow="1" firstCol="1" bandRow="1">
                <a:tableStyleId>{5C22544A-7EE6-4342-B048-85BDC9FD1C3A}</a:tableStyleId>
              </a:tblPr>
              <a:tblGrid>
                <a:gridCol w="2909595">
                  <a:extLst>
                    <a:ext uri="{9D8B030D-6E8A-4147-A177-3AD203B41FA5}">
                      <a16:colId xmlns:a16="http://schemas.microsoft.com/office/drawing/2014/main" val="2714135802"/>
                    </a:ext>
                  </a:extLst>
                </a:gridCol>
                <a:gridCol w="2909595">
                  <a:extLst>
                    <a:ext uri="{9D8B030D-6E8A-4147-A177-3AD203B41FA5}">
                      <a16:colId xmlns:a16="http://schemas.microsoft.com/office/drawing/2014/main" val="834391927"/>
                    </a:ext>
                  </a:extLst>
                </a:gridCol>
                <a:gridCol w="2910564">
                  <a:extLst>
                    <a:ext uri="{9D8B030D-6E8A-4147-A177-3AD203B41FA5}">
                      <a16:colId xmlns:a16="http://schemas.microsoft.com/office/drawing/2014/main" val="3828862540"/>
                    </a:ext>
                  </a:extLst>
                </a:gridCol>
              </a:tblGrid>
              <a:tr h="672611">
                <a:tc>
                  <a:txBody>
                    <a:bodyPr/>
                    <a:lstStyle/>
                    <a:p>
                      <a:pPr>
                        <a:lnSpc>
                          <a:spcPct val="115000"/>
                        </a:lnSpc>
                        <a:spcAft>
                          <a:spcPts val="800"/>
                        </a:spcAft>
                        <a:buNone/>
                      </a:pPr>
                      <a:r>
                        <a:rPr lang="en-IN" sz="2400" kern="100">
                          <a:effectLst/>
                        </a:rPr>
                        <a:t>House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Size (sqft)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Price ($1000s)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40611452"/>
                  </a:ext>
                </a:extLst>
              </a:tr>
              <a:tr h="672611">
                <a:tc>
                  <a:txBody>
                    <a:bodyPr/>
                    <a:lstStyle/>
                    <a:p>
                      <a:pPr>
                        <a:lnSpc>
                          <a:spcPct val="115000"/>
                        </a:lnSpc>
                        <a:spcAft>
                          <a:spcPts val="800"/>
                        </a:spcAft>
                        <a:buNone/>
                      </a:pPr>
                      <a:r>
                        <a:rPr lang="en-IN" sz="2400" kern="100">
                          <a:effectLst/>
                        </a:rPr>
                        <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1000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100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13371430"/>
                  </a:ext>
                </a:extLst>
              </a:tr>
              <a:tr h="672611">
                <a:tc>
                  <a:txBody>
                    <a:bodyPr/>
                    <a:lstStyle/>
                    <a:p>
                      <a:pPr>
                        <a:lnSpc>
                          <a:spcPct val="115000"/>
                        </a:lnSpc>
                        <a:spcAft>
                          <a:spcPts val="800"/>
                        </a:spcAft>
                        <a:buNone/>
                      </a:pPr>
                      <a:r>
                        <a:rPr lang="en-IN" sz="2400" kern="100">
                          <a:effectLst/>
                        </a:rPr>
                        <a:t>B</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1200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120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92188589"/>
                  </a:ext>
                </a:extLst>
              </a:tr>
              <a:tr h="672611">
                <a:tc>
                  <a:txBody>
                    <a:bodyPr/>
                    <a:lstStyle/>
                    <a:p>
                      <a:pPr>
                        <a:lnSpc>
                          <a:spcPct val="115000"/>
                        </a:lnSpc>
                        <a:spcAft>
                          <a:spcPts val="800"/>
                        </a:spcAft>
                        <a:buNone/>
                      </a:pPr>
                      <a:r>
                        <a:rPr lang="en-IN" sz="2400" kern="100">
                          <a:effectLst/>
                        </a:rPr>
                        <a:t>C</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1500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150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01401082"/>
                  </a:ext>
                </a:extLst>
              </a:tr>
            </a:tbl>
          </a:graphicData>
        </a:graphic>
      </p:graphicFrame>
    </p:spTree>
    <p:extLst>
      <p:ext uri="{BB962C8B-B14F-4D97-AF65-F5344CB8AC3E}">
        <p14:creationId xmlns:p14="http://schemas.microsoft.com/office/powerpoint/2010/main" val="3536964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71D2590-4E87-DEAA-3A1E-4128875D8F79}"/>
              </a:ext>
            </a:extLst>
          </p:cNvPr>
          <p:cNvSpPr>
            <a:spLocks noGrp="1"/>
          </p:cNvSpPr>
          <p:nvPr>
            <p:ph idx="1"/>
          </p:nvPr>
        </p:nvSpPr>
        <p:spPr>
          <a:xfrm>
            <a:off x="777240" y="707571"/>
            <a:ext cx="10659110" cy="5469392"/>
          </a:xfrm>
        </p:spPr>
        <p:txBody>
          <a:bodyPr>
            <a:normAutofit/>
          </a:bodyPr>
          <a:lstStyle/>
          <a:p>
            <a:pPr marL="0" indent="0">
              <a:buNone/>
            </a:pPr>
            <a:r>
              <a:rPr lang="en-US" sz="2800" b="1" dirty="0" err="1"/>
              <a:t>XGBoost</a:t>
            </a:r>
            <a:r>
              <a:rPr lang="en-US" sz="2800" b="1" dirty="0"/>
              <a:t>:</a:t>
            </a:r>
          </a:p>
          <a:p>
            <a:r>
              <a:rPr lang="en-US" sz="2800" dirty="0"/>
              <a:t>Starts with a base prediction (say 120)</a:t>
            </a:r>
          </a:p>
          <a:p>
            <a:r>
              <a:rPr lang="en-US" sz="2800" dirty="0"/>
              <a:t>Calculates error for each house</a:t>
            </a:r>
          </a:p>
          <a:p>
            <a:r>
              <a:rPr lang="en-US" sz="2800" dirty="0"/>
              <a:t>Builds trees that predict the </a:t>
            </a:r>
            <a:r>
              <a:rPr lang="en-US" sz="2800" b="1" dirty="0"/>
              <a:t>error</a:t>
            </a:r>
            <a:r>
              <a:rPr lang="en-US" sz="2800" dirty="0"/>
              <a:t> (residuals)</a:t>
            </a:r>
          </a:p>
          <a:p>
            <a:r>
              <a:rPr lang="en-US" sz="2800" dirty="0"/>
              <a:t>Adds corrections step-by-step</a:t>
            </a:r>
          </a:p>
          <a:p>
            <a:r>
              <a:rPr lang="en-US" sz="2800" dirty="0"/>
              <a:t>Uses </a:t>
            </a:r>
            <a:r>
              <a:rPr lang="en-US" sz="2800" b="1" dirty="0"/>
              <a:t>regularization</a:t>
            </a:r>
            <a:r>
              <a:rPr lang="en-US" sz="2800" dirty="0"/>
              <a:t> to avoid overfitting</a:t>
            </a:r>
          </a:p>
          <a:p>
            <a:pPr marL="0" indent="0">
              <a:buNone/>
            </a:pPr>
            <a:endParaRPr lang="en-IN" sz="2800" dirty="0"/>
          </a:p>
        </p:txBody>
      </p:sp>
    </p:spTree>
    <p:extLst>
      <p:ext uri="{BB962C8B-B14F-4D97-AF65-F5344CB8AC3E}">
        <p14:creationId xmlns:p14="http://schemas.microsoft.com/office/powerpoint/2010/main" val="3379659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1796C-9494-5C56-E53B-C01F90E40C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9C50B33-AE2A-41FE-B35F-826245A2C146}"/>
              </a:ext>
            </a:extLst>
          </p:cNvPr>
          <p:cNvSpPr txBox="1"/>
          <p:nvPr/>
        </p:nvSpPr>
        <p:spPr>
          <a:xfrm>
            <a:off x="375202" y="451438"/>
            <a:ext cx="11462302" cy="5355312"/>
          </a:xfrm>
          <a:prstGeom prst="rect">
            <a:avLst/>
          </a:prstGeom>
          <a:noFill/>
        </p:spPr>
        <p:txBody>
          <a:bodyPr wrap="square">
            <a:spAutoFit/>
          </a:bodyPr>
          <a:lstStyle/>
          <a:p>
            <a:r>
              <a:rPr lang="en-US" sz="2400" b="1" dirty="0">
                <a:solidFill>
                  <a:srgbClr val="C00000"/>
                </a:solidFill>
              </a:rPr>
              <a:t>Support Vector Machines:</a:t>
            </a:r>
          </a:p>
          <a:p>
            <a:r>
              <a:rPr lang="en-US" sz="2000" b="0" i="0" dirty="0">
                <a:solidFill>
                  <a:srgbClr val="0D0D0D"/>
                </a:solidFill>
                <a:effectLst/>
                <a:latin typeface="Söhne"/>
              </a:rPr>
              <a:t>Support Vector Machines (SVM) is a </a:t>
            </a:r>
            <a:r>
              <a:rPr lang="en-US" sz="2000" b="1" i="0" dirty="0">
                <a:solidFill>
                  <a:srgbClr val="0D0D0D"/>
                </a:solidFill>
                <a:effectLst/>
                <a:latin typeface="Söhne"/>
              </a:rPr>
              <a:t>powerful supervised machine learning algorithm </a:t>
            </a:r>
            <a:r>
              <a:rPr lang="en-US" sz="2000" b="0" i="0" dirty="0">
                <a:solidFill>
                  <a:srgbClr val="0D0D0D"/>
                </a:solidFill>
                <a:effectLst/>
                <a:latin typeface="Söhne"/>
              </a:rPr>
              <a:t>used for </a:t>
            </a:r>
            <a:r>
              <a:rPr lang="en-US" sz="2000" b="1" i="0" dirty="0">
                <a:solidFill>
                  <a:srgbClr val="C00000"/>
                </a:solidFill>
                <a:effectLst/>
                <a:latin typeface="Söhne"/>
              </a:rPr>
              <a:t>classification</a:t>
            </a:r>
            <a:r>
              <a:rPr lang="en-US" sz="2000" b="0" i="0" dirty="0">
                <a:solidFill>
                  <a:srgbClr val="0D0D0D"/>
                </a:solidFill>
                <a:effectLst/>
                <a:latin typeface="Söhne"/>
              </a:rPr>
              <a:t> and </a:t>
            </a:r>
            <a:r>
              <a:rPr lang="en-US" sz="2000" b="1" i="0" dirty="0">
                <a:solidFill>
                  <a:srgbClr val="C00000"/>
                </a:solidFill>
                <a:effectLst/>
                <a:latin typeface="Söhne"/>
              </a:rPr>
              <a:t>regression</a:t>
            </a:r>
            <a:r>
              <a:rPr lang="en-US" sz="2000" b="0" i="0" dirty="0">
                <a:solidFill>
                  <a:srgbClr val="0D0D0D"/>
                </a:solidFill>
                <a:effectLst/>
                <a:latin typeface="Söhne"/>
              </a:rPr>
              <a:t> tasks. The primary objective of SVM is </a:t>
            </a:r>
            <a:r>
              <a:rPr lang="en-US" sz="2000" b="1" i="0" dirty="0">
                <a:solidFill>
                  <a:srgbClr val="0D0D0D"/>
                </a:solidFill>
                <a:effectLst/>
                <a:latin typeface="Söhne"/>
              </a:rPr>
              <a:t>to find the </a:t>
            </a:r>
            <a:r>
              <a:rPr lang="en-US" sz="2000" b="1" i="0" dirty="0">
                <a:solidFill>
                  <a:srgbClr val="C00000"/>
                </a:solidFill>
                <a:effectLst/>
                <a:latin typeface="Söhne"/>
              </a:rPr>
              <a:t>optimal hyperplane </a:t>
            </a:r>
            <a:r>
              <a:rPr lang="en-US" sz="2000" b="1" i="0" dirty="0">
                <a:solidFill>
                  <a:srgbClr val="0D0D0D"/>
                </a:solidFill>
                <a:effectLst/>
                <a:latin typeface="Söhne"/>
              </a:rPr>
              <a:t>that best separates different classes </a:t>
            </a:r>
            <a:r>
              <a:rPr lang="en-US" sz="2000" b="0" i="0" dirty="0">
                <a:solidFill>
                  <a:srgbClr val="0D0D0D"/>
                </a:solidFill>
                <a:effectLst/>
                <a:latin typeface="Söhne"/>
              </a:rPr>
              <a:t>in the feature space.</a:t>
            </a:r>
          </a:p>
          <a:p>
            <a:r>
              <a:rPr lang="en-US" sz="2000" dirty="0">
                <a:solidFill>
                  <a:srgbClr val="0D0D0D"/>
                </a:solidFill>
                <a:latin typeface="Söhne"/>
              </a:rPr>
              <a:t>	The goal of  the SVM algorithm is to </a:t>
            </a:r>
            <a:r>
              <a:rPr lang="en-US" sz="2000" b="1" dirty="0">
                <a:solidFill>
                  <a:srgbClr val="C00000"/>
                </a:solidFill>
                <a:latin typeface="Söhne"/>
              </a:rPr>
              <a:t>create the Best line or decision boundary (</a:t>
            </a:r>
            <a:r>
              <a:rPr lang="en-US" sz="2000" b="1" dirty="0"/>
              <a:t>hyperplane) </a:t>
            </a:r>
            <a:r>
              <a:rPr lang="en-US" sz="2000" dirty="0">
                <a:solidFill>
                  <a:srgbClr val="0D0D0D"/>
                </a:solidFill>
                <a:latin typeface="Söhne"/>
              </a:rPr>
              <a:t>that can segregate the n-dimensional space into classes so that we can easily put the new data point in the correct category in the future. </a:t>
            </a:r>
            <a:r>
              <a:rPr lang="en-US" sz="2000" dirty="0"/>
              <a:t>The goal is to </a:t>
            </a:r>
            <a:r>
              <a:rPr lang="en-US" sz="2000" b="1" dirty="0"/>
              <a:t>maximize the margin</a:t>
            </a:r>
            <a:r>
              <a:rPr lang="en-US" sz="2000" dirty="0"/>
              <a:t> between the classes — hence, the name </a:t>
            </a:r>
            <a:r>
              <a:rPr lang="en-US" sz="2000" b="1" dirty="0"/>
              <a:t>“</a:t>
            </a:r>
            <a:r>
              <a:rPr lang="en-US" sz="2000" b="1" dirty="0">
                <a:solidFill>
                  <a:srgbClr val="C00000"/>
                </a:solidFill>
              </a:rPr>
              <a:t>maximum margin classifier</a:t>
            </a:r>
            <a:r>
              <a:rPr lang="en-US" sz="2000" b="1" dirty="0"/>
              <a:t>.”</a:t>
            </a:r>
            <a:endParaRPr lang="en-US" sz="2000" b="0" i="0" dirty="0">
              <a:solidFill>
                <a:srgbClr val="0D0D0D"/>
              </a:solidFill>
              <a:effectLst/>
              <a:latin typeface="Söhne"/>
            </a:endParaRPr>
          </a:p>
          <a:p>
            <a:r>
              <a:rPr lang="en-US" sz="2000" dirty="0"/>
              <a:t>	SVM is a model, which can </a:t>
            </a:r>
            <a:r>
              <a:rPr lang="en-US" sz="2000" b="1" dirty="0"/>
              <a:t>do linear classification as well as regression</a:t>
            </a:r>
            <a:r>
              <a:rPr lang="en-US" sz="2000" dirty="0"/>
              <a:t>. SVM is </a:t>
            </a:r>
            <a:r>
              <a:rPr lang="en-US" sz="2000" b="1" dirty="0"/>
              <a:t>based on the concept of a </a:t>
            </a:r>
            <a:r>
              <a:rPr lang="en-US" sz="2000" b="1" dirty="0">
                <a:solidFill>
                  <a:srgbClr val="C00000"/>
                </a:solidFill>
              </a:rPr>
              <a:t>surface</a:t>
            </a:r>
            <a:r>
              <a:rPr lang="en-US" sz="2000" b="1" dirty="0"/>
              <a:t>, called a </a:t>
            </a:r>
            <a:r>
              <a:rPr lang="en-US" sz="2000" b="1" dirty="0">
                <a:solidFill>
                  <a:srgbClr val="C00000"/>
                </a:solidFill>
              </a:rPr>
              <a:t>hyperplane</a:t>
            </a:r>
            <a:r>
              <a:rPr lang="en-US" sz="2000" b="1" dirty="0"/>
              <a:t>,</a:t>
            </a:r>
            <a:r>
              <a:rPr lang="en-US" sz="2000" dirty="0"/>
              <a:t> which draws a boundary between data instances plotted in the multi-dimensional feature space. The output prediction of an SVM is one of two conceivable classes which are already defined in the training data. In summary, the SVM algorithm builds an N-dimensional hyperplane model that assigns future instances into one of the two possible output classes.</a:t>
            </a:r>
            <a:r>
              <a:rPr lang="en-US" dirty="0"/>
              <a:t>	</a:t>
            </a:r>
          </a:p>
          <a:p>
            <a:endParaRPr lang="en-US" dirty="0"/>
          </a:p>
          <a:p>
            <a:r>
              <a:rPr lang="en-US" sz="2000" b="1" dirty="0"/>
              <a:t>Note: </a:t>
            </a:r>
            <a:r>
              <a:rPr lang="en-US" sz="2000" dirty="0"/>
              <a:t>The SVM model is </a:t>
            </a:r>
            <a:r>
              <a:rPr lang="en-US" sz="2000" b="1" dirty="0">
                <a:solidFill>
                  <a:srgbClr val="C00000"/>
                </a:solidFill>
              </a:rPr>
              <a:t>does not depends on the single Hyperplane</a:t>
            </a:r>
            <a:r>
              <a:rPr lang="en-US" sz="2000" dirty="0"/>
              <a:t>. Instead it will create </a:t>
            </a:r>
            <a:r>
              <a:rPr lang="en-US" sz="2000" b="1" dirty="0"/>
              <a:t>2 more hyperplane </a:t>
            </a:r>
            <a:r>
              <a:rPr lang="en-US" sz="2000" dirty="0"/>
              <a:t>where, one is created which is passing through the nearest point in one class or category and one more is for another </a:t>
            </a:r>
            <a:r>
              <a:rPr lang="en-US" sz="2000" dirty="0" err="1"/>
              <a:t>classs</a:t>
            </a:r>
            <a:r>
              <a:rPr lang="en-US" sz="2000" dirty="0"/>
              <a:t> or category.</a:t>
            </a:r>
          </a:p>
        </p:txBody>
      </p:sp>
    </p:spTree>
    <p:extLst>
      <p:ext uri="{BB962C8B-B14F-4D97-AF65-F5344CB8AC3E}">
        <p14:creationId xmlns:p14="http://schemas.microsoft.com/office/powerpoint/2010/main" val="25309396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A8C7B43-607D-2B37-792D-1B9491FCECF9}"/>
            </a:ext>
          </a:extLst>
        </p:cNvPr>
        <p:cNvGrpSpPr/>
        <p:nvPr/>
      </p:nvGrpSpPr>
      <p:grpSpPr>
        <a:xfrm>
          <a:off x="0" y="0"/>
          <a:ext cx="0" cy="0"/>
          <a:chOff x="0" y="0"/>
          <a:chExt cx="0" cy="0"/>
        </a:xfrm>
      </p:grpSpPr>
      <p:sp useBgFill="1">
        <p:nvSpPr>
          <p:cNvPr id="1048" name="Rectangle 1047">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9" name="Rectangle 1048">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3" name="TextBox 2">
            <a:extLst>
              <a:ext uri="{FF2B5EF4-FFF2-40B4-BE49-F238E27FC236}">
                <a16:creationId xmlns:a16="http://schemas.microsoft.com/office/drawing/2014/main" id="{3E3F01BC-B929-1A2A-6CB0-06506B3136A6}"/>
              </a:ext>
            </a:extLst>
          </p:cNvPr>
          <p:cNvSpPr txBox="1"/>
          <p:nvPr/>
        </p:nvSpPr>
        <p:spPr>
          <a:xfrm>
            <a:off x="548073" y="1298182"/>
            <a:ext cx="5743336" cy="4594617"/>
          </a:xfrm>
          <a:prstGeom prst="rect">
            <a:avLst/>
          </a:prstGeom>
        </p:spPr>
        <p:txBody>
          <a:bodyPr vert="horz" lIns="91440" tIns="45720" rIns="91440" bIns="45720" rtlCol="0" anchor="t">
            <a:noAutofit/>
          </a:bodyPr>
          <a:lstStyle/>
          <a:p>
            <a:pPr>
              <a:lnSpc>
                <a:spcPct val="90000"/>
              </a:lnSpc>
              <a:spcAft>
                <a:spcPts val="600"/>
              </a:spcAft>
              <a:buClr>
                <a:schemeClr val="tx2">
                  <a:lumMod val="75000"/>
                  <a:lumOff val="25000"/>
                </a:schemeClr>
              </a:buClr>
            </a:pPr>
            <a:r>
              <a:rPr lang="en-US" sz="2400" b="1" dirty="0">
                <a:solidFill>
                  <a:schemeClr val="tx2"/>
                </a:solidFill>
              </a:rPr>
              <a:t>Classification using Hyperplanes:</a:t>
            </a:r>
          </a:p>
          <a:p>
            <a:pPr>
              <a:lnSpc>
                <a:spcPct val="90000"/>
              </a:lnSpc>
              <a:spcAft>
                <a:spcPts val="600"/>
              </a:spcAft>
              <a:buClr>
                <a:schemeClr val="tx2">
                  <a:lumMod val="75000"/>
                  <a:lumOff val="25000"/>
                </a:schemeClr>
              </a:buClr>
            </a:pPr>
            <a:r>
              <a:rPr lang="en-US" sz="2400" dirty="0">
                <a:solidFill>
                  <a:schemeClr val="tx2"/>
                </a:solidFill>
              </a:rPr>
              <a:t>In SVM, a model is built to </a:t>
            </a:r>
            <a:r>
              <a:rPr lang="en-US" sz="2400" b="1" dirty="0">
                <a:solidFill>
                  <a:srgbClr val="C00000"/>
                </a:solidFill>
              </a:rPr>
              <a:t>discriminate</a:t>
            </a:r>
            <a:r>
              <a:rPr lang="en-US" sz="2400" dirty="0">
                <a:solidFill>
                  <a:schemeClr val="tx2"/>
                </a:solidFill>
              </a:rPr>
              <a:t> or </a:t>
            </a:r>
            <a:r>
              <a:rPr lang="en-US" sz="2400" b="1" dirty="0">
                <a:solidFill>
                  <a:srgbClr val="C00000"/>
                </a:solidFill>
              </a:rPr>
              <a:t>differentiate</a:t>
            </a:r>
            <a:r>
              <a:rPr lang="en-US" sz="2400" dirty="0">
                <a:solidFill>
                  <a:schemeClr val="tx2"/>
                </a:solidFill>
              </a:rPr>
              <a:t> the data instances belonging to different classes. </a:t>
            </a:r>
          </a:p>
          <a:p>
            <a:pPr>
              <a:lnSpc>
                <a:spcPct val="90000"/>
              </a:lnSpc>
              <a:spcAft>
                <a:spcPts val="600"/>
              </a:spcAft>
              <a:buClr>
                <a:schemeClr val="tx2">
                  <a:lumMod val="75000"/>
                  <a:lumOff val="25000"/>
                </a:schemeClr>
              </a:buClr>
            </a:pPr>
            <a:endParaRPr lang="en-US" sz="2400" dirty="0">
              <a:solidFill>
                <a:schemeClr val="tx2"/>
              </a:solidFill>
            </a:endParaRPr>
          </a:p>
          <a:p>
            <a:pPr>
              <a:lnSpc>
                <a:spcPct val="90000"/>
              </a:lnSpc>
              <a:spcAft>
                <a:spcPts val="600"/>
              </a:spcAft>
              <a:buClr>
                <a:schemeClr val="tx2">
                  <a:lumMod val="75000"/>
                  <a:lumOff val="25000"/>
                </a:schemeClr>
              </a:buClr>
            </a:pPr>
            <a:r>
              <a:rPr lang="en-US" sz="2400" dirty="0">
                <a:solidFill>
                  <a:schemeClr val="tx2"/>
                </a:solidFill>
              </a:rPr>
              <a:t>Let us assume for the sake of simplicity that the data instances are linearly separable. In this case, when mapped in a </a:t>
            </a:r>
            <a:r>
              <a:rPr lang="en-US" sz="2400" b="1" dirty="0">
                <a:solidFill>
                  <a:srgbClr val="C00000"/>
                </a:solidFill>
              </a:rPr>
              <a:t>two-dimensional space</a:t>
            </a:r>
            <a:r>
              <a:rPr lang="en-US" sz="2400" dirty="0">
                <a:solidFill>
                  <a:schemeClr val="tx2"/>
                </a:solidFill>
              </a:rPr>
              <a:t>, the data instances belonging to different classes fall in different sides of a straight line drawn in the two dimensional space as depicted in </a:t>
            </a:r>
            <a:r>
              <a:rPr lang="en-US" sz="2400" b="1" dirty="0">
                <a:solidFill>
                  <a:schemeClr val="tx2"/>
                </a:solidFill>
              </a:rPr>
              <a:t>Figure</a:t>
            </a:r>
            <a:r>
              <a:rPr lang="en-US" sz="2400" dirty="0">
                <a:solidFill>
                  <a:schemeClr val="tx2"/>
                </a:solidFill>
              </a:rPr>
              <a:t> (a). </a:t>
            </a:r>
          </a:p>
          <a:p>
            <a:pPr>
              <a:lnSpc>
                <a:spcPct val="90000"/>
              </a:lnSpc>
              <a:spcAft>
                <a:spcPts val="600"/>
              </a:spcAft>
              <a:buClr>
                <a:schemeClr val="tx2">
                  <a:lumMod val="75000"/>
                  <a:lumOff val="25000"/>
                </a:schemeClr>
              </a:buClr>
            </a:pPr>
            <a:endParaRPr lang="en-US" sz="2400" dirty="0">
              <a:solidFill>
                <a:schemeClr val="tx2"/>
              </a:solidFill>
            </a:endParaRPr>
          </a:p>
        </p:txBody>
      </p:sp>
      <p:sp>
        <p:nvSpPr>
          <p:cNvPr id="1050"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51"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052" name="Oval 1051">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3" name="Oval 1052">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4" name="Oval 1053">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5" name="Oval 1054">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6" name="Oval 1055">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5" name="Oval 1044">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6" name="Oval 1045">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7" name="Oval 1046">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28" name="Picture 4">
            <a:extLst>
              <a:ext uri="{FF2B5EF4-FFF2-40B4-BE49-F238E27FC236}">
                <a16:creationId xmlns:a16="http://schemas.microsoft.com/office/drawing/2014/main" id="{E3F965C0-DA94-0FF1-3320-A0342265CD4D}"/>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316257" y="1626998"/>
            <a:ext cx="3560176" cy="39369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7466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828F99-300F-2093-4EA7-5435B9E042B0}"/>
              </a:ext>
            </a:extLst>
          </p:cNvPr>
          <p:cNvSpPr>
            <a:spLocks noGrp="1"/>
          </p:cNvSpPr>
          <p:nvPr>
            <p:ph idx="1"/>
          </p:nvPr>
        </p:nvSpPr>
        <p:spPr>
          <a:xfrm>
            <a:off x="603068" y="544285"/>
            <a:ext cx="7524300" cy="5987143"/>
          </a:xfrm>
        </p:spPr>
        <p:txBody>
          <a:bodyPr>
            <a:noAutofit/>
          </a:bodyPr>
          <a:lstStyle/>
          <a:p>
            <a:pPr marL="0" indent="0">
              <a:buNone/>
            </a:pPr>
            <a:r>
              <a:rPr lang="en-US" sz="2200" dirty="0"/>
              <a:t>If the same concept is extended to a </a:t>
            </a:r>
            <a:r>
              <a:rPr lang="en-US" sz="2200" b="1" dirty="0">
                <a:solidFill>
                  <a:srgbClr val="C00000"/>
                </a:solidFill>
              </a:rPr>
              <a:t>multi-dimensional feature space</a:t>
            </a:r>
            <a:r>
              <a:rPr lang="en-US" sz="2200" dirty="0"/>
              <a:t>, the straight line dividing data instances belonging to different classes transforms to a hyperplane as depicted in Figure (b). Thus, an SVM model is a representation of the input instances as </a:t>
            </a:r>
            <a:r>
              <a:rPr lang="en-US" sz="2200" b="1" dirty="0"/>
              <a:t>points</a:t>
            </a:r>
            <a:r>
              <a:rPr lang="en-US" sz="2200" dirty="0"/>
              <a:t> in the feature space, which are mapped so that an apparent gap between them divides the instances of the separate classes. </a:t>
            </a:r>
          </a:p>
          <a:p>
            <a:pPr marL="0" indent="0">
              <a:buNone/>
            </a:pPr>
            <a:r>
              <a:rPr lang="en-US" sz="2200" dirty="0"/>
              <a:t>In other words, the </a:t>
            </a:r>
            <a:r>
              <a:rPr lang="en-US" sz="2200" b="1" dirty="0">
                <a:solidFill>
                  <a:srgbClr val="C00000"/>
                </a:solidFill>
              </a:rPr>
              <a:t>goal</a:t>
            </a:r>
            <a:r>
              <a:rPr lang="en-US" sz="2200" dirty="0"/>
              <a:t> of the SVM analysis is to </a:t>
            </a:r>
            <a:r>
              <a:rPr lang="en-US" sz="2200" b="1" dirty="0"/>
              <a:t>find a plane</a:t>
            </a:r>
            <a:r>
              <a:rPr lang="en-US" sz="2200" dirty="0"/>
              <a:t>, or rather a </a:t>
            </a:r>
            <a:r>
              <a:rPr lang="en-US" sz="2200" b="1" dirty="0"/>
              <a:t>hyperplane</a:t>
            </a:r>
            <a:r>
              <a:rPr lang="en-US" sz="2200" dirty="0"/>
              <a:t>, which separates the instances on the basis of their classes. </a:t>
            </a:r>
            <a:r>
              <a:rPr lang="en-US" sz="2200" b="1" dirty="0">
                <a:solidFill>
                  <a:srgbClr val="C00000"/>
                </a:solidFill>
              </a:rPr>
              <a:t>New examples </a:t>
            </a:r>
            <a:r>
              <a:rPr lang="en-US" sz="2200" dirty="0"/>
              <a:t>or </a:t>
            </a:r>
            <a:r>
              <a:rPr lang="en-US" sz="2200" b="1" dirty="0">
                <a:solidFill>
                  <a:srgbClr val="C00000"/>
                </a:solidFill>
              </a:rPr>
              <a:t>new</a:t>
            </a:r>
            <a:r>
              <a:rPr lang="en-US" sz="2200" dirty="0"/>
              <a:t> </a:t>
            </a:r>
            <a:r>
              <a:rPr lang="en-US" sz="2200" b="1" dirty="0">
                <a:solidFill>
                  <a:srgbClr val="C00000"/>
                </a:solidFill>
              </a:rPr>
              <a:t>instances</a:t>
            </a:r>
            <a:r>
              <a:rPr lang="en-US" sz="2200" dirty="0"/>
              <a:t> are then mapped into that same space and predicted to belong to a class on the basis of which side of the gap the new instance will fall on. </a:t>
            </a:r>
          </a:p>
          <a:p>
            <a:pPr marL="0" indent="0">
              <a:buNone/>
            </a:pPr>
            <a:r>
              <a:rPr lang="en-US" sz="2200" dirty="0"/>
              <a:t>In summary, in the overall training process, the SVM algorithm analyses input data and identifies a surface in the multidimensional feature space called the hyperplane. There may be many possible hyperplanes, and one of the </a:t>
            </a:r>
            <a:r>
              <a:rPr lang="en-US" sz="2200" b="1" dirty="0"/>
              <a:t>challenges</a:t>
            </a:r>
            <a:r>
              <a:rPr lang="en-US" sz="2200" dirty="0"/>
              <a:t> with the SVM model is to find the </a:t>
            </a:r>
            <a:r>
              <a:rPr lang="en-US" sz="2200" b="1" dirty="0">
                <a:solidFill>
                  <a:srgbClr val="C00000"/>
                </a:solidFill>
              </a:rPr>
              <a:t>optimal hyperplane</a:t>
            </a:r>
            <a:r>
              <a:rPr lang="en-US" sz="2200" dirty="0"/>
              <a:t>.</a:t>
            </a:r>
          </a:p>
          <a:p>
            <a:pPr marL="0" indent="0">
              <a:buNone/>
            </a:pPr>
            <a:endParaRPr lang="en-IN" sz="2200" dirty="0"/>
          </a:p>
        </p:txBody>
      </p:sp>
      <p:pic>
        <p:nvPicPr>
          <p:cNvPr id="1029" name="Picture 5">
            <a:extLst>
              <a:ext uri="{FF2B5EF4-FFF2-40B4-BE49-F238E27FC236}">
                <a16:creationId xmlns:a16="http://schemas.microsoft.com/office/drawing/2014/main" id="{1453DF99-D4E8-29D6-5DB9-CAFEBC1FA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27368" y="1536778"/>
            <a:ext cx="3813954" cy="32638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558032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06A3C-0C56-FC06-3F6F-FBB2C5B25B2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F6371E5-DBC5-FBAE-E396-0D6718F7E9FA}"/>
              </a:ext>
            </a:extLst>
          </p:cNvPr>
          <p:cNvSpPr txBox="1"/>
          <p:nvPr/>
        </p:nvSpPr>
        <p:spPr>
          <a:xfrm>
            <a:off x="743955" y="631620"/>
            <a:ext cx="10508146" cy="5262979"/>
          </a:xfrm>
          <a:prstGeom prst="rect">
            <a:avLst/>
          </a:prstGeom>
          <a:noFill/>
        </p:spPr>
        <p:txBody>
          <a:bodyPr wrap="square">
            <a:spAutoFit/>
          </a:bodyPr>
          <a:lstStyle/>
          <a:p>
            <a:r>
              <a:rPr lang="en-US" sz="2600" b="1" dirty="0"/>
              <a:t>Important Terminologies:</a:t>
            </a:r>
          </a:p>
          <a:p>
            <a:pPr marL="342900" indent="-342900">
              <a:buAutoNum type="arabicPeriod"/>
            </a:pPr>
            <a:r>
              <a:rPr lang="en-US" sz="2400" b="1" dirty="0"/>
              <a:t>Marginal Plane: </a:t>
            </a:r>
            <a:br>
              <a:rPr lang="en-US" sz="2400" dirty="0"/>
            </a:br>
            <a:r>
              <a:rPr lang="en-US" sz="2400" b="0" i="0" dirty="0">
                <a:solidFill>
                  <a:srgbClr val="0D0D0D"/>
                </a:solidFill>
                <a:effectLst/>
                <a:latin typeface="Söhne"/>
              </a:rPr>
              <a:t>In Support Vector Machines (SVM), the marginal plane refers to the </a:t>
            </a:r>
            <a:r>
              <a:rPr lang="en-US" sz="2400" b="1" i="0" dirty="0">
                <a:solidFill>
                  <a:srgbClr val="C00000"/>
                </a:solidFill>
                <a:effectLst/>
                <a:latin typeface="Söhne"/>
              </a:rPr>
              <a:t>hyperplane</a:t>
            </a:r>
            <a:r>
              <a:rPr lang="en-US" sz="2400" b="0" i="0" dirty="0">
                <a:solidFill>
                  <a:srgbClr val="0D0D0D"/>
                </a:solidFill>
                <a:effectLst/>
                <a:latin typeface="Söhne"/>
              </a:rPr>
              <a:t> or </a:t>
            </a:r>
            <a:r>
              <a:rPr lang="en-US" sz="2400" b="1" i="0" dirty="0">
                <a:solidFill>
                  <a:srgbClr val="C00000"/>
                </a:solidFill>
                <a:effectLst/>
                <a:latin typeface="Söhne"/>
              </a:rPr>
              <a:t>decision</a:t>
            </a:r>
            <a:r>
              <a:rPr lang="en-US" sz="2400" b="0" i="0" dirty="0">
                <a:solidFill>
                  <a:srgbClr val="0D0D0D"/>
                </a:solidFill>
                <a:effectLst/>
                <a:latin typeface="Söhne"/>
              </a:rPr>
              <a:t> </a:t>
            </a:r>
            <a:r>
              <a:rPr lang="en-US" sz="2400" b="1" i="0" dirty="0">
                <a:solidFill>
                  <a:srgbClr val="C00000"/>
                </a:solidFill>
                <a:effectLst/>
                <a:latin typeface="Söhne"/>
              </a:rPr>
              <a:t>boundary</a:t>
            </a:r>
            <a:r>
              <a:rPr lang="en-US" sz="2400" b="0" i="0" dirty="0">
                <a:solidFill>
                  <a:srgbClr val="0D0D0D"/>
                </a:solidFill>
                <a:effectLst/>
                <a:latin typeface="Söhne"/>
              </a:rPr>
              <a:t> that maximizes the margin between the support vectors of different classes. The margin is the distance between the decision boundary and the closest </a:t>
            </a:r>
            <a:r>
              <a:rPr lang="en-US" sz="2400" b="1" i="0" dirty="0">
                <a:solidFill>
                  <a:srgbClr val="0D0D0D"/>
                </a:solidFill>
                <a:effectLst/>
                <a:latin typeface="Söhne"/>
              </a:rPr>
              <a:t>data points </a:t>
            </a:r>
            <a:r>
              <a:rPr lang="en-US" sz="2400" b="0" i="0" dirty="0">
                <a:solidFill>
                  <a:srgbClr val="0D0D0D"/>
                </a:solidFill>
                <a:effectLst/>
                <a:latin typeface="Söhne"/>
              </a:rPr>
              <a:t>or </a:t>
            </a:r>
            <a:r>
              <a:rPr lang="en-US" sz="2400" b="1" i="0" dirty="0">
                <a:solidFill>
                  <a:srgbClr val="C00000"/>
                </a:solidFill>
                <a:effectLst/>
                <a:latin typeface="Söhne"/>
              </a:rPr>
              <a:t>support vectors </a:t>
            </a:r>
            <a:r>
              <a:rPr lang="en-US" sz="2400" b="0" i="0" dirty="0">
                <a:solidFill>
                  <a:srgbClr val="0D0D0D"/>
                </a:solidFill>
                <a:effectLst/>
                <a:latin typeface="Söhne"/>
              </a:rPr>
              <a:t>from each class.</a:t>
            </a:r>
          </a:p>
          <a:p>
            <a:pPr marL="342900" indent="-342900">
              <a:buAutoNum type="arabicPeriod"/>
            </a:pPr>
            <a:endParaRPr lang="en-US" sz="2400" dirty="0"/>
          </a:p>
          <a:p>
            <a:pPr marL="342900" indent="-342900">
              <a:buAutoNum type="arabicPeriod"/>
            </a:pPr>
            <a:r>
              <a:rPr lang="en-US" sz="2400" b="1" dirty="0"/>
              <a:t>Support Vectors:  </a:t>
            </a:r>
            <a:r>
              <a:rPr lang="en-US" sz="2400" dirty="0"/>
              <a:t>The </a:t>
            </a:r>
            <a:r>
              <a:rPr lang="en-US" sz="2400" b="1" dirty="0">
                <a:solidFill>
                  <a:srgbClr val="C00000"/>
                </a:solidFill>
              </a:rPr>
              <a:t>data points </a:t>
            </a:r>
            <a:r>
              <a:rPr lang="en-US" sz="2400" dirty="0"/>
              <a:t>which are passing through the Marginal Plane is called Support Vectors. It is possible to have more than one Data Points.</a:t>
            </a:r>
          </a:p>
          <a:p>
            <a:pPr marL="342900" indent="-342900">
              <a:buAutoNum type="arabicPeriod"/>
            </a:pPr>
            <a:endParaRPr lang="en-US" sz="2400" dirty="0"/>
          </a:p>
          <a:p>
            <a:pPr marL="342900" indent="-342900">
              <a:buAutoNum type="arabicPeriod"/>
            </a:pPr>
            <a:r>
              <a:rPr lang="en-US" sz="2400" b="1" dirty="0">
                <a:solidFill>
                  <a:srgbClr val="0D0D0D"/>
                </a:solidFill>
                <a:latin typeface="Söhne"/>
              </a:rPr>
              <a:t>M</a:t>
            </a:r>
            <a:r>
              <a:rPr lang="en-US" sz="2400" b="1" i="0" dirty="0">
                <a:solidFill>
                  <a:srgbClr val="0D0D0D"/>
                </a:solidFill>
                <a:effectLst/>
                <a:latin typeface="Söhne"/>
              </a:rPr>
              <a:t>arginal Distance :</a:t>
            </a:r>
            <a:r>
              <a:rPr lang="en-US" sz="2400" b="0" i="0" dirty="0">
                <a:solidFill>
                  <a:srgbClr val="0D0D0D"/>
                </a:solidFill>
                <a:effectLst/>
                <a:latin typeface="Söhne"/>
              </a:rPr>
              <a:t>In Support Vector Machines (SVM), the marginal distance refers to the </a:t>
            </a:r>
            <a:r>
              <a:rPr lang="en-US" sz="2400" b="1" i="0" dirty="0">
                <a:solidFill>
                  <a:srgbClr val="0D0D0D"/>
                </a:solidFill>
                <a:effectLst/>
                <a:latin typeface="Söhne"/>
              </a:rPr>
              <a:t>distance between </a:t>
            </a:r>
            <a:r>
              <a:rPr lang="en-US" sz="2400" b="0" i="0" dirty="0">
                <a:solidFill>
                  <a:srgbClr val="0D0D0D"/>
                </a:solidFill>
                <a:effectLst/>
                <a:latin typeface="Söhne"/>
              </a:rPr>
              <a:t>the </a:t>
            </a:r>
            <a:r>
              <a:rPr lang="en-US" sz="2400" b="1" i="0" dirty="0">
                <a:solidFill>
                  <a:srgbClr val="0D0D0D"/>
                </a:solidFill>
                <a:effectLst/>
                <a:latin typeface="Söhne"/>
              </a:rPr>
              <a:t>data point </a:t>
            </a:r>
            <a:r>
              <a:rPr lang="en-US" sz="2400" b="0" i="0" dirty="0">
                <a:solidFill>
                  <a:srgbClr val="0D0D0D"/>
                </a:solidFill>
                <a:effectLst/>
                <a:latin typeface="Söhne"/>
              </a:rPr>
              <a:t>and the </a:t>
            </a:r>
            <a:r>
              <a:rPr lang="en-US" sz="2400" b="1" i="0" dirty="0">
                <a:solidFill>
                  <a:srgbClr val="0D0D0D"/>
                </a:solidFill>
                <a:effectLst/>
                <a:latin typeface="Söhne"/>
              </a:rPr>
              <a:t>decision boundary </a:t>
            </a:r>
            <a:r>
              <a:rPr lang="en-US" sz="2400" b="0" i="0" dirty="0">
                <a:solidFill>
                  <a:srgbClr val="0D0D0D"/>
                </a:solidFill>
                <a:effectLst/>
                <a:latin typeface="Söhne"/>
              </a:rPr>
              <a:t>(hyperplane) of the SVM model.</a:t>
            </a:r>
          </a:p>
          <a:p>
            <a:r>
              <a:rPr lang="en-US" sz="2400" dirty="0">
                <a:solidFill>
                  <a:srgbClr val="0D0D0D"/>
                </a:solidFill>
                <a:latin typeface="Söhne"/>
              </a:rPr>
              <a:t>	</a:t>
            </a:r>
            <a:r>
              <a:rPr lang="en-US" sz="2400" b="1" dirty="0">
                <a:solidFill>
                  <a:srgbClr val="C00000"/>
                </a:solidFill>
                <a:latin typeface="Söhne"/>
              </a:rPr>
              <a:t>Higher the </a:t>
            </a:r>
            <a:r>
              <a:rPr lang="en-US" sz="2400" b="1" i="0" dirty="0">
                <a:solidFill>
                  <a:srgbClr val="C00000"/>
                </a:solidFill>
                <a:effectLst/>
                <a:latin typeface="Söhne"/>
              </a:rPr>
              <a:t>marginal distance  is more the Generalized our Model </a:t>
            </a:r>
            <a:r>
              <a:rPr lang="en-US" sz="2400" b="1" dirty="0">
                <a:solidFill>
                  <a:srgbClr val="C00000"/>
                </a:solidFill>
                <a:latin typeface="Söhne"/>
              </a:rPr>
              <a:t>is</a:t>
            </a:r>
            <a:r>
              <a:rPr lang="en-US" sz="2400" b="1" i="0" dirty="0">
                <a:solidFill>
                  <a:srgbClr val="C00000"/>
                </a:solidFill>
                <a:effectLst/>
                <a:latin typeface="Söhne"/>
              </a:rPr>
              <a:t>.</a:t>
            </a:r>
            <a:endParaRPr lang="en-US" sz="2400" b="1" dirty="0">
              <a:solidFill>
                <a:srgbClr val="C00000"/>
              </a:solidFill>
            </a:endParaRPr>
          </a:p>
        </p:txBody>
      </p:sp>
    </p:spTree>
    <p:extLst>
      <p:ext uri="{BB962C8B-B14F-4D97-AF65-F5344CB8AC3E}">
        <p14:creationId xmlns:p14="http://schemas.microsoft.com/office/powerpoint/2010/main" val="30699916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A33CE-FE9D-4963-CC33-5691ABEDAE16}"/>
            </a:ext>
          </a:extLst>
        </p:cNvPr>
        <p:cNvGrpSpPr/>
        <p:nvPr/>
      </p:nvGrpSpPr>
      <p:grpSpPr>
        <a:xfrm>
          <a:off x="0" y="0"/>
          <a:ext cx="0" cy="0"/>
          <a:chOff x="0" y="0"/>
          <a:chExt cx="0" cy="0"/>
        </a:xfrm>
      </p:grpSpPr>
      <p:grpSp>
        <p:nvGrpSpPr>
          <p:cNvPr id="15" name="Group 14">
            <a:extLst>
              <a:ext uri="{FF2B5EF4-FFF2-40B4-BE49-F238E27FC236}">
                <a16:creationId xmlns:a16="http://schemas.microsoft.com/office/drawing/2014/main" id="{C18A2747-3B6D-59B6-0082-8F94A1AD3E44}"/>
              </a:ext>
            </a:extLst>
          </p:cNvPr>
          <p:cNvGrpSpPr/>
          <p:nvPr/>
        </p:nvGrpSpPr>
        <p:grpSpPr>
          <a:xfrm>
            <a:off x="1535596" y="121312"/>
            <a:ext cx="8087376" cy="4853459"/>
            <a:chOff x="1876839" y="1753384"/>
            <a:chExt cx="5715000" cy="4067633"/>
          </a:xfrm>
        </p:grpSpPr>
        <p:pic>
          <p:nvPicPr>
            <p:cNvPr id="4098" name="Picture 2" descr="Support Vector Machine (SVM) Algorithm - Javatpoint">
              <a:extLst>
                <a:ext uri="{FF2B5EF4-FFF2-40B4-BE49-F238E27FC236}">
                  <a16:creationId xmlns:a16="http://schemas.microsoft.com/office/drawing/2014/main" id="{0B4C5D68-F68E-BE2F-73DF-B697D2A044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6839" y="2011017"/>
              <a:ext cx="5715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ECA7FC9-E37F-F0F6-BAD6-BA87D417FA07}"/>
                </a:ext>
              </a:extLst>
            </p:cNvPr>
            <p:cNvSpPr txBox="1"/>
            <p:nvPr/>
          </p:nvSpPr>
          <p:spPr>
            <a:xfrm>
              <a:off x="5607068" y="1753384"/>
              <a:ext cx="1662320" cy="239553"/>
            </a:xfrm>
            <a:prstGeom prst="rect">
              <a:avLst/>
            </a:prstGeom>
            <a:noFill/>
          </p:spPr>
          <p:txBody>
            <a:bodyPr wrap="square">
              <a:spAutoFit/>
            </a:bodyPr>
            <a:lstStyle/>
            <a:p>
              <a:pPr algn="ctr"/>
              <a:r>
                <a:rPr lang="en-US" b="1" dirty="0">
                  <a:solidFill>
                    <a:srgbClr val="C00000"/>
                  </a:solidFill>
                </a:rPr>
                <a:t>Marginal plane</a:t>
              </a:r>
            </a:p>
          </p:txBody>
        </p:sp>
        <p:cxnSp>
          <p:nvCxnSpPr>
            <p:cNvPr id="11" name="Straight Arrow Connector 10">
              <a:extLst>
                <a:ext uri="{FF2B5EF4-FFF2-40B4-BE49-F238E27FC236}">
                  <a16:creationId xmlns:a16="http://schemas.microsoft.com/office/drawing/2014/main" id="{6DB91C73-8EF8-B0D6-0CAF-CC1D2B88075B}"/>
                </a:ext>
              </a:extLst>
            </p:cNvPr>
            <p:cNvCxnSpPr>
              <a:cxnSpLocks/>
            </p:cNvCxnSpPr>
            <p:nvPr/>
          </p:nvCxnSpPr>
          <p:spPr>
            <a:xfrm flipH="1">
              <a:off x="4422913" y="2011017"/>
              <a:ext cx="1732100" cy="182548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C2641E24-FEC0-92D7-6F4E-04BA9FBD1BEB}"/>
                </a:ext>
              </a:extLst>
            </p:cNvPr>
            <p:cNvCxnSpPr>
              <a:cxnSpLocks/>
            </p:cNvCxnSpPr>
            <p:nvPr/>
          </p:nvCxnSpPr>
          <p:spPr>
            <a:xfrm flipH="1">
              <a:off x="5126313" y="2011017"/>
              <a:ext cx="1354000" cy="1807407"/>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sp>
        <p:nvSpPr>
          <p:cNvPr id="2" name="TextBox 1">
            <a:extLst>
              <a:ext uri="{FF2B5EF4-FFF2-40B4-BE49-F238E27FC236}">
                <a16:creationId xmlns:a16="http://schemas.microsoft.com/office/drawing/2014/main" id="{B372EBEF-13DA-20A4-5F97-09CBEAE69927}"/>
              </a:ext>
            </a:extLst>
          </p:cNvPr>
          <p:cNvSpPr txBox="1"/>
          <p:nvPr/>
        </p:nvSpPr>
        <p:spPr>
          <a:xfrm>
            <a:off x="899491" y="5327567"/>
            <a:ext cx="10393018" cy="1200329"/>
          </a:xfrm>
          <a:prstGeom prst="rect">
            <a:avLst/>
          </a:prstGeom>
          <a:noFill/>
        </p:spPr>
        <p:txBody>
          <a:bodyPr wrap="square">
            <a:spAutoFit/>
          </a:bodyPr>
          <a:lstStyle/>
          <a:p>
            <a:r>
              <a:rPr lang="en-US" sz="2400" b="1" dirty="0"/>
              <a:t>Note:</a:t>
            </a:r>
            <a:r>
              <a:rPr lang="en-US" sz="2400" dirty="0"/>
              <a:t> To Draw </a:t>
            </a:r>
            <a:r>
              <a:rPr lang="en-US" sz="2400" b="1" dirty="0"/>
              <a:t>a Marginal Plane </a:t>
            </a:r>
            <a:r>
              <a:rPr lang="en-US" sz="2400" dirty="0"/>
              <a:t>to circle, Consider a circle which is near to or close to the square. Similarly, to draw Marginal plane to square consider the square near to the circle class.</a:t>
            </a:r>
          </a:p>
        </p:txBody>
      </p:sp>
    </p:spTree>
    <p:extLst>
      <p:ext uri="{BB962C8B-B14F-4D97-AF65-F5344CB8AC3E}">
        <p14:creationId xmlns:p14="http://schemas.microsoft.com/office/powerpoint/2010/main" val="859957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8F4CB-0AED-D64D-99DB-8A37BC5D363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30E437-6AA9-0635-D124-62473039BBF5}"/>
              </a:ext>
            </a:extLst>
          </p:cNvPr>
          <p:cNvSpPr>
            <a:spLocks noGrp="1"/>
          </p:cNvSpPr>
          <p:nvPr>
            <p:ph idx="1"/>
          </p:nvPr>
        </p:nvSpPr>
        <p:spPr>
          <a:xfrm>
            <a:off x="777240" y="1273629"/>
            <a:ext cx="10659110" cy="4903334"/>
          </a:xfrm>
        </p:spPr>
        <p:txBody>
          <a:bodyPr>
            <a:normAutofit/>
          </a:bodyPr>
          <a:lstStyle/>
          <a:p>
            <a:pPr marL="0" indent="0">
              <a:buNone/>
            </a:pPr>
            <a:r>
              <a:rPr lang="en-US" sz="2800" b="1" dirty="0"/>
              <a:t>How SVM Works – Step-by-Step (for Classification)</a:t>
            </a:r>
          </a:p>
          <a:p>
            <a:pPr marL="457200" indent="-457200">
              <a:buFont typeface="+mj-lt"/>
              <a:buAutoNum type="arabicPeriod"/>
            </a:pPr>
            <a:r>
              <a:rPr lang="en-US" sz="2800" b="1" dirty="0"/>
              <a:t>Input the data</a:t>
            </a:r>
            <a:r>
              <a:rPr lang="en-US" sz="2800" dirty="0"/>
              <a:t>.</a:t>
            </a:r>
          </a:p>
          <a:p>
            <a:pPr marL="457200" indent="-457200">
              <a:buFont typeface="+mj-lt"/>
              <a:buAutoNum type="arabicPeriod"/>
            </a:pPr>
            <a:r>
              <a:rPr lang="en-US" sz="2800" b="1" dirty="0"/>
              <a:t>Find the optimal hyperplane</a:t>
            </a:r>
            <a:r>
              <a:rPr lang="en-US" sz="2800" dirty="0"/>
              <a:t> that best separates the classes.</a:t>
            </a:r>
          </a:p>
          <a:p>
            <a:pPr marL="457200" indent="-457200">
              <a:buFont typeface="+mj-lt"/>
              <a:buAutoNum type="arabicPeriod"/>
            </a:pPr>
            <a:r>
              <a:rPr lang="en-US" sz="2800" dirty="0"/>
              <a:t>If data is </a:t>
            </a:r>
            <a:r>
              <a:rPr lang="en-US" sz="2800" b="1" dirty="0"/>
              <a:t>not linearly separable</a:t>
            </a:r>
            <a:r>
              <a:rPr lang="en-US" sz="2800" dirty="0"/>
              <a:t>, apply a </a:t>
            </a:r>
            <a:r>
              <a:rPr lang="en-US" sz="2800" b="1" dirty="0"/>
              <a:t>kernel function</a:t>
            </a:r>
            <a:r>
              <a:rPr lang="en-US" sz="2800" dirty="0"/>
              <a:t> to transform it to higher dimensions.</a:t>
            </a:r>
          </a:p>
          <a:p>
            <a:pPr marL="457200" indent="-457200">
              <a:buFont typeface="+mj-lt"/>
              <a:buAutoNum type="arabicPeriod"/>
            </a:pPr>
            <a:r>
              <a:rPr lang="en-US" sz="2800" dirty="0"/>
              <a:t>SVM </a:t>
            </a:r>
            <a:r>
              <a:rPr lang="en-US" sz="2800" b="1" dirty="0"/>
              <a:t>chooses the hyperplane</a:t>
            </a:r>
            <a:r>
              <a:rPr lang="en-US" sz="2800" dirty="0"/>
              <a:t> that has the </a:t>
            </a:r>
            <a:r>
              <a:rPr lang="en-US" sz="2800" b="1" dirty="0"/>
              <a:t>maximum margin</a:t>
            </a:r>
            <a:r>
              <a:rPr lang="en-US" sz="2800" dirty="0"/>
              <a:t>.</a:t>
            </a:r>
          </a:p>
          <a:p>
            <a:pPr marL="457200" indent="-457200">
              <a:buFont typeface="+mj-lt"/>
              <a:buAutoNum type="arabicPeriod"/>
            </a:pPr>
            <a:r>
              <a:rPr lang="en-US" sz="2800" dirty="0"/>
              <a:t>Use this hyperplane to </a:t>
            </a:r>
            <a:r>
              <a:rPr lang="en-US" sz="2800" b="1" dirty="0"/>
              <a:t>predict unseen data</a:t>
            </a:r>
            <a:r>
              <a:rPr lang="en-US" sz="2800" dirty="0"/>
              <a:t>.</a:t>
            </a:r>
          </a:p>
          <a:p>
            <a:pPr marL="0" indent="0">
              <a:buNone/>
            </a:pPr>
            <a:endParaRPr lang="en-IN" sz="2800" dirty="0"/>
          </a:p>
        </p:txBody>
      </p:sp>
    </p:spTree>
    <p:extLst>
      <p:ext uri="{BB962C8B-B14F-4D97-AF65-F5344CB8AC3E}">
        <p14:creationId xmlns:p14="http://schemas.microsoft.com/office/powerpoint/2010/main" val="26214606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7C65D4-F4A5-CDC8-8C8B-6668694E1C29}"/>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4346A665-1BDC-1D87-002A-1BC26956952F}"/>
              </a:ext>
            </a:extLst>
          </p:cNvPr>
          <p:cNvGrpSpPr/>
          <p:nvPr/>
        </p:nvGrpSpPr>
        <p:grpSpPr>
          <a:xfrm>
            <a:off x="0" y="0"/>
            <a:ext cx="12192000" cy="6858000"/>
            <a:chOff x="0" y="0"/>
            <a:chExt cx="12192000" cy="6858000"/>
          </a:xfrm>
        </p:grpSpPr>
        <p:sp>
          <p:nvSpPr>
            <p:cNvPr id="7" name="Rectangle 6">
              <a:extLst>
                <a:ext uri="{FF2B5EF4-FFF2-40B4-BE49-F238E27FC236}">
                  <a16:creationId xmlns:a16="http://schemas.microsoft.com/office/drawing/2014/main" id="{7CA1FA00-1703-14E1-4E81-000D6EDC7D8E}"/>
                </a:ext>
              </a:extLst>
            </p:cNvPr>
            <p:cNvSpPr/>
            <p:nvPr/>
          </p:nvSpPr>
          <p:spPr>
            <a:xfrm>
              <a:off x="0" y="0"/>
              <a:ext cx="12192000" cy="6858000"/>
            </a:xfrm>
            <a:prstGeom prst="rect">
              <a:avLst/>
            </a:prstGeom>
            <a:solidFill>
              <a:schemeClr val="bg2">
                <a:lumMod val="25000"/>
              </a:schemeClr>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B407B770-8FC2-CAE4-5F16-DDB807EC2A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314" y="705678"/>
              <a:ext cx="10866782" cy="5779604"/>
            </a:xfrm>
            <a:prstGeom prst="rect">
              <a:avLst/>
            </a:prstGeom>
          </p:spPr>
        </p:pic>
      </p:grpSp>
    </p:spTree>
    <p:extLst>
      <p:ext uri="{BB962C8B-B14F-4D97-AF65-F5344CB8AC3E}">
        <p14:creationId xmlns:p14="http://schemas.microsoft.com/office/powerpoint/2010/main" val="1146144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8861E9A-8B72-7EC4-1875-5051F0DAB5DD}"/>
              </a:ext>
            </a:extLst>
          </p:cNvPr>
          <p:cNvSpPr txBox="1"/>
          <p:nvPr/>
        </p:nvSpPr>
        <p:spPr>
          <a:xfrm>
            <a:off x="603801" y="558611"/>
            <a:ext cx="10905711" cy="4893647"/>
          </a:xfrm>
          <a:prstGeom prst="rect">
            <a:avLst/>
          </a:prstGeom>
          <a:noFill/>
        </p:spPr>
        <p:txBody>
          <a:bodyPr wrap="square">
            <a:spAutoFit/>
          </a:bodyPr>
          <a:lstStyle/>
          <a:p>
            <a:r>
              <a:rPr lang="en-US" sz="2400" b="1" dirty="0">
                <a:solidFill>
                  <a:srgbClr val="C00000"/>
                </a:solidFill>
              </a:rPr>
              <a:t>Important to Note:</a:t>
            </a:r>
          </a:p>
          <a:p>
            <a:r>
              <a:rPr lang="en-US" sz="2400" dirty="0"/>
              <a:t>	Support Vector Machines (SVMs) classify new data points by determining which side of the hyperplane they fall on. </a:t>
            </a:r>
            <a:r>
              <a:rPr lang="en-US" sz="2400" b="1" dirty="0">
                <a:solidFill>
                  <a:srgbClr val="C00000"/>
                </a:solidFill>
              </a:rPr>
              <a:t>After the SVM has been trained on a dataset and has identified the optimal hyperplane that separates the classes, it uses this hyperplane to make predictions on unseen data.</a:t>
            </a:r>
          </a:p>
          <a:p>
            <a:endParaRPr lang="en-US" sz="2400" dirty="0"/>
          </a:p>
          <a:p>
            <a:r>
              <a:rPr lang="en-US" sz="2400" dirty="0"/>
              <a:t>	When a new data point is presented to the SVM for classification, the model evaluates </a:t>
            </a:r>
            <a:r>
              <a:rPr lang="en-US" sz="2400" b="1" dirty="0"/>
              <a:t>the position of the point relative to the hyperplane</a:t>
            </a:r>
            <a:r>
              <a:rPr lang="en-US" sz="2400" dirty="0"/>
              <a:t>. If the point lies on one side of the hyperplane, it is classified as belonging to one class; if it lies on the other side, it is classified as belonging to the other class. The distance of the data point from the hyperplane determines the confidence level of the classification.</a:t>
            </a:r>
          </a:p>
          <a:p>
            <a:endParaRPr lang="en-US" sz="2400" dirty="0"/>
          </a:p>
          <a:p>
            <a:pPr algn="l"/>
            <a:r>
              <a:rPr lang="en-US" sz="2400" b="0" i="0" dirty="0">
                <a:solidFill>
                  <a:srgbClr val="0D0D0D"/>
                </a:solidFill>
                <a:effectLst/>
                <a:latin typeface="Söhne"/>
              </a:rPr>
              <a:t>	</a:t>
            </a:r>
            <a:endParaRPr lang="en-US" sz="2400" dirty="0"/>
          </a:p>
        </p:txBody>
      </p:sp>
    </p:spTree>
    <p:extLst>
      <p:ext uri="{BB962C8B-B14F-4D97-AF65-F5344CB8AC3E}">
        <p14:creationId xmlns:p14="http://schemas.microsoft.com/office/powerpoint/2010/main" val="27280912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CD737F-59E1-E3F8-4D59-F1211D48448A}"/>
              </a:ext>
            </a:extLst>
          </p:cNvPr>
          <p:cNvSpPr>
            <a:spLocks noGrp="1"/>
          </p:cNvSpPr>
          <p:nvPr>
            <p:ph idx="1"/>
          </p:nvPr>
        </p:nvSpPr>
        <p:spPr>
          <a:xfrm>
            <a:off x="777240" y="609600"/>
            <a:ext cx="10659110" cy="5567363"/>
          </a:xfrm>
        </p:spPr>
        <p:txBody>
          <a:bodyPr>
            <a:normAutofit/>
          </a:bodyPr>
          <a:lstStyle/>
          <a:p>
            <a:r>
              <a:rPr lang="en-US" sz="2400" dirty="0">
                <a:solidFill>
                  <a:srgbClr val="0D0D0D"/>
                </a:solidFill>
                <a:latin typeface="Söhne"/>
              </a:rPr>
              <a:t>let's consider a simple example where we have two classes: red and blue points distributed in a two-dimensional space. The goal is to train an SVM to classify new data points as either red or blue based on their features.</a:t>
            </a:r>
          </a:p>
          <a:p>
            <a:r>
              <a:rPr lang="en-US" sz="2400" dirty="0">
                <a:solidFill>
                  <a:srgbClr val="0D0D0D"/>
                </a:solidFill>
                <a:latin typeface="Söhne"/>
              </a:rPr>
              <a:t>Suppose we have the following training data:</a:t>
            </a:r>
          </a:p>
          <a:p>
            <a:pPr lvl="1"/>
            <a:r>
              <a:rPr lang="en-US" sz="2400" b="1" dirty="0">
                <a:solidFill>
                  <a:srgbClr val="0D0D0D"/>
                </a:solidFill>
                <a:latin typeface="Söhne"/>
              </a:rPr>
              <a:t>Red points: </a:t>
            </a:r>
            <a:r>
              <a:rPr lang="en-US" sz="2400" dirty="0">
                <a:solidFill>
                  <a:srgbClr val="0D0D0D"/>
                </a:solidFill>
                <a:latin typeface="Söhne"/>
              </a:rPr>
              <a:t>(1, 2), (2, 3), (3, 3)</a:t>
            </a:r>
          </a:p>
          <a:p>
            <a:pPr lvl="1"/>
            <a:r>
              <a:rPr lang="en-US" sz="2400" b="1" dirty="0">
                <a:solidFill>
                  <a:srgbClr val="0D0D0D"/>
                </a:solidFill>
                <a:latin typeface="Söhne"/>
              </a:rPr>
              <a:t>Blue points</a:t>
            </a:r>
            <a:r>
              <a:rPr lang="en-US" sz="2400" dirty="0">
                <a:solidFill>
                  <a:srgbClr val="0D0D0D"/>
                </a:solidFill>
                <a:latin typeface="Söhne"/>
              </a:rPr>
              <a:t>: (2, 1), (3, 2), (4, 1)</a:t>
            </a:r>
          </a:p>
          <a:p>
            <a:r>
              <a:rPr lang="en-US" sz="2400" dirty="0">
                <a:solidFill>
                  <a:srgbClr val="0D0D0D"/>
                </a:solidFill>
                <a:latin typeface="Söhne"/>
              </a:rPr>
              <a:t>After training the SVM, it finds the optimal hyperplane that separates the red and blue points in the feature space. Let's say the equation of this hyperplane is:</a:t>
            </a:r>
          </a:p>
          <a:p>
            <a:endParaRPr lang="en-US" sz="2400" dirty="0"/>
          </a:p>
          <a:p>
            <a:pPr lvl="1"/>
            <a:r>
              <a:rPr lang="en-US" sz="2400" dirty="0">
                <a:solidFill>
                  <a:srgbClr val="0D0D0D"/>
                </a:solidFill>
                <a:latin typeface="Söhne"/>
              </a:rPr>
              <a:t>2X1​ + 3X2​=8</a:t>
            </a:r>
          </a:p>
          <a:p>
            <a:pPr marL="457200" lvl="1" indent="0">
              <a:buNone/>
            </a:pPr>
            <a:endParaRPr lang="en-US" sz="2400" dirty="0">
              <a:solidFill>
                <a:srgbClr val="0D0D0D"/>
              </a:solidFill>
              <a:latin typeface="Söhne"/>
            </a:endParaRPr>
          </a:p>
          <a:p>
            <a:pPr marL="0" indent="0">
              <a:buNone/>
            </a:pPr>
            <a:r>
              <a:rPr lang="en-US" sz="2600" dirty="0">
                <a:solidFill>
                  <a:srgbClr val="0D0D0D"/>
                </a:solidFill>
                <a:latin typeface="Söhne"/>
              </a:rPr>
              <a:t>Now, when a new data point, let's say (2.5, 2.5), is presented to the SVM for classification, the SVM evaluates its position relative to the hyperplane.</a:t>
            </a:r>
          </a:p>
          <a:p>
            <a:pPr marL="457200" lvl="1" indent="0">
              <a:buNone/>
            </a:pPr>
            <a:endParaRPr lang="en-US" sz="2400" dirty="0"/>
          </a:p>
          <a:p>
            <a:pPr marL="0" indent="0">
              <a:buNone/>
            </a:pPr>
            <a:endParaRPr lang="en-IN" sz="2400" dirty="0"/>
          </a:p>
        </p:txBody>
      </p:sp>
    </p:spTree>
    <p:extLst>
      <p:ext uri="{BB962C8B-B14F-4D97-AF65-F5344CB8AC3E}">
        <p14:creationId xmlns:p14="http://schemas.microsoft.com/office/powerpoint/2010/main" val="17476553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E2A9487-177A-95DF-814B-6AF6FA6E2E9C}"/>
              </a:ext>
            </a:extLst>
          </p:cNvPr>
          <p:cNvSpPr txBox="1"/>
          <p:nvPr/>
        </p:nvSpPr>
        <p:spPr>
          <a:xfrm>
            <a:off x="931792" y="706401"/>
            <a:ext cx="10130459" cy="3416320"/>
          </a:xfrm>
          <a:prstGeom prst="rect">
            <a:avLst/>
          </a:prstGeom>
          <a:noFill/>
        </p:spPr>
        <p:txBody>
          <a:bodyPr wrap="square">
            <a:spAutoFit/>
          </a:bodyPr>
          <a:lstStyle/>
          <a:p>
            <a:pPr algn="l"/>
            <a:endParaRPr lang="en-US" sz="2400" b="0" i="0" dirty="0">
              <a:solidFill>
                <a:srgbClr val="0D0D0D"/>
              </a:solidFill>
              <a:effectLst/>
              <a:latin typeface="Söhne"/>
            </a:endParaRPr>
          </a:p>
          <a:p>
            <a:pPr marL="342900" indent="-342900" algn="l">
              <a:buFont typeface="Arial" panose="020B0604020202020204" pitchFamily="34" charset="0"/>
              <a:buChar char="•"/>
            </a:pPr>
            <a:r>
              <a:rPr lang="en-US" sz="2400" b="0" i="0" dirty="0">
                <a:solidFill>
                  <a:srgbClr val="0D0D0D"/>
                </a:solidFill>
                <a:effectLst/>
                <a:latin typeface="Söhne"/>
              </a:rPr>
              <a:t>If the point lies above the hyperplane (i.e., </a:t>
            </a:r>
            <a:r>
              <a:rPr lang="en-US" sz="2400" b="0" i="0" dirty="0">
                <a:solidFill>
                  <a:srgbClr val="0D0D0D"/>
                </a:solidFill>
                <a:effectLst/>
                <a:latin typeface="KaTeX_Main"/>
              </a:rPr>
              <a:t>2×2.5+3×2.5&gt;8</a:t>
            </a:r>
            <a:r>
              <a:rPr lang="en-US" sz="2400" b="0" i="0" dirty="0">
                <a:solidFill>
                  <a:srgbClr val="0D0D0D"/>
                </a:solidFill>
                <a:effectLst/>
                <a:latin typeface="Söhne"/>
              </a:rPr>
              <a:t>), it will be classified as a </a:t>
            </a:r>
            <a:r>
              <a:rPr lang="en-US" sz="2400" b="1" i="0" dirty="0">
                <a:solidFill>
                  <a:srgbClr val="C00000"/>
                </a:solidFill>
                <a:effectLst/>
                <a:latin typeface="Söhne"/>
              </a:rPr>
              <a:t>red point</a:t>
            </a:r>
            <a:r>
              <a:rPr lang="en-US" sz="2400" b="0" i="0" dirty="0">
                <a:solidFill>
                  <a:srgbClr val="0D0D0D"/>
                </a:solidFill>
                <a:effectLst/>
                <a:latin typeface="Söhne"/>
              </a:rPr>
              <a:t>.</a:t>
            </a:r>
          </a:p>
          <a:p>
            <a:pPr algn="l"/>
            <a:endParaRPr lang="en-US" sz="2400" b="0" i="0" dirty="0">
              <a:solidFill>
                <a:srgbClr val="0D0D0D"/>
              </a:solidFill>
              <a:effectLst/>
              <a:latin typeface="Söhne"/>
            </a:endParaRPr>
          </a:p>
          <a:p>
            <a:pPr marL="342900" indent="-342900" algn="l">
              <a:buFont typeface="Arial" panose="020B0604020202020204" pitchFamily="34" charset="0"/>
              <a:buChar char="•"/>
            </a:pPr>
            <a:r>
              <a:rPr lang="en-US" sz="2400" b="0" i="0" dirty="0">
                <a:solidFill>
                  <a:srgbClr val="0D0D0D"/>
                </a:solidFill>
                <a:effectLst/>
                <a:latin typeface="Söhne"/>
              </a:rPr>
              <a:t>If the point lies below the hyperplane (i.e., </a:t>
            </a:r>
            <a:r>
              <a:rPr lang="en-US" sz="2400" b="0" i="0" dirty="0">
                <a:solidFill>
                  <a:srgbClr val="0D0D0D"/>
                </a:solidFill>
                <a:effectLst/>
                <a:latin typeface="KaTeX_Main"/>
              </a:rPr>
              <a:t>2×2.5+3×2.5&lt;8</a:t>
            </a:r>
            <a:r>
              <a:rPr lang="en-US" sz="2400" b="0" i="0" dirty="0">
                <a:solidFill>
                  <a:srgbClr val="0D0D0D"/>
                </a:solidFill>
                <a:effectLst/>
                <a:latin typeface="Söhne"/>
              </a:rPr>
              <a:t>), it will be classified as a </a:t>
            </a:r>
            <a:r>
              <a:rPr lang="en-US" sz="2400" b="1" i="0" dirty="0">
                <a:solidFill>
                  <a:srgbClr val="002060"/>
                </a:solidFill>
                <a:effectLst/>
                <a:latin typeface="Söhne"/>
              </a:rPr>
              <a:t>blue point</a:t>
            </a:r>
            <a:r>
              <a:rPr lang="en-US" sz="2400" b="0" i="0" dirty="0">
                <a:solidFill>
                  <a:srgbClr val="0D0D0D"/>
                </a:solidFill>
                <a:effectLst/>
                <a:latin typeface="Söhne"/>
              </a:rPr>
              <a:t>.</a:t>
            </a:r>
          </a:p>
          <a:p>
            <a:pPr algn="l">
              <a:buFont typeface="Arial" panose="020B0604020202020204" pitchFamily="34" charset="0"/>
              <a:buChar char="•"/>
            </a:pPr>
            <a:endParaRPr lang="en-US" sz="2400" b="0" i="0" dirty="0">
              <a:solidFill>
                <a:srgbClr val="0D0D0D"/>
              </a:solidFill>
              <a:effectLst/>
              <a:latin typeface="Söhne"/>
            </a:endParaRPr>
          </a:p>
          <a:p>
            <a:pPr algn="l"/>
            <a:r>
              <a:rPr lang="en-US" sz="2400" b="0" i="0" dirty="0">
                <a:solidFill>
                  <a:srgbClr val="0D0D0D"/>
                </a:solidFill>
                <a:effectLst/>
                <a:latin typeface="Söhne"/>
              </a:rPr>
              <a:t>In this way, the SVM classifies new data points based on which side of the hyperplane they fall on.</a:t>
            </a:r>
          </a:p>
        </p:txBody>
      </p:sp>
    </p:spTree>
    <p:extLst>
      <p:ext uri="{BB962C8B-B14F-4D97-AF65-F5344CB8AC3E}">
        <p14:creationId xmlns:p14="http://schemas.microsoft.com/office/powerpoint/2010/main" val="4233632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38175-8635-ADF3-9170-D2C8CECD9F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AFCC03-BED4-5A78-A0B3-1D3C6B5BE552}"/>
              </a:ext>
            </a:extLst>
          </p:cNvPr>
          <p:cNvSpPr>
            <a:spLocks noGrp="1"/>
          </p:cNvSpPr>
          <p:nvPr>
            <p:ph idx="1"/>
          </p:nvPr>
        </p:nvSpPr>
        <p:spPr>
          <a:xfrm>
            <a:off x="777240" y="707571"/>
            <a:ext cx="10659110" cy="5469392"/>
          </a:xfrm>
        </p:spPr>
        <p:txBody>
          <a:bodyPr>
            <a:normAutofit/>
          </a:bodyPr>
          <a:lstStyle/>
          <a:p>
            <a:pPr marL="0" indent="0">
              <a:buNone/>
            </a:pPr>
            <a:r>
              <a:rPr lang="en-US" sz="3200" b="1" dirty="0"/>
              <a:t>Linear vs. Non-Linear SVM:</a:t>
            </a:r>
            <a:endParaRPr lang="en-US" sz="2400" dirty="0"/>
          </a:p>
          <a:p>
            <a:pPr marL="457200" indent="-457200">
              <a:buFont typeface="+mj-lt"/>
              <a:buAutoNum type="arabicPeriod"/>
            </a:pPr>
            <a:r>
              <a:rPr lang="en-US" sz="2400" b="1" dirty="0"/>
              <a:t>Linear SVM: </a:t>
            </a:r>
            <a:r>
              <a:rPr lang="en-US" sz="2400" dirty="0"/>
              <a:t>Used when </a:t>
            </a:r>
            <a:r>
              <a:rPr lang="en-US" sz="2400" b="1" dirty="0">
                <a:solidFill>
                  <a:srgbClr val="C00000"/>
                </a:solidFill>
              </a:rPr>
              <a:t>data is linearly separable</a:t>
            </a:r>
            <a:r>
              <a:rPr lang="en-US" sz="2400" dirty="0"/>
              <a:t>.</a:t>
            </a:r>
          </a:p>
          <a:p>
            <a:pPr marL="457200" indent="-457200">
              <a:buFont typeface="+mj-lt"/>
              <a:buAutoNum type="arabicPeriod"/>
            </a:pPr>
            <a:r>
              <a:rPr lang="en-US" sz="2400" b="1" dirty="0"/>
              <a:t>Non-Linear SVM: </a:t>
            </a:r>
            <a:r>
              <a:rPr lang="en-US" sz="2400" dirty="0"/>
              <a:t>Used when data is </a:t>
            </a:r>
            <a:r>
              <a:rPr lang="en-US" sz="2400" b="1" dirty="0">
                <a:solidFill>
                  <a:srgbClr val="C00000"/>
                </a:solidFill>
              </a:rPr>
              <a:t>not linearly separable </a:t>
            </a:r>
            <a:r>
              <a:rPr lang="en-US" sz="2400" dirty="0"/>
              <a:t>— handled using kernel tricks.</a:t>
            </a:r>
            <a:endParaRPr lang="en-IN" sz="2400" dirty="0"/>
          </a:p>
        </p:txBody>
      </p:sp>
    </p:spTree>
    <p:extLst>
      <p:ext uri="{BB962C8B-B14F-4D97-AF65-F5344CB8AC3E}">
        <p14:creationId xmlns:p14="http://schemas.microsoft.com/office/powerpoint/2010/main" val="12917884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F3127F-C985-6CFB-F502-91DE009C601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BA2CE4B-7356-F1BC-8070-BACA11E2AE2E}"/>
              </a:ext>
            </a:extLst>
          </p:cNvPr>
          <p:cNvSpPr>
            <a:spLocks noGrp="1"/>
          </p:cNvSpPr>
          <p:nvPr>
            <p:ph idx="1"/>
          </p:nvPr>
        </p:nvSpPr>
        <p:spPr>
          <a:xfrm>
            <a:off x="777240" y="544286"/>
            <a:ext cx="10659110" cy="6139543"/>
          </a:xfrm>
        </p:spPr>
        <p:txBody>
          <a:bodyPr>
            <a:normAutofit/>
          </a:bodyPr>
          <a:lstStyle/>
          <a:p>
            <a:pPr marL="0" indent="0">
              <a:buNone/>
            </a:pPr>
            <a:r>
              <a:rPr lang="en-US" sz="2400" b="1" dirty="0"/>
              <a:t>1. Linear SVM</a:t>
            </a:r>
          </a:p>
          <a:p>
            <a:pPr marL="0" indent="0">
              <a:buNone/>
            </a:pPr>
            <a:r>
              <a:rPr lang="en-US" sz="2400" dirty="0"/>
              <a:t>Linear SVM is used when the </a:t>
            </a:r>
            <a:r>
              <a:rPr lang="en-US" sz="2400" b="1" dirty="0">
                <a:solidFill>
                  <a:srgbClr val="C00000"/>
                </a:solidFill>
              </a:rPr>
              <a:t>data is linearly separable</a:t>
            </a:r>
            <a:r>
              <a:rPr lang="en-US" sz="2400" dirty="0"/>
              <a:t>, i.e., it can be divided by a straight line (in 2D) or a </a:t>
            </a:r>
            <a:r>
              <a:rPr lang="en-US" sz="2400" b="1" dirty="0"/>
              <a:t>hyperplane</a:t>
            </a:r>
            <a:r>
              <a:rPr lang="en-US" sz="2400" dirty="0"/>
              <a:t> (in higher dimensions).</a:t>
            </a:r>
          </a:p>
          <a:p>
            <a:pPr marL="0" indent="0">
              <a:buNone/>
            </a:pPr>
            <a:endParaRPr lang="en-US" sz="1050" dirty="0"/>
          </a:p>
          <a:p>
            <a:pPr marL="0" indent="0">
              <a:buNone/>
            </a:pPr>
            <a:r>
              <a:rPr lang="en-US" sz="2400" b="1" dirty="0"/>
              <a:t>Example: </a:t>
            </a:r>
            <a:r>
              <a:rPr lang="en-US" sz="2400" dirty="0"/>
              <a:t>Consider a dataset with two features (X1, X2) and </a:t>
            </a:r>
            <a:r>
              <a:rPr lang="en-US" sz="2400" b="1" dirty="0"/>
              <a:t>two classes</a:t>
            </a:r>
            <a:r>
              <a:rPr lang="en-US" sz="2400" dirty="0"/>
              <a:t>:</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b="1" dirty="0"/>
              <a:t>Note: </a:t>
            </a:r>
            <a:r>
              <a:rPr lang="en-US" sz="2400" dirty="0"/>
              <a:t>Linear Means when value of x1 increase/ decreases then value of x2 will also increases/decreases</a:t>
            </a:r>
            <a:endParaRPr lang="en-IN" sz="2400" dirty="0"/>
          </a:p>
        </p:txBody>
      </p:sp>
      <p:graphicFrame>
        <p:nvGraphicFramePr>
          <p:cNvPr id="6" name="Table 5">
            <a:extLst>
              <a:ext uri="{FF2B5EF4-FFF2-40B4-BE49-F238E27FC236}">
                <a16:creationId xmlns:a16="http://schemas.microsoft.com/office/drawing/2014/main" id="{2B95F75B-2179-4DDB-88FF-8930264731EB}"/>
              </a:ext>
            </a:extLst>
          </p:cNvPr>
          <p:cNvGraphicFramePr>
            <a:graphicFrameLocks noGrp="1"/>
          </p:cNvGraphicFramePr>
          <p:nvPr>
            <p:extLst>
              <p:ext uri="{D42A27DB-BD31-4B8C-83A1-F6EECF244321}">
                <p14:modId xmlns:p14="http://schemas.microsoft.com/office/powerpoint/2010/main" val="3426115801"/>
              </p:ext>
            </p:extLst>
          </p:nvPr>
        </p:nvGraphicFramePr>
        <p:xfrm>
          <a:off x="1546360" y="2848406"/>
          <a:ext cx="6378440" cy="2409395"/>
        </p:xfrm>
        <a:graphic>
          <a:graphicData uri="http://schemas.openxmlformats.org/drawingml/2006/table">
            <a:tbl>
              <a:tblPr firstRow="1" firstCol="1" bandRow="1">
                <a:tableStyleId>{5C22544A-7EE6-4342-B048-85BDC9FD1C3A}</a:tableStyleId>
              </a:tblPr>
              <a:tblGrid>
                <a:gridCol w="2125911">
                  <a:extLst>
                    <a:ext uri="{9D8B030D-6E8A-4147-A177-3AD203B41FA5}">
                      <a16:colId xmlns:a16="http://schemas.microsoft.com/office/drawing/2014/main" val="2178426669"/>
                    </a:ext>
                  </a:extLst>
                </a:gridCol>
                <a:gridCol w="2125911">
                  <a:extLst>
                    <a:ext uri="{9D8B030D-6E8A-4147-A177-3AD203B41FA5}">
                      <a16:colId xmlns:a16="http://schemas.microsoft.com/office/drawing/2014/main" val="3913811522"/>
                    </a:ext>
                  </a:extLst>
                </a:gridCol>
                <a:gridCol w="2126618">
                  <a:extLst>
                    <a:ext uri="{9D8B030D-6E8A-4147-A177-3AD203B41FA5}">
                      <a16:colId xmlns:a16="http://schemas.microsoft.com/office/drawing/2014/main" val="1296815605"/>
                    </a:ext>
                  </a:extLst>
                </a:gridCol>
              </a:tblGrid>
              <a:tr h="481879">
                <a:tc>
                  <a:txBody>
                    <a:bodyPr/>
                    <a:lstStyle/>
                    <a:p>
                      <a:pPr>
                        <a:lnSpc>
                          <a:spcPct val="115000"/>
                        </a:lnSpc>
                        <a:spcAft>
                          <a:spcPts val="800"/>
                        </a:spcAft>
                        <a:buNone/>
                      </a:pPr>
                      <a:r>
                        <a:rPr lang="en-IN" sz="2400" kern="100">
                          <a:effectLst/>
                        </a:rPr>
                        <a:t>X1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X2</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Label</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80973222"/>
                  </a:ext>
                </a:extLst>
              </a:tr>
              <a:tr h="481879">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10939968"/>
                  </a:ext>
                </a:extLst>
              </a:tr>
              <a:tr h="481879">
                <a:tc>
                  <a:txBody>
                    <a:bodyPr/>
                    <a:lstStyle/>
                    <a:p>
                      <a:pPr>
                        <a:lnSpc>
                          <a:spcPct val="115000"/>
                        </a:lnSpc>
                        <a:spcAft>
                          <a:spcPts val="800"/>
                        </a:spcAft>
                        <a:buNone/>
                      </a:pPr>
                      <a:r>
                        <a:rPr lang="en-IN" sz="2400" kern="100">
                          <a:effectLst/>
                        </a:rPr>
                        <a:t>2</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26352989"/>
                  </a:ext>
                </a:extLst>
              </a:tr>
              <a:tr h="481879">
                <a:tc>
                  <a:txBody>
                    <a:bodyPr/>
                    <a:lstStyle/>
                    <a:p>
                      <a:pPr>
                        <a:lnSpc>
                          <a:spcPct val="115000"/>
                        </a:lnSpc>
                        <a:spcAft>
                          <a:spcPts val="800"/>
                        </a:spcAft>
                        <a:buNone/>
                      </a:pPr>
                      <a:r>
                        <a:rPr lang="en-IN" sz="2400" kern="100">
                          <a:effectLst/>
                        </a:rPr>
                        <a:t>4</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6</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1135402"/>
                  </a:ext>
                </a:extLst>
              </a:tr>
              <a:tr h="481879">
                <a:tc>
                  <a:txBody>
                    <a:bodyPr/>
                    <a:lstStyle/>
                    <a:p>
                      <a:pPr>
                        <a:lnSpc>
                          <a:spcPct val="115000"/>
                        </a:lnSpc>
                        <a:spcAft>
                          <a:spcPts val="800"/>
                        </a:spcAft>
                        <a:buNone/>
                      </a:pPr>
                      <a:r>
                        <a:rPr lang="en-IN" sz="2400" kern="100">
                          <a:effectLst/>
                        </a:rPr>
                        <a:t>3</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5</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1</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27682195"/>
                  </a:ext>
                </a:extLst>
              </a:tr>
            </a:tbl>
          </a:graphicData>
        </a:graphic>
      </p:graphicFrame>
    </p:spTree>
    <p:extLst>
      <p:ext uri="{BB962C8B-B14F-4D97-AF65-F5344CB8AC3E}">
        <p14:creationId xmlns:p14="http://schemas.microsoft.com/office/powerpoint/2010/main" val="30014217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8124B8B-B3C3-C158-3C6C-F198C22FD4FA}"/>
            </a:ext>
          </a:extLst>
        </p:cNvPr>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4F8E18AC-903E-4B46-8CC0-FE20E612CE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3DEE38FB-0763-470C-8A5E-44456B5130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lumMod val="90000"/>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900" dirty="0">
              <a:solidFill>
                <a:schemeClr val="bg1"/>
              </a:solidFill>
              <a:latin typeface="+mj-lt"/>
            </a:endParaRPr>
          </a:p>
        </p:txBody>
      </p:sp>
      <p:sp>
        <p:nvSpPr>
          <p:cNvPr id="3" name="Content Placeholder 2">
            <a:extLst>
              <a:ext uri="{FF2B5EF4-FFF2-40B4-BE49-F238E27FC236}">
                <a16:creationId xmlns:a16="http://schemas.microsoft.com/office/drawing/2014/main" id="{44FCEF53-22ED-BA5D-D809-895FC80982E5}"/>
              </a:ext>
            </a:extLst>
          </p:cNvPr>
          <p:cNvSpPr>
            <a:spLocks noGrp="1"/>
          </p:cNvSpPr>
          <p:nvPr>
            <p:ph idx="1"/>
          </p:nvPr>
        </p:nvSpPr>
        <p:spPr>
          <a:xfrm>
            <a:off x="551118" y="1240970"/>
            <a:ext cx="5349471" cy="4034683"/>
          </a:xfrm>
        </p:spPr>
        <p:txBody>
          <a:bodyPr anchor="t">
            <a:normAutofit/>
          </a:bodyPr>
          <a:lstStyle/>
          <a:p>
            <a:pPr marL="0" indent="0">
              <a:buNone/>
            </a:pPr>
            <a:r>
              <a:rPr lang="en-US" sz="2400" b="1" dirty="0">
                <a:solidFill>
                  <a:srgbClr val="C00000"/>
                </a:solidFill>
              </a:rPr>
              <a:t>Visually</a:t>
            </a:r>
            <a:r>
              <a:rPr lang="en-US" sz="2400" dirty="0"/>
              <a:t>, we can draw a straight line separating these two groups.</a:t>
            </a:r>
          </a:p>
          <a:p>
            <a:pPr marL="0" indent="0">
              <a:buNone/>
            </a:pPr>
            <a:r>
              <a:rPr lang="en-US" sz="2400" dirty="0"/>
              <a:t>Here, the classes are linearly separable, so </a:t>
            </a:r>
            <a:r>
              <a:rPr lang="en-US" sz="2400" b="1" dirty="0"/>
              <a:t>Linear SVM</a:t>
            </a:r>
            <a:r>
              <a:rPr lang="en-US" sz="2400" dirty="0"/>
              <a:t> will draw a straight line (hyperplane) that </a:t>
            </a:r>
            <a:r>
              <a:rPr lang="en-US" sz="2400" b="1" dirty="0"/>
              <a:t>maximizes the margin</a:t>
            </a:r>
            <a:r>
              <a:rPr lang="en-US" sz="2400" dirty="0"/>
              <a:t> between the two classes.</a:t>
            </a:r>
          </a:p>
          <a:p>
            <a:pPr marL="0" indent="0">
              <a:buNone/>
            </a:pPr>
            <a:endParaRPr lang="en-US" sz="2400" dirty="0"/>
          </a:p>
          <a:p>
            <a:r>
              <a:rPr lang="en-US" sz="2400" dirty="0"/>
              <a:t>Use Linear SVM When Data is clearly separable with a straight line.</a:t>
            </a:r>
            <a:endParaRPr lang="en-IN" sz="2400" dirty="0"/>
          </a:p>
        </p:txBody>
      </p:sp>
      <p:sp>
        <p:nvSpPr>
          <p:cNvPr id="37" name="Oval 1">
            <a:extLst>
              <a:ext uri="{FF2B5EF4-FFF2-40B4-BE49-F238E27FC236}">
                <a16:creationId xmlns:a16="http://schemas.microsoft.com/office/drawing/2014/main" id="{F1D6E6C0-11C7-4A38-BD12-80741960B5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1411" y="557332"/>
            <a:ext cx="5743337" cy="574333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8" name="decorative circles">
            <a:extLst>
              <a:ext uri="{FF2B5EF4-FFF2-40B4-BE49-F238E27FC236}">
                <a16:creationId xmlns:a16="http://schemas.microsoft.com/office/drawing/2014/main" id="{2B16E781-E64A-4007-B0F1-5A50135A42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70062" y="289695"/>
            <a:ext cx="4971115" cy="6138399"/>
            <a:chOff x="6870062" y="289695"/>
            <a:chExt cx="4971115" cy="6138399"/>
          </a:xfrm>
        </p:grpSpPr>
        <p:sp>
          <p:nvSpPr>
            <p:cNvPr id="16" name="Oval 15">
              <a:extLst>
                <a:ext uri="{FF2B5EF4-FFF2-40B4-BE49-F238E27FC236}">
                  <a16:creationId xmlns:a16="http://schemas.microsoft.com/office/drawing/2014/main" id="{6F5849D6-7C1F-435A-8BEB-2A37173B65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543605" y="289695"/>
              <a:ext cx="226735" cy="226735"/>
            </a:xfrm>
            <a:prstGeom prst="ellipse">
              <a:avLst/>
            </a:prstGeom>
            <a:solidFill>
              <a:srgbClr val="97446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9C6C5D90-0568-4F1C-9392-536D4E32E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74736" y="5667686"/>
              <a:ext cx="466441" cy="466441"/>
            </a:xfrm>
            <a:prstGeom prst="ellipse">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E069E425-421F-469A-9C32-9FB5C16E59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27805" y="5275653"/>
              <a:ext cx="113367" cy="113367"/>
            </a:xfrm>
            <a:prstGeom prst="ellipse">
              <a:avLst/>
            </a:prstGeom>
            <a:solidFill>
              <a:srgbClr val="F39E2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4C31A526-345A-4A63-BA59-FF91204E97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69847" y="5942894"/>
              <a:ext cx="94160" cy="94160"/>
            </a:xfrm>
            <a:prstGeom prst="ellipse">
              <a:avLst/>
            </a:prstGeom>
            <a:solidFill>
              <a:srgbClr val="E3BEBE">
                <a:alpha val="28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27432B5-3C17-4415-B09A-67FCBD6360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81540" y="655922"/>
              <a:ext cx="466441" cy="466441"/>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90E4DDCC-A5A9-4365-876A-7992F2CF4D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003560" y="387281"/>
              <a:ext cx="113367" cy="113367"/>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BA5DB42D-36BB-41F6-A512-3AFDD33ADA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163367" y="6122314"/>
              <a:ext cx="305780" cy="30578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E03F45BD-67A0-4732-B626-9ECB4B18E2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70062" y="5959435"/>
              <a:ext cx="113367" cy="113367"/>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Picture 3" descr="A graph with dots and numbers&#10;&#10;AI-generated content may be incorrect.">
            <a:extLst>
              <a:ext uri="{FF2B5EF4-FFF2-40B4-BE49-F238E27FC236}">
                <a16:creationId xmlns:a16="http://schemas.microsoft.com/office/drawing/2014/main" id="{3F1C134A-14D5-982B-A0A0-8C1549BD8C04}"/>
              </a:ext>
            </a:extLst>
          </p:cNvPr>
          <p:cNvPicPr>
            <a:picLocks noChangeAspect="1"/>
          </p:cNvPicPr>
          <p:nvPr/>
        </p:nvPicPr>
        <p:blipFill>
          <a:blip r:embed="rId2"/>
          <a:stretch>
            <a:fillRect/>
          </a:stretch>
        </p:blipFill>
        <p:spPr>
          <a:xfrm>
            <a:off x="7425422" y="1966917"/>
            <a:ext cx="3475314" cy="2924163"/>
          </a:xfrm>
          <a:prstGeom prst="rect">
            <a:avLst/>
          </a:prstGeom>
        </p:spPr>
      </p:pic>
    </p:spTree>
    <p:extLst>
      <p:ext uri="{BB962C8B-B14F-4D97-AF65-F5344CB8AC3E}">
        <p14:creationId xmlns:p14="http://schemas.microsoft.com/office/powerpoint/2010/main" val="16239949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D7E4E8-94F5-02CC-1170-02159D5B7B2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FCD941-E122-8226-F9B6-9C8C5555C00E}"/>
              </a:ext>
            </a:extLst>
          </p:cNvPr>
          <p:cNvSpPr>
            <a:spLocks noGrp="1"/>
          </p:cNvSpPr>
          <p:nvPr>
            <p:ph idx="1"/>
          </p:nvPr>
        </p:nvSpPr>
        <p:spPr>
          <a:xfrm>
            <a:off x="777240" y="707571"/>
            <a:ext cx="10659110" cy="5469392"/>
          </a:xfrm>
        </p:spPr>
        <p:txBody>
          <a:bodyPr>
            <a:normAutofit/>
          </a:bodyPr>
          <a:lstStyle/>
          <a:p>
            <a:pPr marL="0" indent="0">
              <a:buNone/>
            </a:pPr>
            <a:r>
              <a:rPr lang="en-US" sz="2400" b="1" dirty="0"/>
              <a:t>2. Non-Linear SVM</a:t>
            </a:r>
          </a:p>
          <a:p>
            <a:pPr marL="0" indent="0">
              <a:buNone/>
            </a:pPr>
            <a:r>
              <a:rPr lang="en-US" sz="2400" dirty="0"/>
              <a:t>Non-linear SVM is used when the </a:t>
            </a:r>
            <a:r>
              <a:rPr lang="en-US" sz="2400" b="1" dirty="0">
                <a:solidFill>
                  <a:srgbClr val="C00000"/>
                </a:solidFill>
              </a:rPr>
              <a:t>data is not linearly separable</a:t>
            </a:r>
            <a:r>
              <a:rPr lang="en-US" sz="2400" dirty="0"/>
              <a:t>. It uses </a:t>
            </a:r>
            <a:r>
              <a:rPr lang="en-US" sz="2400" b="1" dirty="0">
                <a:solidFill>
                  <a:srgbClr val="C00000"/>
                </a:solidFill>
              </a:rPr>
              <a:t>kernel</a:t>
            </a:r>
            <a:r>
              <a:rPr lang="en-US" sz="2400" dirty="0"/>
              <a:t> </a:t>
            </a:r>
            <a:r>
              <a:rPr lang="en-US" sz="2400" b="1" dirty="0">
                <a:solidFill>
                  <a:srgbClr val="C00000"/>
                </a:solidFill>
              </a:rPr>
              <a:t>functions</a:t>
            </a:r>
            <a:r>
              <a:rPr lang="en-US" sz="2400" dirty="0"/>
              <a:t> to transform the data into higher dimensions where a linear hyperplane can separate the classes.</a:t>
            </a:r>
          </a:p>
          <a:p>
            <a:pPr marL="0" indent="0">
              <a:buNone/>
            </a:pPr>
            <a:endParaRPr lang="en-US" sz="1400" dirty="0"/>
          </a:p>
          <a:p>
            <a:pPr marL="0" indent="0">
              <a:buNone/>
            </a:pPr>
            <a:r>
              <a:rPr lang="en-US" sz="2400" dirty="0"/>
              <a:t>Example: Consider this data</a:t>
            </a:r>
            <a:endParaRPr lang="en-IN" sz="2400" dirty="0"/>
          </a:p>
        </p:txBody>
      </p:sp>
      <p:graphicFrame>
        <p:nvGraphicFramePr>
          <p:cNvPr id="6" name="Table 5">
            <a:extLst>
              <a:ext uri="{FF2B5EF4-FFF2-40B4-BE49-F238E27FC236}">
                <a16:creationId xmlns:a16="http://schemas.microsoft.com/office/drawing/2014/main" id="{4089D4E2-F00B-99FE-A14E-D6A0BD5572FC}"/>
              </a:ext>
            </a:extLst>
          </p:cNvPr>
          <p:cNvGraphicFramePr>
            <a:graphicFrameLocks noGrp="1"/>
          </p:cNvGraphicFramePr>
          <p:nvPr>
            <p:extLst>
              <p:ext uri="{D42A27DB-BD31-4B8C-83A1-F6EECF244321}">
                <p14:modId xmlns:p14="http://schemas.microsoft.com/office/powerpoint/2010/main" val="3289957603"/>
              </p:ext>
            </p:extLst>
          </p:nvPr>
        </p:nvGraphicFramePr>
        <p:xfrm>
          <a:off x="1274217" y="3260085"/>
          <a:ext cx="8446726" cy="2629086"/>
        </p:xfrm>
        <a:graphic>
          <a:graphicData uri="http://schemas.openxmlformats.org/drawingml/2006/table">
            <a:tbl>
              <a:tblPr firstRow="1" firstCol="1" bandRow="1">
                <a:tableStyleId>{5C22544A-7EE6-4342-B048-85BDC9FD1C3A}</a:tableStyleId>
              </a:tblPr>
              <a:tblGrid>
                <a:gridCol w="2815263">
                  <a:extLst>
                    <a:ext uri="{9D8B030D-6E8A-4147-A177-3AD203B41FA5}">
                      <a16:colId xmlns:a16="http://schemas.microsoft.com/office/drawing/2014/main" val="710029720"/>
                    </a:ext>
                  </a:extLst>
                </a:gridCol>
                <a:gridCol w="2815263">
                  <a:extLst>
                    <a:ext uri="{9D8B030D-6E8A-4147-A177-3AD203B41FA5}">
                      <a16:colId xmlns:a16="http://schemas.microsoft.com/office/drawing/2014/main" val="3444958781"/>
                    </a:ext>
                  </a:extLst>
                </a:gridCol>
                <a:gridCol w="2816200">
                  <a:extLst>
                    <a:ext uri="{9D8B030D-6E8A-4147-A177-3AD203B41FA5}">
                      <a16:colId xmlns:a16="http://schemas.microsoft.com/office/drawing/2014/main" val="4056441288"/>
                    </a:ext>
                  </a:extLst>
                </a:gridCol>
              </a:tblGrid>
              <a:tr h="438181">
                <a:tc>
                  <a:txBody>
                    <a:bodyPr/>
                    <a:lstStyle/>
                    <a:p>
                      <a:pPr>
                        <a:lnSpc>
                          <a:spcPct val="115000"/>
                        </a:lnSpc>
                        <a:spcAft>
                          <a:spcPts val="800"/>
                        </a:spcAft>
                        <a:buNone/>
                      </a:pPr>
                      <a:r>
                        <a:rPr lang="en-IN" sz="2400" kern="100">
                          <a:effectLst/>
                        </a:rPr>
                        <a:t>X1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X2</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Label</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1985257"/>
                  </a:ext>
                </a:extLst>
              </a:tr>
              <a:tr h="438181">
                <a:tc>
                  <a:txBody>
                    <a:bodyPr/>
                    <a:lstStyle/>
                    <a:p>
                      <a:pPr>
                        <a:lnSpc>
                          <a:spcPct val="115000"/>
                        </a:lnSpc>
                        <a:spcAft>
                          <a:spcPts val="800"/>
                        </a:spcAft>
                        <a:buNone/>
                      </a:pPr>
                      <a:r>
                        <a:rPr lang="en-IN" sz="2400" kern="100" dirty="0">
                          <a:effectLst/>
                        </a:rPr>
                        <a:t>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69083416"/>
                  </a:ext>
                </a:extLst>
              </a:tr>
              <a:tr h="438181">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65211866"/>
                  </a:ext>
                </a:extLst>
              </a:tr>
              <a:tr h="438181">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978928433"/>
                  </a:ext>
                </a:extLst>
              </a:tr>
              <a:tr h="438181">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43259201"/>
                  </a:ext>
                </a:extLst>
              </a:tr>
              <a:tr h="438181">
                <a:tc>
                  <a:txBody>
                    <a:bodyPr/>
                    <a:lstStyle/>
                    <a:p>
                      <a:pPr>
                        <a:lnSpc>
                          <a:spcPct val="115000"/>
                        </a:lnSpc>
                        <a:spcAft>
                          <a:spcPts val="800"/>
                        </a:spcAft>
                        <a:buNone/>
                      </a:pPr>
                      <a:r>
                        <a:rPr lang="en-IN" sz="2400" kern="100">
                          <a:effectLst/>
                        </a:rPr>
                        <a:t>0</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-1</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0</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725892365"/>
                  </a:ext>
                </a:extLst>
              </a:tr>
            </a:tbl>
          </a:graphicData>
        </a:graphic>
      </p:graphicFrame>
    </p:spTree>
    <p:extLst>
      <p:ext uri="{BB962C8B-B14F-4D97-AF65-F5344CB8AC3E}">
        <p14:creationId xmlns:p14="http://schemas.microsoft.com/office/powerpoint/2010/main" val="17323853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4EA696-C682-ABAE-93CF-E71A860875C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B767852-AFE1-D781-CDCE-015EEE2B4730}"/>
              </a:ext>
            </a:extLst>
          </p:cNvPr>
          <p:cNvSpPr>
            <a:spLocks noGrp="1"/>
          </p:cNvSpPr>
          <p:nvPr>
            <p:ph idx="1"/>
          </p:nvPr>
        </p:nvSpPr>
        <p:spPr>
          <a:xfrm>
            <a:off x="559526" y="964026"/>
            <a:ext cx="4878424" cy="5469392"/>
          </a:xfrm>
        </p:spPr>
        <p:txBody>
          <a:bodyPr>
            <a:normAutofit/>
          </a:bodyPr>
          <a:lstStyle/>
          <a:p>
            <a:pPr marL="0" indent="0">
              <a:buNone/>
            </a:pPr>
            <a:r>
              <a:rPr lang="en-IN" sz="2800" b="1" dirty="0"/>
              <a:t>Visually:</a:t>
            </a:r>
          </a:p>
          <a:p>
            <a:pPr marL="0" indent="0">
              <a:buNone/>
            </a:pPr>
            <a:r>
              <a:rPr lang="en-US" sz="2800" dirty="0"/>
              <a:t>Here, the data is </a:t>
            </a:r>
            <a:r>
              <a:rPr lang="en-US" sz="2800" b="1" dirty="0">
                <a:solidFill>
                  <a:srgbClr val="C00000"/>
                </a:solidFill>
              </a:rPr>
              <a:t>circularly</a:t>
            </a:r>
            <a:r>
              <a:rPr lang="en-US" sz="2800" dirty="0"/>
              <a:t> </a:t>
            </a:r>
            <a:r>
              <a:rPr lang="en-US" sz="2800" b="1" dirty="0">
                <a:solidFill>
                  <a:srgbClr val="C00000"/>
                </a:solidFill>
              </a:rPr>
              <a:t>distributed</a:t>
            </a:r>
            <a:r>
              <a:rPr lang="en-US" sz="2800" dirty="0"/>
              <a:t>, and no straight line can separate class 0 and 1. </a:t>
            </a:r>
          </a:p>
          <a:p>
            <a:pPr marL="0" indent="0">
              <a:buNone/>
            </a:pPr>
            <a:r>
              <a:rPr lang="en-US" sz="2800" dirty="0"/>
              <a:t>But if we apply the </a:t>
            </a:r>
            <a:r>
              <a:rPr lang="en-US" sz="2800" b="1" dirty="0"/>
              <a:t>Radial Basis Function (</a:t>
            </a:r>
            <a:r>
              <a:rPr lang="en-US" sz="2800" b="1" dirty="0">
                <a:solidFill>
                  <a:srgbClr val="C00000"/>
                </a:solidFill>
              </a:rPr>
              <a:t>RBF</a:t>
            </a:r>
            <a:r>
              <a:rPr lang="en-US" sz="2800" b="1" dirty="0"/>
              <a:t>) kernel</a:t>
            </a:r>
            <a:r>
              <a:rPr lang="en-US" sz="2800" dirty="0"/>
              <a:t>, it will map the data to a higher-dimensional space, where a linear separator exists.</a:t>
            </a:r>
          </a:p>
          <a:p>
            <a:pPr marL="0" indent="0">
              <a:buNone/>
            </a:pPr>
            <a:endParaRPr lang="en-US" sz="2800" b="1" dirty="0"/>
          </a:p>
          <a:p>
            <a:pPr marL="0" indent="0">
              <a:buNone/>
            </a:pPr>
            <a:endParaRPr lang="en-IN" sz="2800" b="1" dirty="0"/>
          </a:p>
        </p:txBody>
      </p:sp>
      <p:pic>
        <p:nvPicPr>
          <p:cNvPr id="4" name="Picture 3">
            <a:extLst>
              <a:ext uri="{FF2B5EF4-FFF2-40B4-BE49-F238E27FC236}">
                <a16:creationId xmlns:a16="http://schemas.microsoft.com/office/drawing/2014/main" id="{E98B3C50-8A96-6F52-75B3-32293E15AD6D}"/>
              </a:ext>
            </a:extLst>
          </p:cNvPr>
          <p:cNvPicPr>
            <a:picLocks noChangeAspect="1"/>
          </p:cNvPicPr>
          <p:nvPr/>
        </p:nvPicPr>
        <p:blipFill>
          <a:blip r:embed="rId2"/>
          <a:stretch>
            <a:fillRect/>
          </a:stretch>
        </p:blipFill>
        <p:spPr>
          <a:xfrm>
            <a:off x="5437950" y="681037"/>
            <a:ext cx="6466667" cy="5752381"/>
          </a:xfrm>
          <a:prstGeom prst="rect">
            <a:avLst/>
          </a:prstGeom>
        </p:spPr>
      </p:pic>
    </p:spTree>
    <p:extLst>
      <p:ext uri="{BB962C8B-B14F-4D97-AF65-F5344CB8AC3E}">
        <p14:creationId xmlns:p14="http://schemas.microsoft.com/office/powerpoint/2010/main" val="10520135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9968E-E244-3F18-FECB-F3C0B6E5F72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CAD18F-B898-57AF-52B9-E71EB84D5327}"/>
              </a:ext>
            </a:extLst>
          </p:cNvPr>
          <p:cNvSpPr>
            <a:spLocks noGrp="1"/>
          </p:cNvSpPr>
          <p:nvPr>
            <p:ph idx="1"/>
          </p:nvPr>
        </p:nvSpPr>
        <p:spPr>
          <a:xfrm>
            <a:off x="777240" y="707571"/>
            <a:ext cx="10659110" cy="5469392"/>
          </a:xfrm>
        </p:spPr>
        <p:txBody>
          <a:bodyPr>
            <a:normAutofit/>
          </a:bodyPr>
          <a:lstStyle/>
          <a:p>
            <a:pPr marL="0" indent="0">
              <a:buNone/>
            </a:pPr>
            <a:r>
              <a:rPr lang="en-US" sz="2800" b="1" dirty="0"/>
              <a:t>Kernel Trick:</a:t>
            </a:r>
          </a:p>
          <a:p>
            <a:pPr marL="0" indent="0">
              <a:buNone/>
            </a:pPr>
            <a:r>
              <a:rPr lang="en-US" sz="2400" dirty="0"/>
              <a:t>The Kernel Trick allows SVM </a:t>
            </a:r>
            <a:r>
              <a:rPr lang="en-US" sz="2400" b="1" dirty="0"/>
              <a:t>to operate in a </a:t>
            </a:r>
            <a:r>
              <a:rPr lang="en-US" sz="2400" b="1" dirty="0">
                <a:solidFill>
                  <a:srgbClr val="C00000"/>
                </a:solidFill>
              </a:rPr>
              <a:t>higher-dimensional </a:t>
            </a:r>
            <a:r>
              <a:rPr lang="en-US" sz="2400" b="1" dirty="0"/>
              <a:t>space without explicitly </a:t>
            </a:r>
            <a:r>
              <a:rPr lang="en-US" sz="2400" b="1" dirty="0">
                <a:solidFill>
                  <a:srgbClr val="C00000"/>
                </a:solidFill>
              </a:rPr>
              <a:t>computing</a:t>
            </a:r>
            <a:r>
              <a:rPr lang="en-US" sz="2400" b="1" dirty="0"/>
              <a:t> the coordinates</a:t>
            </a:r>
            <a:r>
              <a:rPr lang="en-US" sz="2400" dirty="0"/>
              <a:t> of the data in that space. Instead, it uses a </a:t>
            </a:r>
            <a:r>
              <a:rPr lang="en-US" sz="2400" b="1" dirty="0">
                <a:solidFill>
                  <a:srgbClr val="C00000"/>
                </a:solidFill>
              </a:rPr>
              <a:t>mathematical function </a:t>
            </a:r>
            <a:r>
              <a:rPr lang="en-US" sz="2400" dirty="0"/>
              <a:t>(kernel) to calculate the </a:t>
            </a:r>
            <a:r>
              <a:rPr lang="en-US" sz="2400" b="1" dirty="0"/>
              <a:t>dot product of two vectors </a:t>
            </a:r>
            <a:r>
              <a:rPr lang="en-US" sz="2400" dirty="0"/>
              <a:t>as if they were in that higher-dimensional space.</a:t>
            </a:r>
          </a:p>
          <a:p>
            <a:pPr marL="0" indent="0">
              <a:buNone/>
            </a:pPr>
            <a:endParaRPr lang="en-US" sz="1800" dirty="0"/>
          </a:p>
          <a:p>
            <a:pPr marL="0" indent="0">
              <a:buNone/>
            </a:pPr>
            <a:r>
              <a:rPr lang="en-US" sz="2400" b="1" dirty="0"/>
              <a:t>Why?</a:t>
            </a:r>
          </a:p>
          <a:p>
            <a:pPr marL="0" indent="0">
              <a:buNone/>
            </a:pPr>
            <a:r>
              <a:rPr lang="en-US" sz="2400" dirty="0"/>
              <a:t>So we can apply a </a:t>
            </a:r>
            <a:r>
              <a:rPr lang="en-US" sz="2400" b="1" dirty="0"/>
              <a:t>linear separator in high dimensions </a:t>
            </a:r>
            <a:r>
              <a:rPr lang="en-US" sz="2400" dirty="0"/>
              <a:t>even if the data is non-linear in low dimensions.</a:t>
            </a:r>
          </a:p>
          <a:p>
            <a:pPr marL="0" indent="0">
              <a:buNone/>
            </a:pPr>
            <a:r>
              <a:rPr lang="en-US" sz="2400" dirty="0"/>
              <a:t>Instead of manually transforming data, </a:t>
            </a:r>
            <a:r>
              <a:rPr lang="en-US" sz="2400" b="1" dirty="0"/>
              <a:t>SVM uses kernel functions</a:t>
            </a:r>
            <a:r>
              <a:rPr lang="en-US" sz="2400" dirty="0"/>
              <a:t> (like RBF, Polynomial, Sigmoid) to compute inner products in higher-dimensional space </a:t>
            </a:r>
            <a:r>
              <a:rPr lang="en-US" sz="2400" b="1" dirty="0"/>
              <a:t>efficiently</a:t>
            </a:r>
            <a:r>
              <a:rPr lang="en-US" sz="2400" dirty="0"/>
              <a:t>.</a:t>
            </a:r>
          </a:p>
          <a:p>
            <a:pPr marL="0" indent="0">
              <a:buNone/>
            </a:pPr>
            <a:endParaRPr lang="en-IN" sz="2400" dirty="0"/>
          </a:p>
        </p:txBody>
      </p:sp>
    </p:spTree>
    <p:extLst>
      <p:ext uri="{BB962C8B-B14F-4D97-AF65-F5344CB8AC3E}">
        <p14:creationId xmlns:p14="http://schemas.microsoft.com/office/powerpoint/2010/main" val="9802982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A3E498-E085-37CF-6DC3-3D62E3883B5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84983F-FBCD-62C3-DF0B-771927DD4A43}"/>
              </a:ext>
            </a:extLst>
          </p:cNvPr>
          <p:cNvSpPr>
            <a:spLocks noGrp="1"/>
          </p:cNvSpPr>
          <p:nvPr>
            <p:ph idx="1"/>
          </p:nvPr>
        </p:nvSpPr>
        <p:spPr>
          <a:xfrm>
            <a:off x="559526" y="964026"/>
            <a:ext cx="5449388" cy="5469392"/>
          </a:xfrm>
        </p:spPr>
        <p:txBody>
          <a:bodyPr>
            <a:normAutofit lnSpcReduction="10000"/>
          </a:bodyPr>
          <a:lstStyle/>
          <a:p>
            <a:pPr marL="0" indent="0">
              <a:buNone/>
            </a:pPr>
            <a:r>
              <a:rPr lang="en-IN" sz="2400" b="1" dirty="0"/>
              <a:t>Example:</a:t>
            </a:r>
          </a:p>
          <a:p>
            <a:pPr marL="0" indent="0">
              <a:buNone/>
            </a:pPr>
            <a:r>
              <a:rPr lang="en-US" sz="2400" dirty="0"/>
              <a:t>Here, the data is </a:t>
            </a:r>
            <a:r>
              <a:rPr lang="en-US" sz="2400" b="1" dirty="0">
                <a:solidFill>
                  <a:srgbClr val="C00000"/>
                </a:solidFill>
              </a:rPr>
              <a:t>circularly</a:t>
            </a:r>
            <a:r>
              <a:rPr lang="en-US" sz="2400" dirty="0"/>
              <a:t> </a:t>
            </a:r>
            <a:r>
              <a:rPr lang="en-US" sz="2400" b="1" dirty="0">
                <a:solidFill>
                  <a:srgbClr val="C00000"/>
                </a:solidFill>
              </a:rPr>
              <a:t>distributed</a:t>
            </a:r>
            <a:r>
              <a:rPr lang="en-US" sz="2400" dirty="0"/>
              <a:t>, and no straight line can separate class 0 and 1. </a:t>
            </a:r>
          </a:p>
          <a:p>
            <a:pPr marL="0" indent="0">
              <a:buNone/>
            </a:pPr>
            <a:r>
              <a:rPr lang="en-US" sz="2400" dirty="0"/>
              <a:t>Here, you </a:t>
            </a:r>
            <a:r>
              <a:rPr lang="en-US" sz="2400" b="1" dirty="0"/>
              <a:t>cannot draw </a:t>
            </a:r>
            <a:r>
              <a:rPr lang="en-US" sz="2400" dirty="0"/>
              <a:t>a </a:t>
            </a:r>
            <a:r>
              <a:rPr lang="en-US" sz="2400" b="1" dirty="0">
                <a:solidFill>
                  <a:srgbClr val="C00000"/>
                </a:solidFill>
              </a:rPr>
              <a:t>straight line </a:t>
            </a:r>
            <a:r>
              <a:rPr lang="en-US" sz="2400" dirty="0"/>
              <a:t>to separate the classes. But if we map this data to a 3D space, we might be able to draw a flat plane that separates the classes perfectly.</a:t>
            </a:r>
          </a:p>
          <a:p>
            <a:pPr marL="0" indent="0">
              <a:buNone/>
            </a:pPr>
            <a:r>
              <a:rPr lang="en-US" sz="2400" dirty="0"/>
              <a:t>But computing in 3D (or higher) is </a:t>
            </a:r>
            <a:r>
              <a:rPr lang="en-US" sz="2400" b="1" dirty="0">
                <a:solidFill>
                  <a:srgbClr val="C00000"/>
                </a:solidFill>
              </a:rPr>
              <a:t>computationally expensive</a:t>
            </a:r>
            <a:r>
              <a:rPr lang="en-US" sz="2400" dirty="0"/>
              <a:t>!</a:t>
            </a:r>
          </a:p>
          <a:p>
            <a:pPr marL="0" indent="0">
              <a:buNone/>
            </a:pPr>
            <a:r>
              <a:rPr lang="en-US" sz="2400" dirty="0"/>
              <a:t>That’s where the </a:t>
            </a:r>
            <a:r>
              <a:rPr lang="en-US" sz="2400" b="1" dirty="0"/>
              <a:t>Kernel Trick comes</a:t>
            </a:r>
            <a:r>
              <a:rPr lang="en-US" sz="2400" dirty="0"/>
              <a:t> in:</a:t>
            </a:r>
          </a:p>
          <a:p>
            <a:pPr marL="0" indent="0">
              <a:buNone/>
            </a:pPr>
            <a:r>
              <a:rPr lang="en-US" sz="2400" dirty="0"/>
              <a:t>It lets us calculate the </a:t>
            </a:r>
            <a:r>
              <a:rPr lang="en-US" sz="2400" b="1" dirty="0"/>
              <a:t>dot product </a:t>
            </a:r>
            <a:r>
              <a:rPr lang="en-US" sz="2400" dirty="0"/>
              <a:t>in higher-dimensional space without actually transforming the data to that space.</a:t>
            </a:r>
            <a:endParaRPr lang="en-US" sz="2400" b="1" dirty="0"/>
          </a:p>
          <a:p>
            <a:pPr marL="0" indent="0">
              <a:buNone/>
            </a:pPr>
            <a:endParaRPr lang="en-IN" sz="2400" b="1" dirty="0"/>
          </a:p>
        </p:txBody>
      </p:sp>
      <p:pic>
        <p:nvPicPr>
          <p:cNvPr id="4" name="Picture 3">
            <a:extLst>
              <a:ext uri="{FF2B5EF4-FFF2-40B4-BE49-F238E27FC236}">
                <a16:creationId xmlns:a16="http://schemas.microsoft.com/office/drawing/2014/main" id="{51598F3D-E792-C2FB-07DD-56386B67FE1C}"/>
              </a:ext>
            </a:extLst>
          </p:cNvPr>
          <p:cNvPicPr>
            <a:picLocks noChangeAspect="1"/>
          </p:cNvPicPr>
          <p:nvPr/>
        </p:nvPicPr>
        <p:blipFill>
          <a:blip r:embed="rId2"/>
          <a:stretch>
            <a:fillRect/>
          </a:stretch>
        </p:blipFill>
        <p:spPr>
          <a:xfrm>
            <a:off x="6096000" y="1156080"/>
            <a:ext cx="5110307" cy="4545840"/>
          </a:xfrm>
          <a:prstGeom prst="rect">
            <a:avLst/>
          </a:prstGeom>
        </p:spPr>
      </p:pic>
    </p:spTree>
    <p:extLst>
      <p:ext uri="{BB962C8B-B14F-4D97-AF65-F5344CB8AC3E}">
        <p14:creationId xmlns:p14="http://schemas.microsoft.com/office/powerpoint/2010/main" val="7475041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04C0D-9BA8-AD6C-A45E-87D036EF227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F1A04A-8084-6B1C-255A-BE17B3756367}"/>
              </a:ext>
            </a:extLst>
          </p:cNvPr>
          <p:cNvSpPr>
            <a:spLocks noGrp="1"/>
          </p:cNvSpPr>
          <p:nvPr>
            <p:ph idx="1"/>
          </p:nvPr>
        </p:nvSpPr>
        <p:spPr>
          <a:xfrm>
            <a:off x="777240" y="707571"/>
            <a:ext cx="10659110" cy="5469392"/>
          </a:xfrm>
        </p:spPr>
        <p:txBody>
          <a:bodyPr>
            <a:normAutofit/>
          </a:bodyPr>
          <a:lstStyle/>
          <a:p>
            <a:pPr marL="0" indent="0">
              <a:buNone/>
            </a:pPr>
            <a:r>
              <a:rPr lang="en-US" sz="2400" b="1" dirty="0"/>
              <a:t>Key Idea:</a:t>
            </a:r>
          </a:p>
          <a:p>
            <a:pPr marL="0" indent="0">
              <a:buNone/>
            </a:pPr>
            <a:r>
              <a:rPr lang="en-US" sz="2400" dirty="0"/>
              <a:t>Instead of transforming features using a function ϕ(x), the kernel function K(x, y) computes:</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b="1" dirty="0"/>
              <a:t>Where:</a:t>
            </a:r>
          </a:p>
          <a:p>
            <a:r>
              <a:rPr lang="en-US" sz="2400" dirty="0"/>
              <a:t>x and y are data </a:t>
            </a:r>
            <a:r>
              <a:rPr lang="en-US" sz="2400" b="1" dirty="0"/>
              <a:t>points</a:t>
            </a:r>
            <a:r>
              <a:rPr lang="en-US" sz="2400" dirty="0"/>
              <a:t> in the original space.</a:t>
            </a:r>
          </a:p>
          <a:p>
            <a:r>
              <a:rPr lang="en-US" sz="2400" dirty="0"/>
              <a:t>ϕ(x) is a </a:t>
            </a:r>
            <a:r>
              <a:rPr lang="en-US" sz="2400" b="1" dirty="0">
                <a:solidFill>
                  <a:srgbClr val="C00000"/>
                </a:solidFill>
              </a:rPr>
              <a:t>mapping</a:t>
            </a:r>
            <a:r>
              <a:rPr lang="en-US" sz="2400" b="1" dirty="0"/>
              <a:t> to a higher-dimensional space</a:t>
            </a:r>
            <a:r>
              <a:rPr lang="en-US" sz="2400" dirty="0"/>
              <a:t>.</a:t>
            </a:r>
          </a:p>
          <a:p>
            <a:r>
              <a:rPr lang="en-US" sz="2400" dirty="0"/>
              <a:t>⟨ , ⟩ denotes the </a:t>
            </a:r>
            <a:r>
              <a:rPr lang="en-US" sz="2400" b="1" dirty="0"/>
              <a:t>inner product </a:t>
            </a:r>
            <a:r>
              <a:rPr lang="en-US" sz="2400" dirty="0"/>
              <a:t>(dot product).</a:t>
            </a:r>
            <a:endParaRPr lang="en-IN" sz="2400" dirty="0"/>
          </a:p>
        </p:txBody>
      </p:sp>
      <p:pic>
        <p:nvPicPr>
          <p:cNvPr id="4" name="Picture 3">
            <a:extLst>
              <a:ext uri="{FF2B5EF4-FFF2-40B4-BE49-F238E27FC236}">
                <a16:creationId xmlns:a16="http://schemas.microsoft.com/office/drawing/2014/main" id="{5C13363E-90E0-40D4-01FC-10FBC736895C}"/>
              </a:ext>
            </a:extLst>
          </p:cNvPr>
          <p:cNvPicPr>
            <a:picLocks noChangeAspect="1"/>
          </p:cNvPicPr>
          <p:nvPr/>
        </p:nvPicPr>
        <p:blipFill>
          <a:blip r:embed="rId2"/>
          <a:stretch>
            <a:fillRect/>
          </a:stretch>
        </p:blipFill>
        <p:spPr>
          <a:xfrm>
            <a:off x="2258772" y="2107022"/>
            <a:ext cx="6700172" cy="1335245"/>
          </a:xfrm>
          <a:prstGeom prst="rect">
            <a:avLst/>
          </a:prstGeom>
        </p:spPr>
      </p:pic>
    </p:spTree>
    <p:extLst>
      <p:ext uri="{BB962C8B-B14F-4D97-AF65-F5344CB8AC3E}">
        <p14:creationId xmlns:p14="http://schemas.microsoft.com/office/powerpoint/2010/main" val="135916430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BC7FA-D032-AACF-9E92-D04F200E47F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B0AE03-F199-2542-1393-93909261C19D}"/>
              </a:ext>
            </a:extLst>
          </p:cNvPr>
          <p:cNvSpPr>
            <a:spLocks noGrp="1"/>
          </p:cNvSpPr>
          <p:nvPr>
            <p:ph idx="1"/>
          </p:nvPr>
        </p:nvSpPr>
        <p:spPr>
          <a:xfrm>
            <a:off x="777240" y="707571"/>
            <a:ext cx="10659110" cy="5469392"/>
          </a:xfrm>
        </p:spPr>
        <p:txBody>
          <a:bodyPr>
            <a:normAutofit/>
          </a:bodyPr>
          <a:lstStyle/>
          <a:p>
            <a:pPr marL="0" indent="0">
              <a:buNone/>
            </a:pPr>
            <a:r>
              <a:rPr lang="en-IN" sz="2800" b="1" dirty="0"/>
              <a:t>Common Kernel Functions</a:t>
            </a:r>
          </a:p>
        </p:txBody>
      </p:sp>
      <p:graphicFrame>
        <p:nvGraphicFramePr>
          <p:cNvPr id="2" name="Table 1">
            <a:extLst>
              <a:ext uri="{FF2B5EF4-FFF2-40B4-BE49-F238E27FC236}">
                <a16:creationId xmlns:a16="http://schemas.microsoft.com/office/drawing/2014/main" id="{E100C536-AE86-1CB7-4A7B-E9E13D822B82}"/>
              </a:ext>
            </a:extLst>
          </p:cNvPr>
          <p:cNvGraphicFramePr>
            <a:graphicFrameLocks noGrp="1"/>
          </p:cNvGraphicFramePr>
          <p:nvPr>
            <p:extLst>
              <p:ext uri="{D42A27DB-BD31-4B8C-83A1-F6EECF244321}">
                <p14:modId xmlns:p14="http://schemas.microsoft.com/office/powerpoint/2010/main" val="2538547972"/>
              </p:ext>
            </p:extLst>
          </p:nvPr>
        </p:nvGraphicFramePr>
        <p:xfrm>
          <a:off x="755650" y="1309779"/>
          <a:ext cx="10680699" cy="5122611"/>
        </p:xfrm>
        <a:graphic>
          <a:graphicData uri="http://schemas.openxmlformats.org/drawingml/2006/table">
            <a:tbl>
              <a:tblPr firstRow="1" firstCol="1" bandRow="1">
                <a:tableStyleId>{5C22544A-7EE6-4342-B048-85BDC9FD1C3A}</a:tableStyleId>
              </a:tblPr>
              <a:tblGrid>
                <a:gridCol w="2227036">
                  <a:extLst>
                    <a:ext uri="{9D8B030D-6E8A-4147-A177-3AD203B41FA5}">
                      <a16:colId xmlns:a16="http://schemas.microsoft.com/office/drawing/2014/main" val="3295304693"/>
                    </a:ext>
                  </a:extLst>
                </a:gridCol>
                <a:gridCol w="4892640">
                  <a:extLst>
                    <a:ext uri="{9D8B030D-6E8A-4147-A177-3AD203B41FA5}">
                      <a16:colId xmlns:a16="http://schemas.microsoft.com/office/drawing/2014/main" val="3266837852"/>
                    </a:ext>
                  </a:extLst>
                </a:gridCol>
                <a:gridCol w="3561023">
                  <a:extLst>
                    <a:ext uri="{9D8B030D-6E8A-4147-A177-3AD203B41FA5}">
                      <a16:colId xmlns:a16="http://schemas.microsoft.com/office/drawing/2014/main" val="220198379"/>
                    </a:ext>
                  </a:extLst>
                </a:gridCol>
              </a:tblGrid>
              <a:tr h="640123">
                <a:tc>
                  <a:txBody>
                    <a:bodyPr/>
                    <a:lstStyle/>
                    <a:p>
                      <a:pPr>
                        <a:lnSpc>
                          <a:spcPct val="115000"/>
                        </a:lnSpc>
                        <a:spcAft>
                          <a:spcPts val="800"/>
                        </a:spcAft>
                        <a:buNone/>
                      </a:pPr>
                      <a:r>
                        <a:rPr lang="en-IN" sz="2400" kern="100">
                          <a:effectLst/>
                        </a:rPr>
                        <a:t>Kernel Name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Formula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Use Case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233819886"/>
                  </a:ext>
                </a:extLst>
              </a:tr>
              <a:tr h="930222">
                <a:tc>
                  <a:txBody>
                    <a:bodyPr/>
                    <a:lstStyle/>
                    <a:p>
                      <a:pPr>
                        <a:lnSpc>
                          <a:spcPct val="115000"/>
                        </a:lnSpc>
                        <a:spcAft>
                          <a:spcPts val="800"/>
                        </a:spcAft>
                        <a:buNone/>
                      </a:pPr>
                      <a:r>
                        <a:rPr lang="en-IN" sz="2400" kern="100">
                          <a:effectLst/>
                        </a:rPr>
                        <a:t>Linear</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 </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For linearly separable data        </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69320813"/>
                  </a:ext>
                </a:extLst>
              </a:tr>
              <a:tr h="1315091">
                <a:tc>
                  <a:txBody>
                    <a:bodyPr/>
                    <a:lstStyle/>
                    <a:p>
                      <a:pPr>
                        <a:lnSpc>
                          <a:spcPct val="115000"/>
                        </a:lnSpc>
                        <a:spcAft>
                          <a:spcPts val="800"/>
                        </a:spcAft>
                        <a:buNone/>
                      </a:pPr>
                      <a:r>
                        <a:rPr lang="en-IN" sz="2400" kern="100">
                          <a:effectLst/>
                        </a:rPr>
                        <a:t>Polynomial</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 </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Captures polynomial relationships  </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53951671"/>
                  </a:ext>
                </a:extLst>
              </a:tr>
              <a:tr h="1315091">
                <a:tc>
                  <a:txBody>
                    <a:bodyPr/>
                    <a:lstStyle/>
                    <a:p>
                      <a:pPr>
                        <a:lnSpc>
                          <a:spcPct val="115000"/>
                        </a:lnSpc>
                        <a:spcAft>
                          <a:spcPts val="800"/>
                        </a:spcAft>
                        <a:buNone/>
                      </a:pPr>
                      <a:r>
                        <a:rPr lang="en-IN" sz="2400" kern="100">
                          <a:effectLst/>
                        </a:rPr>
                        <a:t>RBF (Gaussian)</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 </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For complex, non-linear boundaries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48438137"/>
                  </a:ext>
                </a:extLst>
              </a:tr>
              <a:tr h="640123">
                <a:tc>
                  <a:txBody>
                    <a:bodyPr/>
                    <a:lstStyle/>
                    <a:p>
                      <a:pPr>
                        <a:lnSpc>
                          <a:spcPct val="115000"/>
                        </a:lnSpc>
                        <a:spcAft>
                          <a:spcPts val="800"/>
                        </a:spcAft>
                        <a:buNone/>
                      </a:pPr>
                      <a:r>
                        <a:rPr lang="en-IN" sz="2400" kern="100" dirty="0">
                          <a:effectLst/>
                        </a:rPr>
                        <a:t>Sigmoid</a:t>
                      </a:r>
                    </a:p>
                    <a:p>
                      <a:pPr>
                        <a:lnSpc>
                          <a:spcPct val="115000"/>
                        </a:lnSpc>
                        <a:spcAft>
                          <a:spcPts val="800"/>
                        </a:spcAft>
                        <a:buNone/>
                      </a:pP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 </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Mimics neural network</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72243725"/>
                  </a:ext>
                </a:extLst>
              </a:tr>
            </a:tbl>
          </a:graphicData>
        </a:graphic>
      </p:graphicFrame>
      <p:pic>
        <p:nvPicPr>
          <p:cNvPr id="5" name="Picture 4">
            <a:extLst>
              <a:ext uri="{FF2B5EF4-FFF2-40B4-BE49-F238E27FC236}">
                <a16:creationId xmlns:a16="http://schemas.microsoft.com/office/drawing/2014/main" id="{320E8976-0498-0109-9370-7089CAEA9196}"/>
              </a:ext>
            </a:extLst>
          </p:cNvPr>
          <p:cNvPicPr>
            <a:picLocks noChangeAspect="1"/>
          </p:cNvPicPr>
          <p:nvPr/>
        </p:nvPicPr>
        <p:blipFill>
          <a:blip r:embed="rId2"/>
          <a:srcRect t="3002" b="77259"/>
          <a:stretch>
            <a:fillRect/>
          </a:stretch>
        </p:blipFill>
        <p:spPr>
          <a:xfrm>
            <a:off x="3077086" y="2103130"/>
            <a:ext cx="4653749" cy="650955"/>
          </a:xfrm>
          <a:prstGeom prst="rect">
            <a:avLst/>
          </a:prstGeom>
        </p:spPr>
      </p:pic>
      <p:pic>
        <p:nvPicPr>
          <p:cNvPr id="7" name="Picture 6">
            <a:extLst>
              <a:ext uri="{FF2B5EF4-FFF2-40B4-BE49-F238E27FC236}">
                <a16:creationId xmlns:a16="http://schemas.microsoft.com/office/drawing/2014/main" id="{9F1F73F3-8F35-F94D-4F14-1CA56DFA6293}"/>
              </a:ext>
            </a:extLst>
          </p:cNvPr>
          <p:cNvPicPr>
            <a:picLocks noChangeAspect="1"/>
          </p:cNvPicPr>
          <p:nvPr/>
        </p:nvPicPr>
        <p:blipFill>
          <a:blip r:embed="rId2"/>
          <a:srcRect t="27253" b="53760"/>
          <a:stretch>
            <a:fillRect/>
          </a:stretch>
        </p:blipFill>
        <p:spPr>
          <a:xfrm>
            <a:off x="3077087" y="3152769"/>
            <a:ext cx="4653748" cy="626157"/>
          </a:xfrm>
          <a:prstGeom prst="rect">
            <a:avLst/>
          </a:prstGeom>
        </p:spPr>
      </p:pic>
      <p:pic>
        <p:nvPicPr>
          <p:cNvPr id="9" name="Picture 8">
            <a:extLst>
              <a:ext uri="{FF2B5EF4-FFF2-40B4-BE49-F238E27FC236}">
                <a16:creationId xmlns:a16="http://schemas.microsoft.com/office/drawing/2014/main" id="{29B8FB20-D876-EC95-B59A-6B3C3728FB74}"/>
              </a:ext>
            </a:extLst>
          </p:cNvPr>
          <p:cNvPicPr>
            <a:picLocks noChangeAspect="1"/>
          </p:cNvPicPr>
          <p:nvPr/>
        </p:nvPicPr>
        <p:blipFill>
          <a:blip r:embed="rId2"/>
          <a:srcRect t="53760" b="27441"/>
          <a:stretch>
            <a:fillRect/>
          </a:stretch>
        </p:blipFill>
        <p:spPr>
          <a:xfrm>
            <a:off x="3077087" y="4471442"/>
            <a:ext cx="4653750" cy="619958"/>
          </a:xfrm>
          <a:prstGeom prst="rect">
            <a:avLst/>
          </a:prstGeom>
        </p:spPr>
      </p:pic>
      <p:pic>
        <p:nvPicPr>
          <p:cNvPr id="11" name="Picture 10">
            <a:extLst>
              <a:ext uri="{FF2B5EF4-FFF2-40B4-BE49-F238E27FC236}">
                <a16:creationId xmlns:a16="http://schemas.microsoft.com/office/drawing/2014/main" id="{0648CC9B-A93C-BB47-60D1-1488AE3FF825}"/>
              </a:ext>
            </a:extLst>
          </p:cNvPr>
          <p:cNvPicPr>
            <a:picLocks noChangeAspect="1"/>
          </p:cNvPicPr>
          <p:nvPr/>
        </p:nvPicPr>
        <p:blipFill>
          <a:blip r:embed="rId2"/>
          <a:srcRect t="80079" b="3002"/>
          <a:stretch>
            <a:fillRect/>
          </a:stretch>
        </p:blipFill>
        <p:spPr>
          <a:xfrm>
            <a:off x="3077087" y="5666652"/>
            <a:ext cx="4653752" cy="557963"/>
          </a:xfrm>
          <a:prstGeom prst="rect">
            <a:avLst/>
          </a:prstGeom>
        </p:spPr>
      </p:pic>
    </p:spTree>
    <p:extLst>
      <p:ext uri="{BB962C8B-B14F-4D97-AF65-F5344CB8AC3E}">
        <p14:creationId xmlns:p14="http://schemas.microsoft.com/office/powerpoint/2010/main" val="10483636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12624-D265-2B6F-ED0D-41C9DF11D4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B4C6E3-FFFA-998A-867F-DF0B091D7117}"/>
              </a:ext>
            </a:extLst>
          </p:cNvPr>
          <p:cNvSpPr>
            <a:spLocks noGrp="1"/>
          </p:cNvSpPr>
          <p:nvPr>
            <p:ph idx="1"/>
          </p:nvPr>
        </p:nvSpPr>
        <p:spPr>
          <a:xfrm>
            <a:off x="777240" y="707571"/>
            <a:ext cx="10659110" cy="5469392"/>
          </a:xfrm>
        </p:spPr>
        <p:txBody>
          <a:bodyPr>
            <a:normAutofit lnSpcReduction="10000"/>
          </a:bodyPr>
          <a:lstStyle/>
          <a:p>
            <a:pPr marL="0" indent="0">
              <a:buNone/>
            </a:pPr>
            <a:r>
              <a:rPr lang="en-IN" sz="3000" b="1" dirty="0"/>
              <a:t>RBF (Radial Basis Function) Kernel:</a:t>
            </a:r>
          </a:p>
          <a:p>
            <a:pPr marL="0" indent="0">
              <a:buNone/>
            </a:pPr>
            <a:r>
              <a:rPr lang="en-US" sz="2400" dirty="0"/>
              <a:t>The </a:t>
            </a:r>
            <a:r>
              <a:rPr lang="en-US" sz="2400" b="1" dirty="0"/>
              <a:t>RBF kernel</a:t>
            </a:r>
            <a:r>
              <a:rPr lang="en-US" sz="2400" dirty="0"/>
              <a:t>, also known as the </a:t>
            </a:r>
            <a:r>
              <a:rPr lang="en-US" sz="2400" b="1" dirty="0"/>
              <a:t>Gaussian kernel</a:t>
            </a:r>
            <a:r>
              <a:rPr lang="en-US" sz="2400" dirty="0"/>
              <a:t>, is a </a:t>
            </a:r>
            <a:r>
              <a:rPr lang="en-US" sz="2400" b="1" dirty="0"/>
              <a:t>non-linear kernel function</a:t>
            </a:r>
            <a:r>
              <a:rPr lang="en-US" sz="2400" dirty="0"/>
              <a:t> used in Support Vector Machines (SVMs) and other machine learning models to measure the </a:t>
            </a:r>
            <a:r>
              <a:rPr lang="en-US" sz="2400" b="1" dirty="0"/>
              <a:t>similarity between two data points</a:t>
            </a:r>
            <a:r>
              <a:rPr lang="en-US" sz="2400" dirty="0"/>
              <a:t>. </a:t>
            </a:r>
          </a:p>
          <a:p>
            <a:pPr marL="0" indent="0">
              <a:buNone/>
            </a:pPr>
            <a:r>
              <a:rPr lang="en-US" sz="2400" b="1" dirty="0"/>
              <a:t>It is defined as:</a:t>
            </a:r>
          </a:p>
          <a:p>
            <a:pPr marL="0" indent="0">
              <a:buNone/>
            </a:pPr>
            <a:endParaRPr lang="en-US" sz="2400" dirty="0"/>
          </a:p>
          <a:p>
            <a:pPr marL="0" indent="0">
              <a:buNone/>
            </a:pPr>
            <a:endParaRPr lang="en-US" sz="2400" dirty="0"/>
          </a:p>
          <a:p>
            <a:pPr marL="0" indent="0">
              <a:buNone/>
            </a:pPr>
            <a:endParaRPr lang="en-US" sz="2400" dirty="0"/>
          </a:p>
          <a:p>
            <a:pPr marL="0" indent="0">
              <a:buNone/>
            </a:pPr>
            <a:endParaRPr lang="en-US" sz="2400" dirty="0"/>
          </a:p>
          <a:p>
            <a:pPr marL="0" indent="0">
              <a:buNone/>
            </a:pPr>
            <a:r>
              <a:rPr lang="en-US" sz="2400" b="1" dirty="0"/>
              <a:t>Where:</a:t>
            </a:r>
          </a:p>
          <a:p>
            <a:r>
              <a:rPr lang="en-US" sz="2400" dirty="0"/>
              <a:t>𝑥 and 𝑥′ are input feature vectors</a:t>
            </a:r>
          </a:p>
          <a:p>
            <a:r>
              <a:rPr lang="en-US" sz="2400" dirty="0"/>
              <a:t>∥x−x′∥2 is the squared Euclidean distance between the two vectors</a:t>
            </a:r>
          </a:p>
          <a:p>
            <a:r>
              <a:rPr lang="en-US" sz="2400" dirty="0"/>
              <a:t>𝛾 is a free parameter that controls the influence of a single training example.</a:t>
            </a:r>
          </a:p>
          <a:p>
            <a:pPr marL="0" indent="0">
              <a:buNone/>
            </a:pPr>
            <a:endParaRPr lang="en-IN" sz="2400" dirty="0"/>
          </a:p>
        </p:txBody>
      </p:sp>
      <p:pic>
        <p:nvPicPr>
          <p:cNvPr id="4" name="Picture 3">
            <a:extLst>
              <a:ext uri="{FF2B5EF4-FFF2-40B4-BE49-F238E27FC236}">
                <a16:creationId xmlns:a16="http://schemas.microsoft.com/office/drawing/2014/main" id="{6F3703C9-5E43-469F-72C0-5A11102AF6DA}"/>
              </a:ext>
            </a:extLst>
          </p:cNvPr>
          <p:cNvPicPr>
            <a:picLocks noChangeAspect="1"/>
          </p:cNvPicPr>
          <p:nvPr/>
        </p:nvPicPr>
        <p:blipFill>
          <a:blip r:embed="rId2"/>
          <a:stretch>
            <a:fillRect/>
          </a:stretch>
        </p:blipFill>
        <p:spPr>
          <a:xfrm>
            <a:off x="2549258" y="2658953"/>
            <a:ext cx="5821856" cy="1062462"/>
          </a:xfrm>
          <a:prstGeom prst="rect">
            <a:avLst/>
          </a:prstGeom>
        </p:spPr>
      </p:pic>
    </p:spTree>
    <p:extLst>
      <p:ext uri="{BB962C8B-B14F-4D97-AF65-F5344CB8AC3E}">
        <p14:creationId xmlns:p14="http://schemas.microsoft.com/office/powerpoint/2010/main" val="15830017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5CFBE-C6B1-8DE8-57E3-640850A5A66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6E22A9-C2FE-A277-AFB4-1346398627AA}"/>
              </a:ext>
            </a:extLst>
          </p:cNvPr>
          <p:cNvSpPr>
            <a:spLocks noGrp="1"/>
          </p:cNvSpPr>
          <p:nvPr>
            <p:ph idx="1"/>
          </p:nvPr>
        </p:nvSpPr>
        <p:spPr>
          <a:xfrm>
            <a:off x="777240" y="707571"/>
            <a:ext cx="10659110" cy="5469392"/>
          </a:xfrm>
        </p:spPr>
        <p:txBody>
          <a:bodyPr>
            <a:normAutofit/>
          </a:bodyPr>
          <a:lstStyle/>
          <a:p>
            <a:pPr marL="0" indent="0">
              <a:buNone/>
            </a:pPr>
            <a:r>
              <a:rPr lang="en-US" sz="3600" b="1" dirty="0"/>
              <a:t>Intuition:</a:t>
            </a:r>
          </a:p>
          <a:p>
            <a:r>
              <a:rPr lang="en-US" sz="2800" dirty="0"/>
              <a:t>The RBF kernel measures similarity between two points.</a:t>
            </a:r>
          </a:p>
          <a:p>
            <a:r>
              <a:rPr lang="en-US" sz="2800" dirty="0"/>
              <a:t>The closer the points, the higher the similarity (near 1).</a:t>
            </a:r>
          </a:p>
          <a:p>
            <a:r>
              <a:rPr lang="en-US" sz="2800" dirty="0"/>
              <a:t>The farther apart, the lower the similarity (approaches 0).</a:t>
            </a:r>
          </a:p>
          <a:p>
            <a:r>
              <a:rPr lang="en-US" sz="2800" dirty="0"/>
              <a:t>This allows SVM to create curved decision boundaries and separate data that isn’t linearly separable.</a:t>
            </a:r>
          </a:p>
          <a:p>
            <a:pPr marL="0" indent="0">
              <a:buNone/>
            </a:pPr>
            <a:endParaRPr lang="en-US" sz="2800" dirty="0"/>
          </a:p>
          <a:p>
            <a:pPr marL="0" indent="0">
              <a:buNone/>
            </a:pPr>
            <a:endParaRPr lang="en-IN" sz="2800" dirty="0"/>
          </a:p>
        </p:txBody>
      </p:sp>
    </p:spTree>
    <p:extLst>
      <p:ext uri="{BB962C8B-B14F-4D97-AF65-F5344CB8AC3E}">
        <p14:creationId xmlns:p14="http://schemas.microsoft.com/office/powerpoint/2010/main" val="298203955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4D336-03A5-21FC-6C96-02F9BA68B0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31A145-1D58-98D5-98BC-A4D88F2A9D54}"/>
              </a:ext>
            </a:extLst>
          </p:cNvPr>
          <p:cNvSpPr>
            <a:spLocks noGrp="1"/>
          </p:cNvSpPr>
          <p:nvPr>
            <p:ph idx="1"/>
          </p:nvPr>
        </p:nvSpPr>
        <p:spPr>
          <a:xfrm>
            <a:off x="777240" y="707571"/>
            <a:ext cx="10659110" cy="5469392"/>
          </a:xfrm>
        </p:spPr>
        <p:txBody>
          <a:bodyPr>
            <a:normAutofit/>
          </a:bodyPr>
          <a:lstStyle/>
          <a:p>
            <a:pPr marL="0" indent="0">
              <a:buNone/>
            </a:pPr>
            <a:r>
              <a:rPr lang="en-US" sz="3200" b="1" dirty="0"/>
              <a:t>RBF in Action (Steps):</a:t>
            </a:r>
          </a:p>
          <a:p>
            <a:r>
              <a:rPr lang="en-US" sz="3200" b="1" dirty="0"/>
              <a:t>Input the data</a:t>
            </a:r>
            <a:r>
              <a:rPr lang="en-US" sz="3200" dirty="0"/>
              <a:t>.</a:t>
            </a:r>
          </a:p>
          <a:p>
            <a:r>
              <a:rPr lang="en-US" sz="3200" dirty="0"/>
              <a:t>Apply the RBF kernel to compute the similarity between all pairs of points.</a:t>
            </a:r>
          </a:p>
          <a:p>
            <a:r>
              <a:rPr lang="en-US" sz="3200" dirty="0"/>
              <a:t>Map the data </a:t>
            </a:r>
            <a:r>
              <a:rPr lang="en-US" sz="3200" b="1" dirty="0"/>
              <a:t>implicitly</a:t>
            </a:r>
            <a:r>
              <a:rPr lang="en-US" sz="3200" dirty="0"/>
              <a:t> to a higher-dimensional space.</a:t>
            </a:r>
          </a:p>
          <a:p>
            <a:r>
              <a:rPr lang="en-US" sz="3200" dirty="0"/>
              <a:t>Find the </a:t>
            </a:r>
            <a:r>
              <a:rPr lang="en-US" sz="3200" b="1" dirty="0"/>
              <a:t>optimal hyperplane</a:t>
            </a:r>
            <a:r>
              <a:rPr lang="en-US" sz="3200" dirty="0"/>
              <a:t> in that space.</a:t>
            </a:r>
          </a:p>
          <a:p>
            <a:r>
              <a:rPr lang="en-US" sz="3200" dirty="0"/>
              <a:t>Use it for </a:t>
            </a:r>
            <a:r>
              <a:rPr lang="en-US" sz="3200" b="1" dirty="0"/>
              <a:t>classification</a:t>
            </a:r>
            <a:r>
              <a:rPr lang="en-US" sz="3200" dirty="0"/>
              <a:t> in the original space.</a:t>
            </a:r>
          </a:p>
          <a:p>
            <a:pPr marL="0" indent="0">
              <a:buNone/>
            </a:pPr>
            <a:endParaRPr lang="en-IN" sz="3200" dirty="0"/>
          </a:p>
        </p:txBody>
      </p:sp>
    </p:spTree>
    <p:extLst>
      <p:ext uri="{BB962C8B-B14F-4D97-AF65-F5344CB8AC3E}">
        <p14:creationId xmlns:p14="http://schemas.microsoft.com/office/powerpoint/2010/main" val="3051258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F36778-7333-6C2B-08A8-80C24EA835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65B5DC4-1B52-EFC7-8952-4D403567C237}"/>
              </a:ext>
            </a:extLst>
          </p:cNvPr>
          <p:cNvSpPr>
            <a:spLocks noGrp="1"/>
          </p:cNvSpPr>
          <p:nvPr>
            <p:ph idx="1"/>
          </p:nvPr>
        </p:nvSpPr>
        <p:spPr>
          <a:xfrm>
            <a:off x="702853" y="1110343"/>
            <a:ext cx="10900568" cy="4789714"/>
          </a:xfrm>
        </p:spPr>
        <p:txBody>
          <a:bodyPr>
            <a:normAutofit/>
          </a:bodyPr>
          <a:lstStyle/>
          <a:p>
            <a:pPr marL="0" indent="0">
              <a:buNone/>
            </a:pPr>
            <a:r>
              <a:rPr lang="en-US" sz="3200" b="1" dirty="0">
                <a:solidFill>
                  <a:srgbClr val="002060"/>
                </a:solidFill>
              </a:rPr>
              <a:t>Model evaluation metrics:</a:t>
            </a:r>
          </a:p>
          <a:p>
            <a:pPr marL="457200" indent="-457200">
              <a:buFont typeface="+mj-lt"/>
              <a:buAutoNum type="arabicPeriod"/>
            </a:pPr>
            <a:r>
              <a:rPr lang="en-US" sz="2800" dirty="0"/>
              <a:t>Accuracy</a:t>
            </a:r>
          </a:p>
          <a:p>
            <a:pPr marL="457200" indent="-457200">
              <a:buFont typeface="+mj-lt"/>
              <a:buAutoNum type="arabicPeriod"/>
            </a:pPr>
            <a:r>
              <a:rPr lang="en-US" sz="2800" dirty="0"/>
              <a:t>Precision</a:t>
            </a:r>
          </a:p>
          <a:p>
            <a:pPr marL="457200" indent="-457200">
              <a:buFont typeface="+mj-lt"/>
              <a:buAutoNum type="arabicPeriod"/>
            </a:pPr>
            <a:r>
              <a:rPr lang="en-US" sz="2800" dirty="0"/>
              <a:t>Recall</a:t>
            </a:r>
          </a:p>
          <a:p>
            <a:pPr marL="457200" indent="-457200">
              <a:buFont typeface="+mj-lt"/>
              <a:buAutoNum type="arabicPeriod"/>
            </a:pPr>
            <a:r>
              <a:rPr lang="en-US" sz="2800" dirty="0"/>
              <a:t>F1-score</a:t>
            </a:r>
          </a:p>
          <a:p>
            <a:pPr marL="457200" indent="-457200">
              <a:buFont typeface="+mj-lt"/>
              <a:buAutoNum type="arabicPeriod"/>
            </a:pPr>
            <a:r>
              <a:rPr lang="en-US" sz="2800" dirty="0"/>
              <a:t>ROC-AUC</a:t>
            </a:r>
          </a:p>
          <a:p>
            <a:pPr marL="457200" indent="-457200">
              <a:buFont typeface="+mj-lt"/>
              <a:buAutoNum type="arabicPeriod"/>
            </a:pPr>
            <a:endParaRPr lang="en-US" sz="2400" dirty="0"/>
          </a:p>
          <a:p>
            <a:pPr marL="0" indent="0">
              <a:buNone/>
            </a:pPr>
            <a:r>
              <a:rPr lang="en-US" sz="2400" dirty="0"/>
              <a:t>These are commonly used </a:t>
            </a:r>
            <a:r>
              <a:rPr lang="en-IN" sz="2400" b="1" dirty="0">
                <a:solidFill>
                  <a:srgbClr val="0070C0"/>
                </a:solidFill>
              </a:rPr>
              <a:t>model evaluation metrics</a:t>
            </a:r>
            <a:r>
              <a:rPr lang="en-IN" sz="2400" dirty="0">
                <a:solidFill>
                  <a:srgbClr val="0070C0"/>
                </a:solidFill>
              </a:rPr>
              <a:t> </a:t>
            </a:r>
            <a:r>
              <a:rPr lang="en-IN" sz="2400" dirty="0"/>
              <a:t>in </a:t>
            </a:r>
            <a:r>
              <a:rPr lang="en-IN" sz="2800" b="1" dirty="0">
                <a:solidFill>
                  <a:srgbClr val="C00000"/>
                </a:solidFill>
              </a:rPr>
              <a:t>classification</a:t>
            </a:r>
            <a:r>
              <a:rPr lang="en-US" sz="2400" dirty="0"/>
              <a:t>, where the goal is to predict </a:t>
            </a:r>
            <a:r>
              <a:rPr lang="en-US" sz="2400" b="1" dirty="0"/>
              <a:t>continuous values </a:t>
            </a:r>
            <a:r>
              <a:rPr lang="en-US" sz="2400" dirty="0"/>
              <a:t>(e.g., predicting house prices, temperatures, etc.).</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177075387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6FDD2-69F4-7F17-BFB9-E618C05DAA2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1DF38D9-4E54-8F08-952F-D3D73D9A9C91}"/>
              </a:ext>
            </a:extLst>
          </p:cNvPr>
          <p:cNvSpPr>
            <a:spLocks noGrp="1"/>
          </p:cNvSpPr>
          <p:nvPr>
            <p:ph idx="1"/>
          </p:nvPr>
        </p:nvSpPr>
        <p:spPr>
          <a:xfrm>
            <a:off x="777240" y="707571"/>
            <a:ext cx="10659110" cy="5469392"/>
          </a:xfrm>
        </p:spPr>
        <p:txBody>
          <a:bodyPr>
            <a:normAutofit lnSpcReduction="10000"/>
          </a:bodyPr>
          <a:lstStyle/>
          <a:p>
            <a:pPr marL="0" indent="0">
              <a:buNone/>
            </a:pPr>
            <a:r>
              <a:rPr lang="en-US" sz="2800" b="1" dirty="0"/>
              <a:t>Tuning or Hyperparameter Tuning:</a:t>
            </a:r>
          </a:p>
          <a:p>
            <a:pPr marL="0" indent="0">
              <a:buNone/>
            </a:pPr>
            <a:r>
              <a:rPr lang="en-US" sz="2400" b="1" dirty="0"/>
              <a:t>Tuning</a:t>
            </a:r>
            <a:r>
              <a:rPr lang="en-US" sz="2400" dirty="0"/>
              <a:t> also called </a:t>
            </a:r>
            <a:r>
              <a:rPr lang="en-US" sz="2400" b="1" dirty="0"/>
              <a:t>Hyperparameter Tuning </a:t>
            </a:r>
            <a:r>
              <a:rPr lang="en-US" sz="2400" dirty="0"/>
              <a:t>is the process of </a:t>
            </a:r>
            <a:r>
              <a:rPr lang="en-US" sz="2400" b="1" dirty="0">
                <a:solidFill>
                  <a:srgbClr val="C00000"/>
                </a:solidFill>
              </a:rPr>
              <a:t>finding the best combination of model settings </a:t>
            </a:r>
            <a:r>
              <a:rPr lang="en-US" sz="2400" dirty="0"/>
              <a:t>(called hyperparameters) that result in the best performance of a machine learning model.</a:t>
            </a:r>
          </a:p>
          <a:p>
            <a:pPr marL="0" indent="0">
              <a:buNone/>
            </a:pPr>
            <a:endParaRPr lang="en-US" sz="1200" dirty="0"/>
          </a:p>
          <a:p>
            <a:pPr marL="0" indent="0">
              <a:buNone/>
            </a:pPr>
            <a:r>
              <a:rPr lang="en-US" sz="2400" b="1" dirty="0"/>
              <a:t>In Simple Words:</a:t>
            </a:r>
          </a:p>
          <a:p>
            <a:pPr marL="0" indent="0">
              <a:buNone/>
            </a:pPr>
            <a:r>
              <a:rPr lang="en-US" sz="2400" dirty="0"/>
              <a:t>Just like </a:t>
            </a:r>
            <a:r>
              <a:rPr lang="en-US" sz="2400" b="1" dirty="0"/>
              <a:t>adjusting the settings on a car </a:t>
            </a:r>
            <a:r>
              <a:rPr lang="en-US" sz="2400" dirty="0"/>
              <a:t>(like tire pressure or suspension) for better performance, tuning adjusts the model settings to get the best results on your data.</a:t>
            </a:r>
          </a:p>
          <a:p>
            <a:pPr marL="0" indent="0">
              <a:buNone/>
            </a:pPr>
            <a:endParaRPr lang="en-US" sz="1100" b="1" dirty="0"/>
          </a:p>
          <a:p>
            <a:pPr marL="0" indent="0">
              <a:buNone/>
            </a:pPr>
            <a:r>
              <a:rPr lang="en-US" sz="2400" b="1" dirty="0"/>
              <a:t>Why Do We Need Tuning?</a:t>
            </a:r>
          </a:p>
          <a:p>
            <a:r>
              <a:rPr lang="en-US" sz="2400" dirty="0"/>
              <a:t>Most machine learning models, like SVM, Random Forest, or Neural Networks, have hyperparameters that you must set before training.</a:t>
            </a:r>
          </a:p>
          <a:p>
            <a:r>
              <a:rPr lang="en-US" sz="2400" dirty="0"/>
              <a:t>These settings affect how the model learns from the data.</a:t>
            </a:r>
          </a:p>
          <a:p>
            <a:r>
              <a:rPr lang="en-US" sz="2400" dirty="0"/>
              <a:t>Tuning helps find the values that give highest accuracy or lowest error on validation data.</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42543238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123AB-52BA-95F2-B776-9FE8F444A40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93F46F-01E2-4D6C-1715-EF4BDAAC98B2}"/>
              </a:ext>
            </a:extLst>
          </p:cNvPr>
          <p:cNvSpPr>
            <a:spLocks noGrp="1"/>
          </p:cNvSpPr>
          <p:nvPr>
            <p:ph idx="1"/>
          </p:nvPr>
        </p:nvSpPr>
        <p:spPr>
          <a:xfrm>
            <a:off x="702853" y="620486"/>
            <a:ext cx="10900568" cy="5878285"/>
          </a:xfrm>
        </p:spPr>
        <p:txBody>
          <a:bodyPr>
            <a:normAutofit/>
          </a:bodyPr>
          <a:lstStyle/>
          <a:p>
            <a:pPr marL="0" indent="0">
              <a:buNone/>
            </a:pPr>
            <a:r>
              <a:rPr lang="en-US" sz="2800" b="1" dirty="0">
                <a:solidFill>
                  <a:schemeClr val="tx2">
                    <a:lumMod val="50000"/>
                    <a:lumOff val="50000"/>
                  </a:schemeClr>
                </a:solidFill>
              </a:rPr>
              <a:t>Hyper parameter tuning </a:t>
            </a:r>
            <a:r>
              <a:rPr lang="en-US" sz="2800" b="1" dirty="0"/>
              <a:t>using </a:t>
            </a:r>
            <a:r>
              <a:rPr lang="en-US" sz="2800" b="1" dirty="0" err="1">
                <a:solidFill>
                  <a:srgbClr val="C00000"/>
                </a:solidFill>
              </a:rPr>
              <a:t>GridSearchCV</a:t>
            </a:r>
            <a:r>
              <a:rPr lang="en-US" sz="2800" b="1" dirty="0"/>
              <a:t>:</a:t>
            </a:r>
          </a:p>
          <a:p>
            <a:pPr marL="0" indent="0">
              <a:buNone/>
            </a:pPr>
            <a:r>
              <a:rPr lang="en-US" sz="2400" dirty="0"/>
              <a:t>Hyperparameter tuning is the </a:t>
            </a:r>
            <a:r>
              <a:rPr lang="en-US" sz="2400" b="1" dirty="0">
                <a:solidFill>
                  <a:srgbClr val="002060"/>
                </a:solidFill>
              </a:rPr>
              <a:t>process of selecting the best set of </a:t>
            </a:r>
            <a:r>
              <a:rPr lang="en-US" sz="2400" b="1" dirty="0">
                <a:solidFill>
                  <a:srgbClr val="C00000"/>
                </a:solidFill>
              </a:rPr>
              <a:t>hyperparameters</a:t>
            </a:r>
            <a:r>
              <a:rPr lang="en-US" sz="2400" b="1" dirty="0">
                <a:solidFill>
                  <a:srgbClr val="002060"/>
                </a:solidFill>
              </a:rPr>
              <a:t> </a:t>
            </a:r>
            <a:r>
              <a:rPr lang="en-US" sz="2400" dirty="0"/>
              <a:t>for a machine learning model </a:t>
            </a:r>
            <a:r>
              <a:rPr lang="en-US" sz="2400" b="1" dirty="0">
                <a:solidFill>
                  <a:srgbClr val="002060"/>
                </a:solidFill>
              </a:rPr>
              <a:t>to improve its performance</a:t>
            </a:r>
            <a:r>
              <a:rPr lang="en-US" sz="2400" dirty="0"/>
              <a:t>. One popular and systematic method to do this is </a:t>
            </a:r>
            <a:r>
              <a:rPr lang="en-US" sz="2400" b="1" dirty="0" err="1"/>
              <a:t>GridSearchCV</a:t>
            </a:r>
            <a:r>
              <a:rPr lang="en-US" sz="2400" dirty="0"/>
              <a:t>.</a:t>
            </a:r>
          </a:p>
          <a:p>
            <a:pPr marL="0" indent="0">
              <a:buNone/>
            </a:pPr>
            <a:endParaRPr lang="en-US" sz="2400" dirty="0"/>
          </a:p>
          <a:p>
            <a:pPr marL="0" indent="0">
              <a:buNone/>
            </a:pPr>
            <a:r>
              <a:rPr lang="en-US" sz="2800" b="1" dirty="0"/>
              <a:t>What is a </a:t>
            </a:r>
            <a:r>
              <a:rPr lang="en-US" sz="2800" b="1" dirty="0">
                <a:solidFill>
                  <a:srgbClr val="002060"/>
                </a:solidFill>
              </a:rPr>
              <a:t>Hyperparameter</a:t>
            </a:r>
            <a:r>
              <a:rPr lang="en-US" sz="2800" b="1" dirty="0"/>
              <a:t>:</a:t>
            </a:r>
          </a:p>
          <a:p>
            <a:pPr marL="0" indent="0">
              <a:buNone/>
            </a:pPr>
            <a:r>
              <a:rPr lang="en-US" sz="2400" dirty="0"/>
              <a:t>A hyperparameter is a </a:t>
            </a:r>
            <a:r>
              <a:rPr lang="en-US" sz="2400" b="1" dirty="0">
                <a:solidFill>
                  <a:srgbClr val="C00000"/>
                </a:solidFill>
              </a:rPr>
              <a:t>configuration value set before training a machine learning mode</a:t>
            </a:r>
            <a:r>
              <a:rPr lang="en-US" sz="2400" dirty="0"/>
              <a:t>l. It controls the behavior or structure of the model but is not learned from the data.</a:t>
            </a:r>
          </a:p>
          <a:p>
            <a:pPr marL="0" indent="0">
              <a:buNone/>
            </a:pPr>
            <a:r>
              <a:rPr lang="en-US" sz="2400" b="1" dirty="0"/>
              <a:t>For Example: </a:t>
            </a:r>
            <a:r>
              <a:rPr lang="en-US" sz="2400" dirty="0"/>
              <a:t>In KNN Algorithm we have to set the value for K before the training starts which is called as Hyperparameter.</a:t>
            </a:r>
          </a:p>
          <a:p>
            <a:pPr marL="0" indent="0">
              <a:buNone/>
            </a:pPr>
            <a:endParaRPr lang="en-US" sz="2400" b="1" dirty="0"/>
          </a:p>
          <a:p>
            <a:pPr marL="0" indent="0">
              <a:buNone/>
            </a:pPr>
            <a:r>
              <a:rPr lang="en-US" sz="2400" b="1" dirty="0"/>
              <a:t>Note:</a:t>
            </a:r>
            <a:r>
              <a:rPr lang="en-US" sz="2400" dirty="0"/>
              <a:t> Hyperparameters can significantly affect the performance, training speed, and generalization of your model.</a:t>
            </a:r>
            <a:endParaRPr lang="en-IN" sz="2400" dirty="0"/>
          </a:p>
        </p:txBody>
      </p:sp>
    </p:spTree>
    <p:extLst>
      <p:ext uri="{BB962C8B-B14F-4D97-AF65-F5344CB8AC3E}">
        <p14:creationId xmlns:p14="http://schemas.microsoft.com/office/powerpoint/2010/main" val="19789320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D4F1B-40B3-6714-751C-C2212A1A546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105E5-803A-3B5A-745E-A94616BA6AFC}"/>
              </a:ext>
            </a:extLst>
          </p:cNvPr>
          <p:cNvSpPr>
            <a:spLocks noGrp="1"/>
          </p:cNvSpPr>
          <p:nvPr>
            <p:ph idx="1"/>
          </p:nvPr>
        </p:nvSpPr>
        <p:spPr>
          <a:xfrm>
            <a:off x="777240" y="2471057"/>
            <a:ext cx="10659110" cy="3705906"/>
          </a:xfrm>
        </p:spPr>
        <p:txBody>
          <a:bodyPr>
            <a:normAutofit/>
          </a:bodyPr>
          <a:lstStyle/>
          <a:p>
            <a:pPr marL="0" indent="0" algn="ctr">
              <a:buNone/>
            </a:pPr>
            <a:r>
              <a:rPr lang="en-IN" sz="5400" b="1" dirty="0"/>
              <a:t>Introduction to Neural Networks</a:t>
            </a:r>
            <a:endParaRPr lang="en-IN" sz="3600" dirty="0"/>
          </a:p>
          <a:p>
            <a:pPr marL="0" indent="0" algn="ctr">
              <a:buNone/>
            </a:pPr>
            <a:endParaRPr lang="en-IN" sz="3600" b="1" dirty="0"/>
          </a:p>
        </p:txBody>
      </p:sp>
    </p:spTree>
    <p:extLst>
      <p:ext uri="{BB962C8B-B14F-4D97-AF65-F5344CB8AC3E}">
        <p14:creationId xmlns:p14="http://schemas.microsoft.com/office/powerpoint/2010/main" val="40818772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2A958-5151-1F8B-15F0-CC99C902CC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031C2B-D462-0DD8-1E4F-8F86A1090D7F}"/>
              </a:ext>
            </a:extLst>
          </p:cNvPr>
          <p:cNvSpPr>
            <a:spLocks noGrp="1"/>
          </p:cNvSpPr>
          <p:nvPr>
            <p:ph idx="1"/>
          </p:nvPr>
        </p:nvSpPr>
        <p:spPr>
          <a:xfrm>
            <a:off x="777240" y="707571"/>
            <a:ext cx="10659110" cy="5469392"/>
          </a:xfrm>
        </p:spPr>
        <p:txBody>
          <a:bodyPr>
            <a:normAutofit/>
          </a:bodyPr>
          <a:lstStyle/>
          <a:p>
            <a:pPr marL="0" indent="0">
              <a:buNone/>
            </a:pPr>
            <a:r>
              <a:rPr lang="en-US" sz="2800" b="1" dirty="0"/>
              <a:t>What is Deep Learning?</a:t>
            </a:r>
          </a:p>
          <a:p>
            <a:pPr marL="0" indent="0">
              <a:buNone/>
            </a:pPr>
            <a:r>
              <a:rPr lang="en-US" sz="2800" dirty="0"/>
              <a:t>Deep Learning is a </a:t>
            </a:r>
            <a:r>
              <a:rPr lang="en-US" sz="2800" b="1" dirty="0">
                <a:solidFill>
                  <a:srgbClr val="C00000"/>
                </a:solidFill>
              </a:rPr>
              <a:t>branch of Machine Learning </a:t>
            </a:r>
            <a:r>
              <a:rPr lang="en-US" sz="2800" dirty="0"/>
              <a:t>that uses </a:t>
            </a:r>
            <a:r>
              <a:rPr lang="en-US" sz="2800" b="1" dirty="0"/>
              <a:t>artificial neural networks </a:t>
            </a:r>
            <a:r>
              <a:rPr lang="en-US" sz="2800" dirty="0"/>
              <a:t>with </a:t>
            </a:r>
            <a:r>
              <a:rPr lang="en-US" sz="2800" b="1" dirty="0">
                <a:solidFill>
                  <a:srgbClr val="C00000"/>
                </a:solidFill>
              </a:rPr>
              <a:t>many layers </a:t>
            </a:r>
            <a:r>
              <a:rPr lang="en-US" sz="2800" dirty="0"/>
              <a:t>(hence "deep") to learn from data and make predictions or decisions.</a:t>
            </a:r>
            <a:endParaRPr lang="en-IN" sz="2800" dirty="0"/>
          </a:p>
          <a:p>
            <a:pPr marL="0" indent="0">
              <a:buNone/>
            </a:pPr>
            <a:endParaRPr lang="en-US" sz="2800" dirty="0"/>
          </a:p>
          <a:p>
            <a:pPr marL="0" indent="0">
              <a:buNone/>
            </a:pPr>
            <a:r>
              <a:rPr lang="en-IN" sz="2800" b="1"/>
              <a:t>Neural </a:t>
            </a:r>
            <a:r>
              <a:rPr lang="en-IN" sz="2800" b="1" dirty="0"/>
              <a:t>Networks:</a:t>
            </a:r>
            <a:endParaRPr lang="en-US" sz="2800" dirty="0"/>
          </a:p>
          <a:p>
            <a:r>
              <a:rPr lang="en-US" sz="2800" dirty="0"/>
              <a:t>A </a:t>
            </a:r>
            <a:r>
              <a:rPr lang="en-US" sz="2800" b="1" dirty="0"/>
              <a:t>Neural Network (NN)</a:t>
            </a:r>
            <a:r>
              <a:rPr lang="en-US" sz="2800" dirty="0"/>
              <a:t> is a computational model inspired by the way the </a:t>
            </a:r>
            <a:r>
              <a:rPr lang="en-US" sz="2800" b="1" dirty="0">
                <a:solidFill>
                  <a:srgbClr val="C00000"/>
                </a:solidFill>
              </a:rPr>
              <a:t>human brain works</a:t>
            </a:r>
            <a:r>
              <a:rPr lang="en-US" sz="2800" dirty="0"/>
              <a:t>. It consists of layers of interconnected "</a:t>
            </a:r>
            <a:r>
              <a:rPr lang="en-US" sz="2800" b="1" dirty="0">
                <a:solidFill>
                  <a:srgbClr val="C00000"/>
                </a:solidFill>
              </a:rPr>
              <a:t>neurons</a:t>
            </a:r>
            <a:r>
              <a:rPr lang="en-US" sz="2800" dirty="0"/>
              <a:t>" (also called </a:t>
            </a:r>
            <a:r>
              <a:rPr lang="en-US" sz="2800" b="1" dirty="0"/>
              <a:t>nodes</a:t>
            </a:r>
            <a:r>
              <a:rPr lang="en-US" sz="2800" dirty="0"/>
              <a:t>), and it is used to </a:t>
            </a:r>
            <a:r>
              <a:rPr lang="en-US" sz="2800" b="1" dirty="0">
                <a:solidFill>
                  <a:srgbClr val="002060"/>
                </a:solidFill>
              </a:rPr>
              <a:t>recognize patterns</a:t>
            </a:r>
            <a:r>
              <a:rPr lang="en-US" sz="2800" dirty="0"/>
              <a:t>, </a:t>
            </a:r>
            <a:r>
              <a:rPr lang="en-US" sz="2800" b="1" dirty="0">
                <a:solidFill>
                  <a:srgbClr val="002060"/>
                </a:solidFill>
              </a:rPr>
              <a:t>make</a:t>
            </a:r>
            <a:r>
              <a:rPr lang="en-US" sz="2800" dirty="0"/>
              <a:t> </a:t>
            </a:r>
            <a:r>
              <a:rPr lang="en-US" sz="2800" b="1" dirty="0">
                <a:solidFill>
                  <a:srgbClr val="002060"/>
                </a:solidFill>
              </a:rPr>
              <a:t>decisions</a:t>
            </a:r>
            <a:r>
              <a:rPr lang="en-US" sz="2800" dirty="0"/>
              <a:t>, and </a:t>
            </a:r>
            <a:r>
              <a:rPr lang="en-US" sz="2800" b="1" dirty="0">
                <a:solidFill>
                  <a:srgbClr val="002060"/>
                </a:solidFill>
              </a:rPr>
              <a:t>learn</a:t>
            </a:r>
            <a:r>
              <a:rPr lang="en-US" sz="2800" dirty="0"/>
              <a:t> </a:t>
            </a:r>
            <a:r>
              <a:rPr lang="en-US" sz="2800" b="1" dirty="0">
                <a:solidFill>
                  <a:srgbClr val="002060"/>
                </a:solidFill>
              </a:rPr>
              <a:t>from</a:t>
            </a:r>
            <a:r>
              <a:rPr lang="en-US" sz="2800" dirty="0"/>
              <a:t> </a:t>
            </a:r>
            <a:r>
              <a:rPr lang="en-US" sz="2800" b="1" dirty="0">
                <a:solidFill>
                  <a:srgbClr val="002060"/>
                </a:solidFill>
              </a:rPr>
              <a:t>data</a:t>
            </a:r>
            <a:r>
              <a:rPr lang="en-US" sz="2800" dirty="0"/>
              <a:t>.</a:t>
            </a:r>
          </a:p>
          <a:p>
            <a:r>
              <a:rPr lang="en-US" sz="2800" dirty="0"/>
              <a:t>Neural networks are the foundation of </a:t>
            </a:r>
            <a:r>
              <a:rPr lang="en-US" sz="2800" b="1" dirty="0"/>
              <a:t>Deep Learning</a:t>
            </a:r>
            <a:r>
              <a:rPr lang="en-US" sz="2800" dirty="0"/>
              <a:t>, a subset of Machine Learning.</a:t>
            </a:r>
          </a:p>
          <a:p>
            <a:pPr marL="0" indent="0">
              <a:buNone/>
            </a:pPr>
            <a:endParaRPr lang="en-IN" sz="1200" b="1" dirty="0"/>
          </a:p>
        </p:txBody>
      </p:sp>
    </p:spTree>
    <p:extLst>
      <p:ext uri="{BB962C8B-B14F-4D97-AF65-F5344CB8AC3E}">
        <p14:creationId xmlns:p14="http://schemas.microsoft.com/office/powerpoint/2010/main" val="59450481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773BD-E472-A44D-F7D5-62114F33F22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6F501116-4F2A-3D0D-6DF1-85DD8C9B28E5}"/>
              </a:ext>
            </a:extLst>
          </p:cNvPr>
          <p:cNvSpPr txBox="1"/>
          <p:nvPr/>
        </p:nvSpPr>
        <p:spPr>
          <a:xfrm>
            <a:off x="812033" y="876645"/>
            <a:ext cx="10567933" cy="4216539"/>
          </a:xfrm>
          <a:prstGeom prst="rect">
            <a:avLst/>
          </a:prstGeom>
          <a:noFill/>
        </p:spPr>
        <p:txBody>
          <a:bodyPr wrap="square" rtlCol="0">
            <a:spAutoFit/>
          </a:bodyPr>
          <a:lstStyle/>
          <a:p>
            <a:r>
              <a:rPr lang="en-US" sz="2800" b="1" dirty="0"/>
              <a:t>Why ANN:</a:t>
            </a:r>
          </a:p>
          <a:p>
            <a:r>
              <a:rPr lang="en-US" sz="2000" dirty="0"/>
              <a:t>	</a:t>
            </a:r>
            <a:r>
              <a:rPr lang="en-US" sz="2400" dirty="0"/>
              <a:t>Machine learning, as we have seen, </a:t>
            </a:r>
            <a:r>
              <a:rPr lang="en-US" sz="2400" b="1" dirty="0">
                <a:solidFill>
                  <a:srgbClr val="C00000"/>
                </a:solidFill>
              </a:rPr>
              <a:t>mimics the human form of learning</a:t>
            </a:r>
            <a:r>
              <a:rPr lang="en-US" sz="2400" dirty="0"/>
              <a:t>. On the other hand, human learning, or for that matter every action of a human being, is </a:t>
            </a:r>
            <a:r>
              <a:rPr lang="en-US" sz="2400" b="1" dirty="0">
                <a:solidFill>
                  <a:srgbClr val="C00000"/>
                </a:solidFill>
              </a:rPr>
              <a:t>controlled by the nervous system</a:t>
            </a:r>
            <a:r>
              <a:rPr lang="en-US" sz="2400" dirty="0"/>
              <a:t>. </a:t>
            </a:r>
          </a:p>
          <a:p>
            <a:r>
              <a:rPr lang="en-US" sz="2400" dirty="0"/>
              <a:t>	In </a:t>
            </a:r>
            <a:r>
              <a:rPr lang="en-US" sz="2400" b="1" dirty="0">
                <a:solidFill>
                  <a:srgbClr val="C00000"/>
                </a:solidFill>
              </a:rPr>
              <a:t>any human being</a:t>
            </a:r>
            <a:r>
              <a:rPr lang="en-US" sz="2400" dirty="0"/>
              <a:t>, the </a:t>
            </a:r>
            <a:r>
              <a:rPr lang="en-US" sz="2400" b="1" dirty="0">
                <a:solidFill>
                  <a:schemeClr val="accent6">
                    <a:lumMod val="60000"/>
                    <a:lumOff val="40000"/>
                  </a:schemeClr>
                </a:solidFill>
              </a:rPr>
              <a:t>nervous system coordinates the different actions</a:t>
            </a:r>
            <a:r>
              <a:rPr lang="en-US" sz="2400" dirty="0"/>
              <a:t> </a:t>
            </a:r>
            <a:r>
              <a:rPr lang="en-US" sz="2400" b="1" dirty="0">
                <a:solidFill>
                  <a:srgbClr val="C00000"/>
                </a:solidFill>
              </a:rPr>
              <a:t>by transmitting signals</a:t>
            </a:r>
            <a:r>
              <a:rPr lang="en-US" sz="2400" b="1" dirty="0"/>
              <a:t> </a:t>
            </a:r>
            <a:r>
              <a:rPr lang="en-US" sz="2400" dirty="0"/>
              <a:t>to and from different parts of the body. </a:t>
            </a:r>
          </a:p>
          <a:p>
            <a:r>
              <a:rPr lang="en-US" sz="2400" dirty="0"/>
              <a:t>	</a:t>
            </a:r>
            <a:r>
              <a:rPr lang="en-US" sz="2400" b="1" dirty="0">
                <a:solidFill>
                  <a:schemeClr val="accent5">
                    <a:lumMod val="75000"/>
                  </a:schemeClr>
                </a:solidFill>
              </a:rPr>
              <a:t>The nervous system is constituted of </a:t>
            </a:r>
            <a:r>
              <a:rPr lang="en-US" sz="2400" dirty="0"/>
              <a:t>a special type of cell, called </a:t>
            </a:r>
            <a:r>
              <a:rPr lang="en-US" sz="2400" b="1" dirty="0">
                <a:solidFill>
                  <a:srgbClr val="C00000"/>
                </a:solidFill>
              </a:rPr>
              <a:t>neuron</a:t>
            </a:r>
            <a:r>
              <a:rPr lang="en-US" sz="2400" dirty="0"/>
              <a:t> or </a:t>
            </a:r>
            <a:r>
              <a:rPr lang="en-US" sz="2400" b="1" dirty="0">
                <a:solidFill>
                  <a:srgbClr val="C00000"/>
                </a:solidFill>
              </a:rPr>
              <a:t>nerve</a:t>
            </a:r>
            <a:r>
              <a:rPr lang="en-US" sz="2400" dirty="0"/>
              <a:t> </a:t>
            </a:r>
            <a:r>
              <a:rPr lang="en-US" sz="2400" b="1" dirty="0">
                <a:solidFill>
                  <a:srgbClr val="C00000"/>
                </a:solidFill>
              </a:rPr>
              <a:t>cell</a:t>
            </a:r>
            <a:r>
              <a:rPr lang="en-US" sz="2400" dirty="0"/>
              <a:t>, which has special structures allowing it to </a:t>
            </a:r>
            <a:r>
              <a:rPr lang="en-US" sz="2400" b="1" dirty="0"/>
              <a:t>receive</a:t>
            </a:r>
            <a:r>
              <a:rPr lang="en-US" sz="2400" dirty="0"/>
              <a:t> or </a:t>
            </a:r>
            <a:r>
              <a:rPr lang="en-US" sz="2400" b="1" dirty="0"/>
              <a:t>send</a:t>
            </a:r>
            <a:r>
              <a:rPr lang="en-US" sz="2400" dirty="0"/>
              <a:t> </a:t>
            </a:r>
            <a:r>
              <a:rPr lang="en-US" sz="2400" b="1" dirty="0"/>
              <a:t>signals</a:t>
            </a:r>
            <a:r>
              <a:rPr lang="en-US" sz="2400" dirty="0"/>
              <a:t> to other neurons. Neurons connect with each other to transmit signals to or receive signals from other neurons. This structure essentially forms </a:t>
            </a:r>
            <a:r>
              <a:rPr lang="en-US" sz="2400" b="1" dirty="0"/>
              <a:t>a network of neurons or a Neural Network.</a:t>
            </a:r>
          </a:p>
        </p:txBody>
      </p:sp>
    </p:spTree>
    <p:extLst>
      <p:ext uri="{BB962C8B-B14F-4D97-AF65-F5344CB8AC3E}">
        <p14:creationId xmlns:p14="http://schemas.microsoft.com/office/powerpoint/2010/main" val="348382823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994D0E-78D9-58C6-2939-A79DD409F8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B18FA9-47B9-0269-A72C-8C45AC633C36}"/>
              </a:ext>
            </a:extLst>
          </p:cNvPr>
          <p:cNvSpPr>
            <a:spLocks noGrp="1"/>
          </p:cNvSpPr>
          <p:nvPr>
            <p:ph idx="1"/>
          </p:nvPr>
        </p:nvSpPr>
        <p:spPr>
          <a:xfrm>
            <a:off x="777240" y="489858"/>
            <a:ext cx="10659110" cy="5687106"/>
          </a:xfrm>
        </p:spPr>
        <p:txBody>
          <a:bodyPr>
            <a:normAutofit/>
          </a:bodyPr>
          <a:lstStyle/>
          <a:p>
            <a:pPr marL="0" indent="0">
              <a:buNone/>
            </a:pPr>
            <a:r>
              <a:rPr lang="en-US" sz="2800" b="1" dirty="0">
                <a:solidFill>
                  <a:srgbClr val="002060"/>
                </a:solidFill>
              </a:rPr>
              <a:t>ML vs DL</a:t>
            </a:r>
          </a:p>
          <a:p>
            <a:pPr marL="0" indent="0">
              <a:buNone/>
            </a:pPr>
            <a:r>
              <a:rPr lang="en-US" sz="2800" dirty="0"/>
              <a:t>If </a:t>
            </a:r>
            <a:r>
              <a:rPr lang="en-US" sz="2800" b="1" dirty="0"/>
              <a:t>Machine Learning</a:t>
            </a:r>
            <a:r>
              <a:rPr lang="en-US" sz="2800" dirty="0"/>
              <a:t> is like teaching a child how to solve math using a formula, </a:t>
            </a:r>
            <a:r>
              <a:rPr lang="en-US" sz="2800" b="1" dirty="0"/>
              <a:t>Deep Learning</a:t>
            </a:r>
            <a:r>
              <a:rPr lang="en-US" sz="2800" dirty="0"/>
              <a:t> is like letting the child </a:t>
            </a:r>
            <a:r>
              <a:rPr lang="en-US" sz="2800" b="1" dirty="0"/>
              <a:t>learn patterns from many examples</a:t>
            </a:r>
            <a:r>
              <a:rPr lang="en-US" sz="2800" dirty="0"/>
              <a:t>, without giving them the formula — and they eventually figure it out.</a:t>
            </a:r>
            <a:endParaRPr lang="en-IN" sz="2800" dirty="0"/>
          </a:p>
        </p:txBody>
      </p:sp>
      <p:grpSp>
        <p:nvGrpSpPr>
          <p:cNvPr id="8" name="Group 7">
            <a:extLst>
              <a:ext uri="{FF2B5EF4-FFF2-40B4-BE49-F238E27FC236}">
                <a16:creationId xmlns:a16="http://schemas.microsoft.com/office/drawing/2014/main" id="{CFCB5793-FAD9-C812-5D23-D755DBD5A914}"/>
              </a:ext>
            </a:extLst>
          </p:cNvPr>
          <p:cNvGrpSpPr/>
          <p:nvPr/>
        </p:nvGrpSpPr>
        <p:grpSpPr>
          <a:xfrm>
            <a:off x="2547257" y="2634368"/>
            <a:ext cx="7097485" cy="4061993"/>
            <a:chOff x="2547257" y="2634368"/>
            <a:chExt cx="7097485" cy="4061993"/>
          </a:xfrm>
        </p:grpSpPr>
        <p:pic>
          <p:nvPicPr>
            <p:cNvPr id="5" name="Picture 4">
              <a:extLst>
                <a:ext uri="{FF2B5EF4-FFF2-40B4-BE49-F238E27FC236}">
                  <a16:creationId xmlns:a16="http://schemas.microsoft.com/office/drawing/2014/main" id="{A10942C8-AE48-A0FB-E549-B74CB68AD94E}"/>
                </a:ext>
              </a:extLst>
            </p:cNvPr>
            <p:cNvPicPr>
              <a:picLocks noChangeAspect="1"/>
            </p:cNvPicPr>
            <p:nvPr/>
          </p:nvPicPr>
          <p:blipFill>
            <a:blip r:embed="rId2"/>
            <a:stretch>
              <a:fillRect/>
            </a:stretch>
          </p:blipFill>
          <p:spPr>
            <a:xfrm>
              <a:off x="2547257" y="2634368"/>
              <a:ext cx="7097485" cy="3733774"/>
            </a:xfrm>
            <a:prstGeom prst="rect">
              <a:avLst/>
            </a:prstGeom>
          </p:spPr>
        </p:pic>
        <p:pic>
          <p:nvPicPr>
            <p:cNvPr id="7" name="Picture 6">
              <a:extLst>
                <a:ext uri="{FF2B5EF4-FFF2-40B4-BE49-F238E27FC236}">
                  <a16:creationId xmlns:a16="http://schemas.microsoft.com/office/drawing/2014/main" id="{BA00725B-286E-166E-C4ED-D3FD77B56DBB}"/>
                </a:ext>
              </a:extLst>
            </p:cNvPr>
            <p:cNvPicPr>
              <a:picLocks noChangeAspect="1"/>
            </p:cNvPicPr>
            <p:nvPr/>
          </p:nvPicPr>
          <p:blipFill>
            <a:blip r:embed="rId3"/>
            <a:stretch>
              <a:fillRect/>
            </a:stretch>
          </p:blipFill>
          <p:spPr>
            <a:xfrm>
              <a:off x="7051266" y="5586154"/>
              <a:ext cx="1875019" cy="1110207"/>
            </a:xfrm>
            <a:prstGeom prst="rect">
              <a:avLst/>
            </a:prstGeom>
          </p:spPr>
        </p:pic>
      </p:grpSp>
    </p:spTree>
    <p:extLst>
      <p:ext uri="{BB962C8B-B14F-4D97-AF65-F5344CB8AC3E}">
        <p14:creationId xmlns:p14="http://schemas.microsoft.com/office/powerpoint/2010/main" val="98192668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F50A6-0F47-4121-FB05-70B607146E9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E2ADE6EE-CF2D-73AE-CAA7-AF70D53541F0}"/>
              </a:ext>
            </a:extLst>
          </p:cNvPr>
          <p:cNvSpPr txBox="1"/>
          <p:nvPr/>
        </p:nvSpPr>
        <p:spPr>
          <a:xfrm>
            <a:off x="530914" y="380999"/>
            <a:ext cx="11452363" cy="1877437"/>
          </a:xfrm>
          <a:prstGeom prst="rect">
            <a:avLst/>
          </a:prstGeom>
          <a:noFill/>
        </p:spPr>
        <p:txBody>
          <a:bodyPr wrap="square">
            <a:spAutoFit/>
          </a:bodyPr>
          <a:lstStyle/>
          <a:p>
            <a:r>
              <a:rPr lang="en-US" sz="2000" b="1" dirty="0"/>
              <a:t>THE BIOLOGICAL NEURON : </a:t>
            </a:r>
            <a:r>
              <a:rPr lang="en-US" sz="2400" dirty="0"/>
              <a:t>The human nervous system is divided into two main parts:</a:t>
            </a:r>
          </a:p>
          <a:p>
            <a:pPr marL="342900" indent="-342900">
              <a:buAutoNum type="arabicPeriod"/>
            </a:pPr>
            <a:r>
              <a:rPr lang="en-US" sz="2400" dirty="0"/>
              <a:t>The </a:t>
            </a:r>
            <a:r>
              <a:rPr lang="en-US" sz="2400" b="1" dirty="0"/>
              <a:t>Central Nervous System (CNS): </a:t>
            </a:r>
            <a:r>
              <a:rPr lang="en-US" sz="2400" dirty="0"/>
              <a:t>which includes the </a:t>
            </a:r>
            <a:r>
              <a:rPr lang="en-US" sz="2400" b="1" dirty="0">
                <a:solidFill>
                  <a:srgbClr val="C00000"/>
                </a:solidFill>
              </a:rPr>
              <a:t>brain</a:t>
            </a:r>
            <a:r>
              <a:rPr lang="en-US" sz="2400" dirty="0"/>
              <a:t> and </a:t>
            </a:r>
            <a:r>
              <a:rPr lang="en-US" sz="2400" b="1" dirty="0">
                <a:solidFill>
                  <a:srgbClr val="C00000"/>
                </a:solidFill>
              </a:rPr>
              <a:t>spinal</a:t>
            </a:r>
            <a:r>
              <a:rPr lang="en-US" sz="2400" dirty="0"/>
              <a:t> </a:t>
            </a:r>
            <a:r>
              <a:rPr lang="en-US" sz="2400" b="1" dirty="0">
                <a:solidFill>
                  <a:srgbClr val="C00000"/>
                </a:solidFill>
              </a:rPr>
              <a:t>cord</a:t>
            </a:r>
            <a:r>
              <a:rPr lang="en-US" sz="2400" dirty="0"/>
              <a:t>.</a:t>
            </a:r>
          </a:p>
          <a:p>
            <a:pPr marL="342900" indent="-342900">
              <a:buAutoNum type="arabicPeriod"/>
            </a:pPr>
            <a:r>
              <a:rPr lang="en-US" sz="2400" dirty="0"/>
              <a:t>The </a:t>
            </a:r>
            <a:r>
              <a:rPr lang="en-US" sz="2400" b="1" dirty="0"/>
              <a:t>Peripheral Nervous System:</a:t>
            </a:r>
            <a:r>
              <a:rPr lang="en-US" sz="2400" dirty="0"/>
              <a:t> which includes nerves and ganglia (clusters of nerve cells) outside the brain and spinal cord.</a:t>
            </a:r>
          </a:p>
          <a:p>
            <a:endParaRPr lang="en-US" sz="2000" b="1" dirty="0"/>
          </a:p>
        </p:txBody>
      </p:sp>
      <p:grpSp>
        <p:nvGrpSpPr>
          <p:cNvPr id="3" name="Group 2">
            <a:extLst>
              <a:ext uri="{FF2B5EF4-FFF2-40B4-BE49-F238E27FC236}">
                <a16:creationId xmlns:a16="http://schemas.microsoft.com/office/drawing/2014/main" id="{51D58B77-314C-268C-DBCD-0CFEEAE24694}"/>
              </a:ext>
            </a:extLst>
          </p:cNvPr>
          <p:cNvGrpSpPr/>
          <p:nvPr/>
        </p:nvGrpSpPr>
        <p:grpSpPr>
          <a:xfrm>
            <a:off x="990600" y="2013857"/>
            <a:ext cx="10258838" cy="4463144"/>
            <a:chOff x="454714" y="2064389"/>
            <a:chExt cx="10644810" cy="4701209"/>
          </a:xfrm>
        </p:grpSpPr>
        <p:pic>
          <p:nvPicPr>
            <p:cNvPr id="2050" name="Picture 2">
              <a:extLst>
                <a:ext uri="{FF2B5EF4-FFF2-40B4-BE49-F238E27FC236}">
                  <a16:creationId xmlns:a16="http://schemas.microsoft.com/office/drawing/2014/main" id="{CDFF0C9E-4E55-3F5A-6641-4363B92084F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7173" t="19564" r="5516" b="11885"/>
            <a:stretch/>
          </p:blipFill>
          <p:spPr bwMode="auto">
            <a:xfrm>
              <a:off x="454714" y="2064389"/>
              <a:ext cx="10644810" cy="470120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3D0A7BDB-2748-0826-E174-0236EC414A6F}"/>
                </a:ext>
              </a:extLst>
            </p:cNvPr>
            <p:cNvSpPr txBox="1"/>
            <p:nvPr/>
          </p:nvSpPr>
          <p:spPr>
            <a:xfrm>
              <a:off x="6110917" y="2174651"/>
              <a:ext cx="4514014" cy="534016"/>
            </a:xfrm>
            <a:prstGeom prst="rect">
              <a:avLst/>
            </a:prstGeom>
            <a:noFill/>
          </p:spPr>
          <p:txBody>
            <a:bodyPr wrap="square" rtlCol="0">
              <a:spAutoFit/>
            </a:bodyPr>
            <a:lstStyle/>
            <a:p>
              <a:r>
                <a:rPr lang="en-US" sz="2400" b="1" dirty="0">
                  <a:solidFill>
                    <a:srgbClr val="C00000"/>
                  </a:solidFill>
                  <a:latin typeface="Algerian" panose="04020705040A02060702" pitchFamily="82" charset="0"/>
                </a:rPr>
                <a:t>Structure of a 1 Neuron</a:t>
              </a:r>
            </a:p>
          </p:txBody>
        </p:sp>
      </p:grpSp>
    </p:spTree>
    <p:extLst>
      <p:ext uri="{BB962C8B-B14F-4D97-AF65-F5344CB8AC3E}">
        <p14:creationId xmlns:p14="http://schemas.microsoft.com/office/powerpoint/2010/main" val="32356257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4B90B-4242-2927-31D4-248B5630C36B}"/>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EA1581C-E6E8-0A9D-D449-50E497320B41}"/>
              </a:ext>
            </a:extLst>
          </p:cNvPr>
          <p:cNvSpPr txBox="1"/>
          <p:nvPr/>
        </p:nvSpPr>
        <p:spPr>
          <a:xfrm>
            <a:off x="514349" y="1316143"/>
            <a:ext cx="10905711" cy="3046988"/>
          </a:xfrm>
          <a:prstGeom prst="rect">
            <a:avLst/>
          </a:prstGeom>
          <a:noFill/>
        </p:spPr>
        <p:txBody>
          <a:bodyPr wrap="square">
            <a:spAutoFit/>
          </a:bodyPr>
          <a:lstStyle/>
          <a:p>
            <a:r>
              <a:rPr lang="en-US" sz="2400" b="1" dirty="0"/>
              <a:t>Note:</a:t>
            </a:r>
          </a:p>
          <a:p>
            <a:pPr marL="342900" indent="-342900">
              <a:buFont typeface="+mj-lt"/>
              <a:buAutoNum type="arabicPeriod"/>
            </a:pPr>
            <a:r>
              <a:rPr lang="en-US" sz="2400" dirty="0"/>
              <a:t>The </a:t>
            </a:r>
            <a:r>
              <a:rPr lang="en-US" sz="2400" b="1" dirty="0"/>
              <a:t>CNS</a:t>
            </a:r>
            <a:r>
              <a:rPr lang="en-US" sz="2400" dirty="0"/>
              <a:t> </a:t>
            </a:r>
            <a:r>
              <a:rPr lang="en-US" sz="2400" b="1" dirty="0">
                <a:solidFill>
                  <a:srgbClr val="C00000"/>
                </a:solidFill>
              </a:rPr>
              <a:t>integrates all information</a:t>
            </a:r>
            <a:r>
              <a:rPr lang="en-US" sz="2400" dirty="0"/>
              <a:t>, in the form of </a:t>
            </a:r>
            <a:r>
              <a:rPr lang="en-US" sz="2400" b="1" dirty="0">
                <a:solidFill>
                  <a:srgbClr val="C00000"/>
                </a:solidFill>
              </a:rPr>
              <a:t>signals</a:t>
            </a:r>
            <a:r>
              <a:rPr lang="en-US" sz="2400" dirty="0"/>
              <a:t>, from the different parts of the body. </a:t>
            </a:r>
          </a:p>
          <a:p>
            <a:pPr marL="342900" indent="-342900">
              <a:buFont typeface="+mj-lt"/>
              <a:buAutoNum type="arabicPeriod"/>
            </a:pPr>
            <a:r>
              <a:rPr lang="en-US" sz="2400" dirty="0"/>
              <a:t>The </a:t>
            </a:r>
            <a:r>
              <a:rPr lang="en-US" sz="2400" b="1" dirty="0">
                <a:solidFill>
                  <a:srgbClr val="C00000"/>
                </a:solidFill>
              </a:rPr>
              <a:t>periphera</a:t>
            </a:r>
            <a:r>
              <a:rPr lang="en-US" sz="2400" dirty="0"/>
              <a:t>l </a:t>
            </a:r>
            <a:r>
              <a:rPr lang="en-US" sz="2400" b="1" dirty="0">
                <a:solidFill>
                  <a:srgbClr val="C00000"/>
                </a:solidFill>
              </a:rPr>
              <a:t>nervous system</a:t>
            </a:r>
            <a:r>
              <a:rPr lang="en-US" sz="2400" dirty="0"/>
              <a:t>, on the other hand, </a:t>
            </a:r>
            <a:r>
              <a:rPr lang="en-US" sz="2400" b="1" dirty="0">
                <a:solidFill>
                  <a:srgbClr val="C00000"/>
                </a:solidFill>
              </a:rPr>
              <a:t>connects the CNS with the limbs and organs. </a:t>
            </a:r>
          </a:p>
          <a:p>
            <a:pPr marL="342900" indent="-342900">
              <a:buFont typeface="+mj-lt"/>
              <a:buAutoNum type="arabicPeriod"/>
            </a:pPr>
            <a:r>
              <a:rPr lang="en-US" sz="2400" b="1" dirty="0">
                <a:solidFill>
                  <a:srgbClr val="C00000"/>
                </a:solidFill>
              </a:rPr>
              <a:t>Neurons</a:t>
            </a:r>
            <a:r>
              <a:rPr lang="en-US" sz="2400" dirty="0"/>
              <a:t> are basic structural units of the CNS. </a:t>
            </a:r>
          </a:p>
          <a:p>
            <a:pPr marL="342900" indent="-342900">
              <a:buFont typeface="+mj-lt"/>
              <a:buAutoNum type="arabicPeriod"/>
            </a:pPr>
            <a:r>
              <a:rPr lang="en-US" sz="2400" dirty="0"/>
              <a:t>A neuron is able to </a:t>
            </a:r>
            <a:r>
              <a:rPr lang="en-US" sz="2400" b="1" dirty="0">
                <a:solidFill>
                  <a:srgbClr val="C00000"/>
                </a:solidFill>
              </a:rPr>
              <a:t>receive, process</a:t>
            </a:r>
            <a:r>
              <a:rPr lang="en-US" sz="2400" dirty="0"/>
              <a:t>, and </a:t>
            </a:r>
            <a:r>
              <a:rPr lang="en-US" sz="2400" b="1" dirty="0">
                <a:solidFill>
                  <a:srgbClr val="C00000"/>
                </a:solidFill>
              </a:rPr>
              <a:t>transmit</a:t>
            </a:r>
            <a:r>
              <a:rPr lang="en-US" sz="2400" dirty="0"/>
              <a:t> information in the form of </a:t>
            </a:r>
            <a:r>
              <a:rPr lang="en-US" sz="2400" b="1" dirty="0">
                <a:solidFill>
                  <a:srgbClr val="C00000"/>
                </a:solidFill>
              </a:rPr>
              <a:t>chemical</a:t>
            </a:r>
            <a:r>
              <a:rPr lang="en-US" sz="2400" dirty="0"/>
              <a:t> and </a:t>
            </a:r>
            <a:r>
              <a:rPr lang="en-US" sz="2400" b="1" dirty="0">
                <a:solidFill>
                  <a:srgbClr val="C00000"/>
                </a:solidFill>
              </a:rPr>
              <a:t>electrical</a:t>
            </a:r>
            <a:r>
              <a:rPr lang="en-US" sz="2400" dirty="0"/>
              <a:t> signals.</a:t>
            </a:r>
          </a:p>
        </p:txBody>
      </p:sp>
    </p:spTree>
    <p:extLst>
      <p:ext uri="{BB962C8B-B14F-4D97-AF65-F5344CB8AC3E}">
        <p14:creationId xmlns:p14="http://schemas.microsoft.com/office/powerpoint/2010/main" val="96800960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2B46-45E1-FEBC-5B4A-6119F5C1FA5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75D1E8A-FBE9-5480-E87F-859EE9F1B9E2}"/>
              </a:ext>
            </a:extLst>
          </p:cNvPr>
          <p:cNvSpPr txBox="1"/>
          <p:nvPr/>
        </p:nvSpPr>
        <p:spPr>
          <a:xfrm>
            <a:off x="454301" y="458956"/>
            <a:ext cx="11283398" cy="5878532"/>
          </a:xfrm>
          <a:prstGeom prst="rect">
            <a:avLst/>
          </a:prstGeom>
          <a:noFill/>
        </p:spPr>
        <p:txBody>
          <a:bodyPr wrap="square">
            <a:spAutoFit/>
          </a:bodyPr>
          <a:lstStyle/>
          <a:p>
            <a:r>
              <a:rPr lang="en-US" sz="2400" dirty="0"/>
              <a:t>A </a:t>
            </a:r>
            <a:r>
              <a:rPr lang="en-US" sz="2400" b="1" dirty="0"/>
              <a:t>Biological</a:t>
            </a:r>
            <a:r>
              <a:rPr lang="en-US" sz="2400" dirty="0"/>
              <a:t> </a:t>
            </a:r>
            <a:r>
              <a:rPr lang="en-US" sz="2400" b="1" dirty="0"/>
              <a:t>Neuron</a:t>
            </a:r>
            <a:r>
              <a:rPr lang="en-US" sz="2400" dirty="0"/>
              <a:t> has a </a:t>
            </a:r>
            <a:r>
              <a:rPr lang="en-US" sz="2400" b="1" dirty="0">
                <a:solidFill>
                  <a:srgbClr val="C00000"/>
                </a:solidFill>
              </a:rPr>
              <a:t>cell body </a:t>
            </a:r>
            <a:r>
              <a:rPr lang="en-US" sz="2400" dirty="0"/>
              <a:t>or </a:t>
            </a:r>
            <a:r>
              <a:rPr lang="en-US" sz="2400" b="1" dirty="0">
                <a:solidFill>
                  <a:srgbClr val="C00000"/>
                </a:solidFill>
              </a:rPr>
              <a:t>soma</a:t>
            </a:r>
            <a:r>
              <a:rPr lang="en-US" sz="2400" dirty="0"/>
              <a:t> to </a:t>
            </a:r>
            <a:r>
              <a:rPr lang="en-US" sz="2400" b="1" dirty="0"/>
              <a:t>process the impulses or signals</a:t>
            </a:r>
            <a:r>
              <a:rPr lang="en-US" sz="2400" dirty="0"/>
              <a:t>, </a:t>
            </a:r>
            <a:r>
              <a:rPr lang="en-US" sz="2400" b="1" dirty="0"/>
              <a:t>dendrites</a:t>
            </a:r>
            <a:r>
              <a:rPr lang="en-US" sz="2400" dirty="0"/>
              <a:t> to receive them, and an </a:t>
            </a:r>
            <a:r>
              <a:rPr lang="en-US" sz="2400" b="1" dirty="0">
                <a:solidFill>
                  <a:srgbClr val="C00000"/>
                </a:solidFill>
              </a:rPr>
              <a:t>axon</a:t>
            </a:r>
            <a:r>
              <a:rPr lang="en-US" sz="2400" dirty="0"/>
              <a:t> that transfers them to other neurons. 	</a:t>
            </a:r>
          </a:p>
          <a:p>
            <a:r>
              <a:rPr lang="en-US" sz="2400" dirty="0"/>
              <a:t>	The Above figure presents the structure of a neuron. It has </a:t>
            </a:r>
            <a:r>
              <a:rPr lang="en-US" sz="2400" b="1" dirty="0"/>
              <a:t>three</a:t>
            </a:r>
            <a:r>
              <a:rPr lang="en-US" sz="2400" dirty="0"/>
              <a:t> main parts to carry out its primary functionality of receiving and transmitting information:</a:t>
            </a:r>
          </a:p>
          <a:p>
            <a:r>
              <a:rPr lang="en-US" sz="2400" dirty="0"/>
              <a:t>A biological neuron has a cell body or soma to process the impulses, dendrites to receive them, and an axon that transfers them to other neurons. </a:t>
            </a:r>
          </a:p>
          <a:p>
            <a:pPr marL="342900" indent="-342900">
              <a:buAutoNum type="arabicPeriod"/>
            </a:pPr>
            <a:r>
              <a:rPr lang="en-US" sz="2000" b="1" dirty="0"/>
              <a:t>Dendrites :</a:t>
            </a:r>
            <a:r>
              <a:rPr lang="en-US" sz="2000" dirty="0"/>
              <a:t> to </a:t>
            </a:r>
            <a:r>
              <a:rPr lang="en-US" sz="2000" b="1" dirty="0">
                <a:solidFill>
                  <a:srgbClr val="C00000"/>
                </a:solidFill>
              </a:rPr>
              <a:t>receive signals </a:t>
            </a:r>
            <a:r>
              <a:rPr lang="en-US" sz="2000" dirty="0"/>
              <a:t>from neighboring or </a:t>
            </a:r>
            <a:r>
              <a:rPr lang="en-US" sz="2000" b="0" i="0" dirty="0">
                <a:solidFill>
                  <a:srgbClr val="231F20"/>
                </a:solidFill>
                <a:effectLst/>
                <a:latin typeface="circular-xx"/>
              </a:rPr>
              <a:t>surrounding  </a:t>
            </a:r>
            <a:r>
              <a:rPr lang="en-US" sz="2000" dirty="0"/>
              <a:t>neurons </a:t>
            </a:r>
            <a:r>
              <a:rPr lang="en-US" sz="2000" b="0" i="0" dirty="0">
                <a:solidFill>
                  <a:srgbClr val="231F20"/>
                </a:solidFill>
                <a:effectLst/>
                <a:latin typeface="circular-xx"/>
              </a:rPr>
              <a:t>and the </a:t>
            </a:r>
            <a:r>
              <a:rPr lang="en-US" sz="2000" b="1" i="0" dirty="0">
                <a:solidFill>
                  <a:srgbClr val="C00000"/>
                </a:solidFill>
                <a:effectLst/>
                <a:latin typeface="circular-xx"/>
              </a:rPr>
              <a:t>axon</a:t>
            </a:r>
            <a:r>
              <a:rPr lang="en-US" sz="2000" b="0" i="0" dirty="0">
                <a:solidFill>
                  <a:srgbClr val="231F20"/>
                </a:solidFill>
                <a:effectLst/>
                <a:latin typeface="circular-xx"/>
              </a:rPr>
              <a:t> </a:t>
            </a:r>
            <a:r>
              <a:rPr lang="en-US" sz="2000" b="1" i="0" dirty="0">
                <a:solidFill>
                  <a:schemeClr val="accent5"/>
                </a:solidFill>
                <a:effectLst/>
                <a:latin typeface="circular-xx"/>
              </a:rPr>
              <a:t>transmits the signal to the other neurons</a:t>
            </a:r>
            <a:r>
              <a:rPr lang="en-US" sz="2000" b="1" dirty="0">
                <a:solidFill>
                  <a:schemeClr val="accent5"/>
                </a:solidFill>
              </a:rPr>
              <a:t>. </a:t>
            </a:r>
          </a:p>
          <a:p>
            <a:pPr marL="342900" indent="-342900">
              <a:buAutoNum type="arabicPeriod"/>
            </a:pPr>
            <a:r>
              <a:rPr lang="en-US" sz="2000" b="1" dirty="0"/>
              <a:t>Soma</a:t>
            </a:r>
            <a:r>
              <a:rPr lang="en-US" sz="2000" dirty="0"/>
              <a:t> : Main body of the neuron </a:t>
            </a:r>
            <a:r>
              <a:rPr lang="en-US" sz="2000" b="1" dirty="0">
                <a:solidFill>
                  <a:srgbClr val="C00000"/>
                </a:solidFill>
              </a:rPr>
              <a:t>which accumulates</a:t>
            </a:r>
            <a:r>
              <a:rPr lang="en-US" sz="2000" b="1" dirty="0"/>
              <a:t> </a:t>
            </a:r>
            <a:r>
              <a:rPr lang="en-US" sz="2000" dirty="0"/>
              <a:t>or </a:t>
            </a:r>
            <a:r>
              <a:rPr lang="en-US" sz="2000" b="1" dirty="0">
                <a:solidFill>
                  <a:srgbClr val="C00000"/>
                </a:solidFill>
              </a:rPr>
              <a:t>collects</a:t>
            </a:r>
            <a:r>
              <a:rPr lang="en-US" sz="2000" dirty="0"/>
              <a:t> the signals coming from </a:t>
            </a:r>
            <a:r>
              <a:rPr lang="en-US" sz="2000" b="1" dirty="0">
                <a:solidFill>
                  <a:srgbClr val="C00000"/>
                </a:solidFill>
              </a:rPr>
              <a:t>the different dendrites.</a:t>
            </a:r>
            <a:r>
              <a:rPr lang="en-US" sz="2000" dirty="0"/>
              <a:t> It ‘</a:t>
            </a:r>
            <a:r>
              <a:rPr lang="en-US" sz="2000" b="1" dirty="0">
                <a:solidFill>
                  <a:srgbClr val="00B050"/>
                </a:solidFill>
              </a:rPr>
              <a:t>fires</a:t>
            </a:r>
            <a:r>
              <a:rPr lang="en-US" sz="2000" dirty="0"/>
              <a:t>’ when a </a:t>
            </a:r>
            <a:r>
              <a:rPr lang="en-US" sz="2000" b="1" dirty="0">
                <a:solidFill>
                  <a:srgbClr val="00B050"/>
                </a:solidFill>
              </a:rPr>
              <a:t>sufficient amount of signal is Collected. </a:t>
            </a:r>
          </a:p>
          <a:p>
            <a:pPr marL="342900" indent="-342900">
              <a:buAutoNum type="arabicPeriod"/>
            </a:pPr>
            <a:r>
              <a:rPr lang="en-US" sz="2000" b="1" dirty="0"/>
              <a:t>Axon</a:t>
            </a:r>
            <a:r>
              <a:rPr lang="en-US" sz="2000" dirty="0"/>
              <a:t> :The last part of the neuron which </a:t>
            </a:r>
            <a:r>
              <a:rPr lang="en-US" sz="2000" b="1" dirty="0">
                <a:solidFill>
                  <a:srgbClr val="C00000"/>
                </a:solidFill>
              </a:rPr>
              <a:t>receives signal from soma</a:t>
            </a:r>
            <a:r>
              <a:rPr lang="en-US" sz="2000" b="1" dirty="0"/>
              <a:t>, once the neuron ‘fires’ and </a:t>
            </a:r>
            <a:r>
              <a:rPr lang="en-US" sz="2000" b="1" dirty="0">
                <a:solidFill>
                  <a:srgbClr val="C00000"/>
                </a:solidFill>
              </a:rPr>
              <a:t>passes it </a:t>
            </a:r>
            <a:r>
              <a:rPr lang="en-US" sz="2000" b="1" dirty="0"/>
              <a:t>on to the </a:t>
            </a:r>
            <a:r>
              <a:rPr lang="en-US" sz="2000" b="1" dirty="0">
                <a:solidFill>
                  <a:srgbClr val="C00000"/>
                </a:solidFill>
              </a:rPr>
              <a:t>neighboring neurons through the axon terminals</a:t>
            </a:r>
            <a:r>
              <a:rPr lang="en-US" sz="2000" dirty="0">
                <a:solidFill>
                  <a:srgbClr val="C00000"/>
                </a:solidFill>
              </a:rPr>
              <a:t> </a:t>
            </a:r>
            <a:r>
              <a:rPr lang="en-US" sz="2000" dirty="0"/>
              <a:t>(to the adjacent dendrite of the neighboring neurons). </a:t>
            </a:r>
          </a:p>
          <a:p>
            <a:pPr marL="342900" indent="-342900">
              <a:buAutoNum type="arabicPeriod"/>
            </a:pPr>
            <a:endParaRPr lang="en-US" sz="2000" dirty="0"/>
          </a:p>
          <a:p>
            <a:r>
              <a:rPr lang="en-US" sz="2000" dirty="0"/>
              <a:t>	</a:t>
            </a:r>
            <a:r>
              <a:rPr lang="en-US" sz="2400" dirty="0"/>
              <a:t>There is a very small </a:t>
            </a:r>
            <a:r>
              <a:rPr lang="en-US" sz="2400" b="1" dirty="0">
                <a:solidFill>
                  <a:srgbClr val="C00000"/>
                </a:solidFill>
              </a:rPr>
              <a:t>gap</a:t>
            </a:r>
            <a:r>
              <a:rPr lang="en-US" sz="2400" dirty="0"/>
              <a:t> between the axon </a:t>
            </a:r>
            <a:r>
              <a:rPr lang="en-US" sz="2400" b="1" dirty="0">
                <a:solidFill>
                  <a:srgbClr val="C00000"/>
                </a:solidFill>
              </a:rPr>
              <a:t>terminal of one neuron and the adjacent dendrite of the neighboring neuron.</a:t>
            </a:r>
            <a:r>
              <a:rPr lang="en-US" sz="2400" dirty="0"/>
              <a:t> This small gap is known as </a:t>
            </a:r>
            <a:r>
              <a:rPr lang="en-US" sz="2400" b="1" dirty="0">
                <a:solidFill>
                  <a:srgbClr val="FFC000"/>
                </a:solidFill>
              </a:rPr>
              <a:t>synapse</a:t>
            </a:r>
            <a:r>
              <a:rPr lang="en-US" sz="2400" dirty="0"/>
              <a:t>. The signals transmitted through synapse may be excitatory or inhibitory.</a:t>
            </a:r>
            <a:endParaRPr lang="en-US" sz="2000" dirty="0"/>
          </a:p>
        </p:txBody>
      </p:sp>
    </p:spTree>
    <p:extLst>
      <p:ext uri="{BB962C8B-B14F-4D97-AF65-F5344CB8AC3E}">
        <p14:creationId xmlns:p14="http://schemas.microsoft.com/office/powerpoint/2010/main" val="272693192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0E23F-7B0D-2FC9-C862-2B7FA0A99203}"/>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CF04876-67F9-7B3A-8F10-50B0572E693D}"/>
              </a:ext>
            </a:extLst>
          </p:cNvPr>
          <p:cNvSpPr txBox="1"/>
          <p:nvPr/>
        </p:nvSpPr>
        <p:spPr>
          <a:xfrm>
            <a:off x="564044" y="1524864"/>
            <a:ext cx="11323155" cy="2739211"/>
          </a:xfrm>
          <a:prstGeom prst="rect">
            <a:avLst/>
          </a:prstGeom>
          <a:noFill/>
        </p:spPr>
        <p:txBody>
          <a:bodyPr wrap="square">
            <a:spAutoFit/>
          </a:bodyPr>
          <a:lstStyle/>
          <a:p>
            <a:r>
              <a:rPr lang="en-US" sz="2800" b="1" dirty="0"/>
              <a:t>Why Understand Biological Neural Networks?</a:t>
            </a:r>
          </a:p>
          <a:p>
            <a:endParaRPr lang="en-US" sz="2400" dirty="0"/>
          </a:p>
          <a:p>
            <a:r>
              <a:rPr lang="en-US" sz="2400" dirty="0"/>
              <a:t>	</a:t>
            </a:r>
            <a:r>
              <a:rPr lang="en-US" sz="2400" b="1" dirty="0">
                <a:solidFill>
                  <a:srgbClr val="C00000"/>
                </a:solidFill>
              </a:rPr>
              <a:t>For creating mathematical models </a:t>
            </a:r>
            <a:r>
              <a:rPr lang="en-US" sz="2400" dirty="0"/>
              <a:t>for </a:t>
            </a:r>
            <a:r>
              <a:rPr lang="en-US" sz="2400" b="1" dirty="0">
                <a:solidFill>
                  <a:schemeClr val="accent1">
                    <a:lumMod val="75000"/>
                  </a:schemeClr>
                </a:solidFill>
              </a:rPr>
              <a:t>artificial neural networks</a:t>
            </a:r>
            <a:r>
              <a:rPr lang="en-US" sz="2400" dirty="0"/>
              <a:t>, </a:t>
            </a:r>
            <a:r>
              <a:rPr lang="en-US" sz="2400" b="1" dirty="0"/>
              <a:t>theoretical analysis of biological neural networks</a:t>
            </a:r>
            <a:r>
              <a:rPr lang="en-US" sz="2400" dirty="0"/>
              <a:t> is essential as </a:t>
            </a:r>
            <a:r>
              <a:rPr lang="en-US" sz="2400" b="1" dirty="0">
                <a:solidFill>
                  <a:srgbClr val="C00000"/>
                </a:solidFill>
              </a:rPr>
              <a:t>they have a very close relationship</a:t>
            </a:r>
            <a:r>
              <a:rPr lang="en-US" sz="2400" dirty="0"/>
              <a:t>. 	And this understanding of the </a:t>
            </a:r>
            <a:r>
              <a:rPr lang="en-US" sz="2400" b="1" dirty="0"/>
              <a:t>brain’s neural networks </a:t>
            </a:r>
            <a:r>
              <a:rPr lang="en-US" sz="2400" dirty="0"/>
              <a:t>has opened horizons for the development of artificial neural network systems and adaptive systems designed to learn and adapt to the situations and inputs.</a:t>
            </a:r>
          </a:p>
        </p:txBody>
      </p:sp>
    </p:spTree>
    <p:extLst>
      <p:ext uri="{BB962C8B-B14F-4D97-AF65-F5344CB8AC3E}">
        <p14:creationId xmlns:p14="http://schemas.microsoft.com/office/powerpoint/2010/main" val="268278193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CD8D4-66D6-C4FC-D52B-D9E60F202A6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F1A5FFE-F701-0017-AE06-456932903012}"/>
              </a:ext>
            </a:extLst>
          </p:cNvPr>
          <p:cNvSpPr txBox="1"/>
          <p:nvPr/>
        </p:nvSpPr>
        <p:spPr>
          <a:xfrm>
            <a:off x="566682" y="495657"/>
            <a:ext cx="10648714" cy="6309420"/>
          </a:xfrm>
          <a:prstGeom prst="rect">
            <a:avLst/>
          </a:prstGeom>
          <a:noFill/>
        </p:spPr>
        <p:txBody>
          <a:bodyPr wrap="square">
            <a:spAutoFit/>
          </a:bodyPr>
          <a:lstStyle/>
          <a:p>
            <a:r>
              <a:rPr lang="en-US" sz="2400" b="1" dirty="0">
                <a:solidFill>
                  <a:srgbClr val="002060"/>
                </a:solidFill>
              </a:rPr>
              <a:t>Artificial Neuron </a:t>
            </a:r>
            <a:r>
              <a:rPr lang="en-US" sz="2400" dirty="0">
                <a:solidFill>
                  <a:srgbClr val="002060"/>
                </a:solidFill>
              </a:rPr>
              <a:t>or</a:t>
            </a:r>
            <a:r>
              <a:rPr lang="en-US" sz="2400" b="1" dirty="0">
                <a:solidFill>
                  <a:srgbClr val="002060"/>
                </a:solidFill>
              </a:rPr>
              <a:t> P</a:t>
            </a:r>
            <a:r>
              <a:rPr lang="en-US" sz="2400" b="1" i="0" dirty="0">
                <a:solidFill>
                  <a:srgbClr val="002060"/>
                </a:solidFill>
                <a:effectLst/>
                <a:latin typeface="Söhne"/>
              </a:rPr>
              <a:t>erceptron</a:t>
            </a:r>
            <a:r>
              <a:rPr lang="en-US" sz="2400" b="0" i="0" dirty="0">
                <a:solidFill>
                  <a:srgbClr val="002060"/>
                </a:solidFill>
                <a:effectLst/>
                <a:latin typeface="Söhne"/>
              </a:rPr>
              <a:t> </a:t>
            </a:r>
            <a:r>
              <a:rPr lang="en-US" sz="2400" b="1" dirty="0">
                <a:solidFill>
                  <a:srgbClr val="002060"/>
                </a:solidFill>
              </a:rPr>
              <a:t>:</a:t>
            </a:r>
          </a:p>
          <a:p>
            <a:r>
              <a:rPr lang="en-US" b="0" i="0" dirty="0">
                <a:solidFill>
                  <a:srgbClr val="0D0D0D"/>
                </a:solidFill>
                <a:effectLst/>
                <a:latin typeface="Söhne"/>
              </a:rPr>
              <a:t>	</a:t>
            </a:r>
            <a:r>
              <a:rPr lang="en-US" sz="2400" b="0" i="0" dirty="0">
                <a:solidFill>
                  <a:srgbClr val="0D0D0D"/>
                </a:solidFill>
                <a:effectLst/>
                <a:latin typeface="Söhne"/>
              </a:rPr>
              <a:t>An artificial neuron, often referred to as a </a:t>
            </a:r>
            <a:r>
              <a:rPr lang="en-US" sz="2400" b="1" i="0" dirty="0">
                <a:solidFill>
                  <a:srgbClr val="0D0D0D"/>
                </a:solidFill>
                <a:effectLst/>
                <a:latin typeface="Söhne"/>
              </a:rPr>
              <a:t>perceptron</a:t>
            </a:r>
            <a:r>
              <a:rPr lang="en-US" sz="2400" b="0" i="0" dirty="0">
                <a:solidFill>
                  <a:srgbClr val="0D0D0D"/>
                </a:solidFill>
                <a:effectLst/>
                <a:latin typeface="Söhne"/>
              </a:rPr>
              <a:t>, is a </a:t>
            </a:r>
            <a:r>
              <a:rPr lang="en-US" sz="2400" b="1" i="0" dirty="0">
                <a:solidFill>
                  <a:srgbClr val="C00000"/>
                </a:solidFill>
                <a:effectLst/>
                <a:latin typeface="Söhne"/>
              </a:rPr>
              <a:t>fundamental building block of </a:t>
            </a:r>
            <a:r>
              <a:rPr lang="en-US" sz="2400" b="1" i="0" dirty="0">
                <a:solidFill>
                  <a:srgbClr val="0D0D0D"/>
                </a:solidFill>
                <a:effectLst/>
                <a:latin typeface="Söhne"/>
              </a:rPr>
              <a:t>artificial neural networks (ANNs). </a:t>
            </a:r>
            <a:r>
              <a:rPr lang="en-US" sz="2400" b="1" i="0" dirty="0">
                <a:solidFill>
                  <a:schemeClr val="accent1">
                    <a:lumMod val="75000"/>
                  </a:schemeClr>
                </a:solidFill>
                <a:effectLst/>
                <a:latin typeface="Söhne"/>
              </a:rPr>
              <a:t>Modeled after biological neurons in the human brain</a:t>
            </a:r>
            <a:r>
              <a:rPr lang="en-US" sz="2400" b="0" i="0" dirty="0">
                <a:solidFill>
                  <a:srgbClr val="0D0D0D"/>
                </a:solidFill>
                <a:effectLst/>
                <a:latin typeface="Söhne"/>
              </a:rPr>
              <a:t>, artificial neurons are </a:t>
            </a:r>
            <a:r>
              <a:rPr lang="en-US" sz="2400" b="1" i="0" dirty="0">
                <a:solidFill>
                  <a:srgbClr val="C00000"/>
                </a:solidFill>
                <a:effectLst/>
                <a:latin typeface="Söhne"/>
              </a:rPr>
              <a:t>mathematical entities </a:t>
            </a:r>
            <a:r>
              <a:rPr lang="en-US" sz="2400" b="0" i="0" dirty="0">
                <a:solidFill>
                  <a:srgbClr val="0D0D0D"/>
                </a:solidFill>
                <a:effectLst/>
                <a:latin typeface="Söhne"/>
              </a:rPr>
              <a:t>designed to process and transmit information.</a:t>
            </a:r>
          </a:p>
          <a:p>
            <a:r>
              <a:rPr lang="en-US" sz="2400" dirty="0">
                <a:solidFill>
                  <a:srgbClr val="0D0D0D"/>
                </a:solidFill>
                <a:latin typeface="Söhne"/>
              </a:rPr>
              <a:t>	</a:t>
            </a:r>
            <a:r>
              <a:rPr lang="en-US" sz="2400" dirty="0"/>
              <a:t> </a:t>
            </a:r>
            <a:r>
              <a:rPr lang="en-US" sz="2400" b="1" dirty="0"/>
              <a:t>The </a:t>
            </a:r>
            <a:r>
              <a:rPr lang="en-US" sz="2400" b="1" dirty="0">
                <a:solidFill>
                  <a:srgbClr val="FFC000"/>
                </a:solidFill>
              </a:rPr>
              <a:t>biological neural network </a:t>
            </a:r>
            <a:r>
              <a:rPr lang="en-US" sz="2400" b="1" dirty="0"/>
              <a:t>has been </a:t>
            </a:r>
            <a:r>
              <a:rPr lang="en-US" sz="2400" b="1" dirty="0">
                <a:solidFill>
                  <a:srgbClr val="C00000"/>
                </a:solidFill>
              </a:rPr>
              <a:t>modelled in the form of </a:t>
            </a:r>
            <a:r>
              <a:rPr lang="en-US" sz="2400" b="1" dirty="0">
                <a:solidFill>
                  <a:srgbClr val="00B050"/>
                </a:solidFill>
              </a:rPr>
              <a:t>ANN</a:t>
            </a:r>
            <a:r>
              <a:rPr lang="en-US" sz="2400" b="1" dirty="0"/>
              <a:t> with </a:t>
            </a:r>
            <a:r>
              <a:rPr lang="en-US" sz="2400" b="1" dirty="0">
                <a:solidFill>
                  <a:srgbClr val="0070C0"/>
                </a:solidFill>
              </a:rPr>
              <a:t>artificial neurons </a:t>
            </a:r>
            <a:r>
              <a:rPr lang="en-US" sz="2400" b="1" dirty="0">
                <a:solidFill>
                  <a:srgbClr val="C00000"/>
                </a:solidFill>
              </a:rPr>
              <a:t>simulating the function of biological neurons.</a:t>
            </a:r>
          </a:p>
          <a:p>
            <a:endParaRPr lang="en-US" b="1" dirty="0"/>
          </a:p>
          <a:p>
            <a:r>
              <a:rPr lang="en-US" sz="2400" b="1" dirty="0">
                <a:solidFill>
                  <a:srgbClr val="002060"/>
                </a:solidFill>
                <a:latin typeface="Söhne"/>
              </a:rPr>
              <a:t>A</a:t>
            </a:r>
            <a:r>
              <a:rPr lang="en-US" sz="2400" b="1" i="0" dirty="0">
                <a:solidFill>
                  <a:srgbClr val="002060"/>
                </a:solidFill>
                <a:effectLst/>
                <a:latin typeface="Söhne"/>
              </a:rPr>
              <a:t>rtificial Neural Network (ANN):</a:t>
            </a:r>
            <a:br>
              <a:rPr lang="en-US" dirty="0"/>
            </a:br>
            <a:r>
              <a:rPr lang="en-US" dirty="0"/>
              <a:t>	</a:t>
            </a:r>
            <a:r>
              <a:rPr lang="en-US" sz="2000" b="1" i="0" dirty="0">
                <a:solidFill>
                  <a:srgbClr val="0D0D0D"/>
                </a:solidFill>
                <a:effectLst/>
                <a:latin typeface="Söhne"/>
              </a:rPr>
              <a:t>An artificial neural network (ANN</a:t>
            </a:r>
            <a:r>
              <a:rPr lang="en-US" sz="2000" b="0" i="0" dirty="0">
                <a:solidFill>
                  <a:srgbClr val="0D0D0D"/>
                </a:solidFill>
                <a:effectLst/>
                <a:latin typeface="Söhne"/>
              </a:rPr>
              <a:t>), often simply referred to as a </a:t>
            </a:r>
            <a:r>
              <a:rPr lang="en-US" sz="2000" b="1" i="0" dirty="0">
                <a:solidFill>
                  <a:srgbClr val="0D0D0D"/>
                </a:solidFill>
                <a:effectLst/>
                <a:latin typeface="Söhne"/>
              </a:rPr>
              <a:t>neural network</a:t>
            </a:r>
            <a:r>
              <a:rPr lang="en-US" sz="2000" b="0" i="0" dirty="0">
                <a:solidFill>
                  <a:srgbClr val="0D0D0D"/>
                </a:solidFill>
                <a:effectLst/>
                <a:latin typeface="Söhne"/>
              </a:rPr>
              <a:t>, is a </a:t>
            </a:r>
            <a:r>
              <a:rPr lang="en-US" sz="2000" b="1" i="0" dirty="0">
                <a:solidFill>
                  <a:srgbClr val="C00000"/>
                </a:solidFill>
                <a:effectLst/>
                <a:latin typeface="Söhne"/>
              </a:rPr>
              <a:t>computational model inspired by the structure and function of biological neural networks in the human brain. </a:t>
            </a:r>
            <a:r>
              <a:rPr lang="en-US" sz="2000" b="0" i="0" dirty="0">
                <a:solidFill>
                  <a:srgbClr val="0D0D0D"/>
                </a:solidFill>
                <a:effectLst/>
                <a:latin typeface="Söhne"/>
              </a:rPr>
              <a:t>It consists of </a:t>
            </a:r>
            <a:r>
              <a:rPr lang="en-US" sz="2000" b="1" i="0" dirty="0">
                <a:solidFill>
                  <a:schemeClr val="accent2">
                    <a:lumMod val="75000"/>
                  </a:schemeClr>
                </a:solidFill>
                <a:effectLst/>
                <a:latin typeface="Söhne"/>
              </a:rPr>
              <a:t>interconnected nodes</a:t>
            </a:r>
            <a:r>
              <a:rPr lang="en-US" sz="2000" b="0" i="0" dirty="0">
                <a:solidFill>
                  <a:srgbClr val="0D0D0D"/>
                </a:solidFill>
                <a:effectLst/>
                <a:latin typeface="Söhne"/>
              </a:rPr>
              <a:t>, called </a:t>
            </a:r>
            <a:r>
              <a:rPr lang="en-US" sz="2000" b="1" i="0" dirty="0">
                <a:solidFill>
                  <a:schemeClr val="accent2">
                    <a:lumMod val="75000"/>
                  </a:schemeClr>
                </a:solidFill>
                <a:effectLst/>
                <a:latin typeface="Söhne"/>
              </a:rPr>
              <a:t>neurons</a:t>
            </a:r>
            <a:r>
              <a:rPr lang="en-US" sz="2000" b="0" i="0" dirty="0">
                <a:solidFill>
                  <a:srgbClr val="0D0D0D"/>
                </a:solidFill>
                <a:effectLst/>
                <a:latin typeface="Söhne"/>
              </a:rPr>
              <a:t> or units, </a:t>
            </a:r>
            <a:r>
              <a:rPr lang="en-US" sz="2000" b="1" i="0" dirty="0">
                <a:solidFill>
                  <a:schemeClr val="accent2">
                    <a:lumMod val="75000"/>
                  </a:schemeClr>
                </a:solidFill>
                <a:effectLst/>
                <a:latin typeface="Söhne"/>
              </a:rPr>
              <a:t>organized</a:t>
            </a:r>
            <a:r>
              <a:rPr lang="en-US" sz="2000" b="0" i="0" dirty="0">
                <a:solidFill>
                  <a:srgbClr val="0D0D0D"/>
                </a:solidFill>
                <a:effectLst/>
                <a:latin typeface="Söhne"/>
              </a:rPr>
              <a:t> </a:t>
            </a:r>
            <a:r>
              <a:rPr lang="en-US" sz="2000" b="1" i="0" dirty="0">
                <a:solidFill>
                  <a:schemeClr val="accent2">
                    <a:lumMod val="75000"/>
                  </a:schemeClr>
                </a:solidFill>
                <a:effectLst/>
                <a:latin typeface="Söhne"/>
              </a:rPr>
              <a:t>in layers</a:t>
            </a:r>
            <a:r>
              <a:rPr lang="en-US" sz="2000" b="0" i="0" dirty="0">
                <a:solidFill>
                  <a:srgbClr val="0D0D0D"/>
                </a:solidFill>
                <a:effectLst/>
                <a:latin typeface="Söhne"/>
              </a:rPr>
              <a:t>. </a:t>
            </a:r>
            <a:r>
              <a:rPr lang="en-US" sz="2000" b="1" i="0" dirty="0">
                <a:solidFill>
                  <a:srgbClr val="0D0D0D"/>
                </a:solidFill>
                <a:effectLst/>
                <a:latin typeface="Söhne"/>
              </a:rPr>
              <a:t>ANN processes information in a manner similar to how the human brain operates</a:t>
            </a:r>
            <a:r>
              <a:rPr lang="en-US" sz="2000" b="0" i="0" dirty="0">
                <a:solidFill>
                  <a:srgbClr val="0D0D0D"/>
                </a:solidFill>
                <a:effectLst/>
                <a:latin typeface="Söhne"/>
              </a:rPr>
              <a:t>, enabling it to learn from data and make predictions or decisions.</a:t>
            </a:r>
            <a:endParaRPr lang="en-US" sz="2000" b="1" dirty="0"/>
          </a:p>
          <a:p>
            <a:r>
              <a:rPr lang="en-US" sz="2000" b="1" dirty="0">
                <a:solidFill>
                  <a:schemeClr val="accent2">
                    <a:lumMod val="75000"/>
                  </a:schemeClr>
                </a:solidFill>
                <a:latin typeface="Söhne"/>
              </a:rPr>
              <a:t>K</a:t>
            </a:r>
            <a:r>
              <a:rPr lang="en-US" sz="2000" b="1" i="0" dirty="0">
                <a:solidFill>
                  <a:schemeClr val="accent2">
                    <a:lumMod val="75000"/>
                  </a:schemeClr>
                </a:solidFill>
                <a:effectLst/>
                <a:latin typeface="Söhne"/>
              </a:rPr>
              <a:t>ey components and concepts of an ANN:</a:t>
            </a:r>
          </a:p>
          <a:p>
            <a:pPr marL="342900" indent="-342900">
              <a:buAutoNum type="arabicPeriod"/>
            </a:pPr>
            <a:r>
              <a:rPr lang="en-US" sz="2000" b="1" i="0" dirty="0">
                <a:solidFill>
                  <a:srgbClr val="0D0D0D"/>
                </a:solidFill>
                <a:effectLst/>
                <a:latin typeface="Söhne"/>
              </a:rPr>
              <a:t>Neurons (Nodes)</a:t>
            </a:r>
            <a:endParaRPr lang="en-US" sz="2000" dirty="0">
              <a:solidFill>
                <a:srgbClr val="0D0D0D"/>
              </a:solidFill>
              <a:latin typeface="Söhne"/>
            </a:endParaRPr>
          </a:p>
          <a:p>
            <a:pPr marL="342900" indent="-342900">
              <a:buAutoNum type="arabicPeriod"/>
            </a:pPr>
            <a:r>
              <a:rPr lang="en-US" sz="2000" b="1" i="0" dirty="0">
                <a:solidFill>
                  <a:srgbClr val="0D0D0D"/>
                </a:solidFill>
                <a:effectLst/>
                <a:latin typeface="Söhne"/>
              </a:rPr>
              <a:t>Connections (Edges)</a:t>
            </a:r>
          </a:p>
          <a:p>
            <a:pPr marL="342900" indent="-342900">
              <a:buAutoNum type="arabicPeriod"/>
            </a:pPr>
            <a:r>
              <a:rPr lang="en-US" sz="2000" b="1" i="0" dirty="0">
                <a:solidFill>
                  <a:srgbClr val="0D0D0D"/>
                </a:solidFill>
                <a:effectLst/>
                <a:latin typeface="Söhne"/>
              </a:rPr>
              <a:t>Layers</a:t>
            </a:r>
            <a:endParaRPr lang="en-US" sz="2000" b="1" dirty="0"/>
          </a:p>
          <a:p>
            <a:endParaRPr lang="en-US" b="1" dirty="0"/>
          </a:p>
        </p:txBody>
      </p:sp>
    </p:spTree>
    <p:extLst>
      <p:ext uri="{BB962C8B-B14F-4D97-AF65-F5344CB8AC3E}">
        <p14:creationId xmlns:p14="http://schemas.microsoft.com/office/powerpoint/2010/main" val="416528168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EC9881C-5094-27FE-FD19-C65563BDE454}"/>
              </a:ext>
            </a:extLst>
          </p:cNvPr>
          <p:cNvSpPr txBox="1"/>
          <p:nvPr/>
        </p:nvSpPr>
        <p:spPr>
          <a:xfrm>
            <a:off x="439392" y="166568"/>
            <a:ext cx="11313215" cy="6524863"/>
          </a:xfrm>
          <a:prstGeom prst="rect">
            <a:avLst/>
          </a:prstGeom>
          <a:noFill/>
        </p:spPr>
        <p:txBody>
          <a:bodyPr wrap="square">
            <a:spAutoFit/>
          </a:bodyPr>
          <a:lstStyle/>
          <a:p>
            <a:r>
              <a:rPr lang="en-US" sz="2400" b="1" dirty="0">
                <a:solidFill>
                  <a:srgbClr val="C00000"/>
                </a:solidFill>
              </a:rPr>
              <a:t>Artificial Neural Networks: ANN</a:t>
            </a:r>
          </a:p>
          <a:p>
            <a:r>
              <a:rPr lang="en-US" sz="2400" dirty="0"/>
              <a:t>The human brain works like a </a:t>
            </a:r>
            <a:r>
              <a:rPr lang="en-US" sz="2400" b="1" dirty="0">
                <a:solidFill>
                  <a:srgbClr val="C00000"/>
                </a:solidFill>
              </a:rPr>
              <a:t>supercomputer</a:t>
            </a:r>
            <a:r>
              <a:rPr lang="en-US" sz="2400" dirty="0"/>
              <a:t>, allowing us to </a:t>
            </a:r>
            <a:r>
              <a:rPr lang="en-US" sz="2400" b="1" dirty="0"/>
              <a:t>make quick decisions and perform complex actions</a:t>
            </a:r>
            <a:r>
              <a:rPr lang="en-US" sz="2400" dirty="0"/>
              <a:t>. </a:t>
            </a:r>
            <a:r>
              <a:rPr lang="en-US" sz="2400" b="1" dirty="0"/>
              <a:t>For example, </a:t>
            </a:r>
            <a:r>
              <a:rPr lang="en-US" sz="2400" dirty="0"/>
              <a:t>think about a </a:t>
            </a:r>
            <a:r>
              <a:rPr lang="en-US" sz="2400" b="1" dirty="0">
                <a:solidFill>
                  <a:srgbClr val="C00000"/>
                </a:solidFill>
              </a:rPr>
              <a:t>cricket fielder </a:t>
            </a:r>
            <a:r>
              <a:rPr lang="en-US" sz="2400" dirty="0"/>
              <a:t>making a great catch. They have to calculate where the ball will land, how fast it's moving, and then decide when and where to jump to catch it. This requires a lot of </a:t>
            </a:r>
            <a:r>
              <a:rPr lang="en-US" sz="2400" b="1" dirty="0"/>
              <a:t>skill</a:t>
            </a:r>
            <a:r>
              <a:rPr lang="en-US" sz="2400" dirty="0"/>
              <a:t> and </a:t>
            </a:r>
            <a:r>
              <a:rPr lang="en-US" sz="2400" b="1" dirty="0"/>
              <a:t>quick</a:t>
            </a:r>
            <a:r>
              <a:rPr lang="en-US" sz="2400" dirty="0"/>
              <a:t> </a:t>
            </a:r>
            <a:r>
              <a:rPr lang="en-US" sz="2400" b="1" dirty="0"/>
              <a:t>thinking</a:t>
            </a:r>
            <a:r>
              <a:rPr lang="en-US" sz="2400" dirty="0"/>
              <a:t>.</a:t>
            </a:r>
          </a:p>
          <a:p>
            <a:endParaRPr lang="en-US" sz="2000" dirty="0"/>
          </a:p>
          <a:p>
            <a:r>
              <a:rPr lang="en-US" sz="2400" dirty="0"/>
              <a:t>Even simpler tasks, like </a:t>
            </a:r>
            <a:r>
              <a:rPr lang="en-US" sz="2400" b="1" dirty="0"/>
              <a:t>swimming</a:t>
            </a:r>
            <a:r>
              <a:rPr lang="en-US" sz="2400" dirty="0"/>
              <a:t> in a pool, require a lot of coordination and decision-making. Your brain has to figure out the right body movements and breathing techniques to swim effectively, especially since water is much denser than air. Despite these challenges, our brains are able to handle these tasks </a:t>
            </a:r>
            <a:r>
              <a:rPr lang="en-US" sz="2400" b="1" dirty="0">
                <a:solidFill>
                  <a:srgbClr val="C00000"/>
                </a:solidFill>
              </a:rPr>
              <a:t>because of their complex network of neurons</a:t>
            </a:r>
            <a:r>
              <a:rPr lang="en-US" sz="2400" dirty="0"/>
              <a:t>, which allow us to process information and make decisions quickly.</a:t>
            </a:r>
          </a:p>
          <a:p>
            <a:endParaRPr lang="en-US" sz="2000" dirty="0"/>
          </a:p>
          <a:p>
            <a:r>
              <a:rPr lang="en-US" sz="2400" dirty="0"/>
              <a:t>This amazing </a:t>
            </a:r>
            <a:r>
              <a:rPr lang="en-US" sz="2400" b="1" dirty="0"/>
              <a:t>ability of our brains</a:t>
            </a:r>
            <a:r>
              <a:rPr lang="en-US" sz="2400" dirty="0"/>
              <a:t> has inspired the </a:t>
            </a:r>
            <a:r>
              <a:rPr lang="en-US" sz="2400" b="1" dirty="0">
                <a:solidFill>
                  <a:srgbClr val="C00000"/>
                </a:solidFill>
              </a:rPr>
              <a:t>creation</a:t>
            </a:r>
            <a:r>
              <a:rPr lang="en-US" sz="2400" dirty="0"/>
              <a:t> of </a:t>
            </a:r>
            <a:r>
              <a:rPr lang="en-US" sz="2400" b="1" dirty="0"/>
              <a:t>Artificial Neural Networks (ANN). </a:t>
            </a:r>
            <a:r>
              <a:rPr lang="en-US" sz="2400" dirty="0"/>
              <a:t>These are like </a:t>
            </a:r>
            <a:r>
              <a:rPr lang="en-US" sz="2400" b="1" dirty="0">
                <a:solidFill>
                  <a:srgbClr val="C00000"/>
                </a:solidFill>
              </a:rPr>
              <a:t>computer models of the brain</a:t>
            </a:r>
            <a:r>
              <a:rPr lang="en-US" sz="2400" dirty="0"/>
              <a:t>, made up of </a:t>
            </a:r>
            <a:r>
              <a:rPr lang="en-US" sz="2400" b="1" dirty="0"/>
              <a:t>artificial neurons</a:t>
            </a:r>
            <a:r>
              <a:rPr lang="en-US" sz="2400" dirty="0"/>
              <a:t>. </a:t>
            </a:r>
            <a:r>
              <a:rPr lang="en-US" sz="2400" b="1" dirty="0">
                <a:solidFill>
                  <a:srgbClr val="C00000"/>
                </a:solidFill>
              </a:rPr>
              <a:t>They're designed to mimic how our brains work, </a:t>
            </a:r>
            <a:r>
              <a:rPr lang="en-US" sz="2400" dirty="0"/>
              <a:t>using </a:t>
            </a:r>
            <a:r>
              <a:rPr lang="en-US" sz="2400" b="1" dirty="0">
                <a:solidFill>
                  <a:srgbClr val="C00000"/>
                </a:solidFill>
              </a:rPr>
              <a:t>digital versions </a:t>
            </a:r>
            <a:r>
              <a:rPr lang="en-US" sz="2400" dirty="0"/>
              <a:t>of neurons to process information and make decisions. These artificial neurons are the basic building blocks of artificial neural networks.</a:t>
            </a:r>
          </a:p>
          <a:p>
            <a:endParaRPr lang="en-US" dirty="0"/>
          </a:p>
        </p:txBody>
      </p:sp>
    </p:spTree>
    <p:extLst>
      <p:ext uri="{BB962C8B-B14F-4D97-AF65-F5344CB8AC3E}">
        <p14:creationId xmlns:p14="http://schemas.microsoft.com/office/powerpoint/2010/main" val="6643152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A9DE3-862F-C78F-7801-E466CCF4733A}"/>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794075A-58A0-298F-9FB6-910BBB3E56A1}"/>
              </a:ext>
            </a:extLst>
          </p:cNvPr>
          <p:cNvPicPr>
            <a:picLocks noChangeAspect="1"/>
          </p:cNvPicPr>
          <p:nvPr/>
        </p:nvPicPr>
        <p:blipFill rotWithShape="1">
          <a:blip r:embed="rId2">
            <a:extLst>
              <a:ext uri="{28A0092B-C50C-407E-A947-70E740481C1C}">
                <a14:useLocalDpi xmlns:a14="http://schemas.microsoft.com/office/drawing/2010/main" val="0"/>
              </a:ext>
            </a:extLst>
          </a:blip>
          <a:srcRect t="3599" b="3599"/>
          <a:stretch/>
        </p:blipFill>
        <p:spPr>
          <a:xfrm>
            <a:off x="1517817" y="2165508"/>
            <a:ext cx="8878069" cy="4412975"/>
          </a:xfrm>
          <a:prstGeom prst="rect">
            <a:avLst/>
          </a:prstGeom>
        </p:spPr>
      </p:pic>
      <p:sp>
        <p:nvSpPr>
          <p:cNvPr id="3" name="TextBox 2">
            <a:extLst>
              <a:ext uri="{FF2B5EF4-FFF2-40B4-BE49-F238E27FC236}">
                <a16:creationId xmlns:a16="http://schemas.microsoft.com/office/drawing/2014/main" id="{24475C9C-CD67-A08C-A843-2413F03B96F0}"/>
              </a:ext>
            </a:extLst>
          </p:cNvPr>
          <p:cNvSpPr txBox="1"/>
          <p:nvPr/>
        </p:nvSpPr>
        <p:spPr>
          <a:xfrm>
            <a:off x="702779" y="279517"/>
            <a:ext cx="10786442" cy="3046988"/>
          </a:xfrm>
          <a:prstGeom prst="rect">
            <a:avLst/>
          </a:prstGeom>
          <a:noFill/>
        </p:spPr>
        <p:txBody>
          <a:bodyPr wrap="square">
            <a:spAutoFit/>
          </a:bodyPr>
          <a:lstStyle/>
          <a:p>
            <a:r>
              <a:rPr lang="en-US" sz="2400" b="1" dirty="0"/>
              <a:t>NEURAL NETWORKS:</a:t>
            </a:r>
          </a:p>
          <a:p>
            <a:r>
              <a:rPr lang="en-US" sz="2400" dirty="0"/>
              <a:t>Neural Networks form the </a:t>
            </a:r>
            <a:r>
              <a:rPr lang="en-US" sz="2400" b="1" dirty="0">
                <a:solidFill>
                  <a:srgbClr val="C00000"/>
                </a:solidFill>
              </a:rPr>
              <a:t>base of Deep Learning</a:t>
            </a:r>
            <a:r>
              <a:rPr lang="en-US" sz="2400" dirty="0"/>
              <a:t>, Which is a sub-field of ML where the Algorithms are inspired by the structure of the </a:t>
            </a:r>
            <a:r>
              <a:rPr lang="en-US" sz="2400" b="1" dirty="0">
                <a:solidFill>
                  <a:srgbClr val="C00000"/>
                </a:solidFill>
              </a:rPr>
              <a:t>Human Brain</a:t>
            </a:r>
            <a:r>
              <a:rPr lang="en-US" sz="2400" dirty="0"/>
              <a:t>. </a:t>
            </a:r>
            <a:br>
              <a:rPr lang="en-US" sz="2400" dirty="0"/>
            </a:br>
            <a:r>
              <a:rPr lang="en-US" sz="2400" dirty="0"/>
              <a:t>	Neural Networks </a:t>
            </a:r>
            <a:r>
              <a:rPr lang="en-US" sz="2400" b="1" dirty="0">
                <a:solidFill>
                  <a:srgbClr val="C00000"/>
                </a:solidFill>
              </a:rPr>
              <a:t>take in data </a:t>
            </a:r>
            <a:r>
              <a:rPr lang="en-US" sz="2400" dirty="0"/>
              <a:t>and </a:t>
            </a:r>
            <a:r>
              <a:rPr lang="en-US" sz="2400" b="1" dirty="0"/>
              <a:t>train themselves </a:t>
            </a:r>
            <a:r>
              <a:rPr lang="en-US" sz="2400" dirty="0"/>
              <a:t>to </a:t>
            </a:r>
            <a:r>
              <a:rPr lang="en-US" sz="2400" b="1" dirty="0">
                <a:solidFill>
                  <a:srgbClr val="C00000"/>
                </a:solidFill>
              </a:rPr>
              <a:t>recognize  the  patterns in this data</a:t>
            </a:r>
            <a:r>
              <a:rPr lang="en-US" sz="2400" dirty="0"/>
              <a:t> and then  </a:t>
            </a:r>
            <a:r>
              <a:rPr lang="en-US" sz="2400" b="1" dirty="0">
                <a:solidFill>
                  <a:srgbClr val="C00000"/>
                </a:solidFill>
              </a:rPr>
              <a:t>predicts  the output </a:t>
            </a:r>
            <a:r>
              <a:rPr lang="en-US" sz="2400" dirty="0"/>
              <a:t>for new set of </a:t>
            </a:r>
            <a:r>
              <a:rPr lang="en-US" sz="2400" b="1" dirty="0">
                <a:solidFill>
                  <a:schemeClr val="accent6"/>
                </a:solidFill>
              </a:rPr>
              <a:t>similar data </a:t>
            </a:r>
            <a:r>
              <a:rPr lang="en-US" sz="2400" dirty="0"/>
              <a:t>or </a:t>
            </a:r>
            <a:r>
              <a:rPr lang="en-US" sz="2400" b="1" dirty="0">
                <a:solidFill>
                  <a:schemeClr val="accent6"/>
                </a:solidFill>
              </a:rPr>
              <a:t>unseen data</a:t>
            </a:r>
            <a:r>
              <a:rPr lang="en-US" sz="2400" dirty="0"/>
              <a:t>. </a:t>
            </a:r>
          </a:p>
          <a:p>
            <a:endParaRPr lang="en-US" sz="2400" dirty="0"/>
          </a:p>
          <a:p>
            <a:endParaRPr lang="en-US" sz="2400" dirty="0"/>
          </a:p>
        </p:txBody>
      </p:sp>
    </p:spTree>
    <p:extLst>
      <p:ext uri="{BB962C8B-B14F-4D97-AF65-F5344CB8AC3E}">
        <p14:creationId xmlns:p14="http://schemas.microsoft.com/office/powerpoint/2010/main" val="62855467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4B1F7-3901-3079-465E-FDB98B039E3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F0895CA-7C46-22AD-E00F-C5B38FA3960D}"/>
              </a:ext>
            </a:extLst>
          </p:cNvPr>
          <p:cNvSpPr txBox="1"/>
          <p:nvPr/>
        </p:nvSpPr>
        <p:spPr>
          <a:xfrm>
            <a:off x="702906" y="474345"/>
            <a:ext cx="10786188" cy="5909310"/>
          </a:xfrm>
          <a:prstGeom prst="rect">
            <a:avLst/>
          </a:prstGeom>
          <a:noFill/>
        </p:spPr>
        <p:txBody>
          <a:bodyPr wrap="square">
            <a:spAutoFit/>
          </a:bodyPr>
          <a:lstStyle/>
          <a:p>
            <a:pPr marL="342900" indent="-342900" algn="l">
              <a:buAutoNum type="arabicPeriod"/>
            </a:pPr>
            <a:r>
              <a:rPr lang="en-US" sz="2200" b="1" i="0" dirty="0">
                <a:solidFill>
                  <a:srgbClr val="0D0D0D"/>
                </a:solidFill>
                <a:effectLst/>
                <a:latin typeface="Söhne"/>
              </a:rPr>
              <a:t>Neurons (Nodes):</a:t>
            </a:r>
            <a:r>
              <a:rPr lang="en-US" sz="2200" b="0" i="0" dirty="0">
                <a:solidFill>
                  <a:srgbClr val="0D0D0D"/>
                </a:solidFill>
                <a:effectLst/>
                <a:latin typeface="Söhne"/>
              </a:rPr>
              <a:t> </a:t>
            </a:r>
          </a:p>
          <a:p>
            <a:pPr lvl="1"/>
            <a:r>
              <a:rPr lang="en-US" sz="2200" dirty="0">
                <a:solidFill>
                  <a:srgbClr val="0D0D0D"/>
                </a:solidFill>
                <a:latin typeface="Söhne"/>
              </a:rPr>
              <a:t>	</a:t>
            </a:r>
            <a:r>
              <a:rPr lang="en-US" sz="2200" b="0" i="0" dirty="0">
                <a:solidFill>
                  <a:srgbClr val="0D0D0D"/>
                </a:solidFill>
                <a:effectLst/>
                <a:latin typeface="Söhne"/>
              </a:rPr>
              <a:t>Neurons are the </a:t>
            </a:r>
            <a:r>
              <a:rPr lang="en-US" sz="2200" b="1" i="0" dirty="0">
                <a:solidFill>
                  <a:srgbClr val="00B050"/>
                </a:solidFill>
                <a:effectLst/>
                <a:latin typeface="Söhne"/>
              </a:rPr>
              <a:t>basic computational </a:t>
            </a:r>
            <a:r>
              <a:rPr lang="en-US" sz="2200" b="0" i="0" dirty="0">
                <a:solidFill>
                  <a:srgbClr val="0D0D0D"/>
                </a:solidFill>
                <a:effectLst/>
                <a:latin typeface="Söhne"/>
              </a:rPr>
              <a:t>units of a neural network. Each neuron </a:t>
            </a:r>
            <a:r>
              <a:rPr lang="en-US" sz="2200" b="1" i="0" dirty="0">
                <a:solidFill>
                  <a:srgbClr val="C00000"/>
                </a:solidFill>
                <a:effectLst/>
                <a:latin typeface="Söhne"/>
              </a:rPr>
              <a:t>receives input signals from other neurons or external sources</a:t>
            </a:r>
            <a:r>
              <a:rPr lang="en-US" sz="2200" b="0" i="0" dirty="0">
                <a:solidFill>
                  <a:srgbClr val="0D0D0D"/>
                </a:solidFill>
                <a:effectLst/>
                <a:latin typeface="Söhne"/>
              </a:rPr>
              <a:t>, </a:t>
            </a:r>
            <a:r>
              <a:rPr lang="en-US" sz="2200" b="1" i="0" dirty="0">
                <a:solidFill>
                  <a:schemeClr val="accent1"/>
                </a:solidFill>
                <a:effectLst/>
                <a:latin typeface="Söhne"/>
              </a:rPr>
              <a:t>processes them</a:t>
            </a:r>
            <a:r>
              <a:rPr lang="en-US" sz="2200" b="0" i="0" dirty="0">
                <a:solidFill>
                  <a:srgbClr val="0D0D0D"/>
                </a:solidFill>
                <a:effectLst/>
                <a:latin typeface="Söhne"/>
              </a:rPr>
              <a:t>, and </a:t>
            </a:r>
            <a:r>
              <a:rPr lang="en-US" sz="2200" b="1" i="0" dirty="0">
                <a:solidFill>
                  <a:srgbClr val="00B0F0"/>
                </a:solidFill>
                <a:effectLst/>
                <a:latin typeface="Söhne"/>
              </a:rPr>
              <a:t>produces an output signal. 	</a:t>
            </a:r>
            <a:r>
              <a:rPr lang="en-US" sz="2200" b="0" i="0" dirty="0">
                <a:solidFill>
                  <a:srgbClr val="0D0D0D"/>
                </a:solidFill>
                <a:effectLst/>
                <a:latin typeface="Söhne"/>
              </a:rPr>
              <a:t>In artificial neural networks, </a:t>
            </a:r>
            <a:r>
              <a:rPr lang="en-US" sz="2200" b="1" i="0" dirty="0">
                <a:solidFill>
                  <a:srgbClr val="0D0D0D"/>
                </a:solidFill>
                <a:effectLst/>
                <a:latin typeface="Söhne"/>
              </a:rPr>
              <a:t>neurons are typically organized into layers: </a:t>
            </a:r>
            <a:r>
              <a:rPr lang="en-US" sz="2200" b="1" i="0" dirty="0">
                <a:solidFill>
                  <a:srgbClr val="C00000"/>
                </a:solidFill>
                <a:effectLst/>
                <a:latin typeface="Söhne"/>
              </a:rPr>
              <a:t>input layer, hidden layers (if any), and output layer.</a:t>
            </a:r>
          </a:p>
          <a:p>
            <a:pPr marL="342900" indent="-342900" algn="l">
              <a:buAutoNum type="arabicPeriod"/>
            </a:pPr>
            <a:endParaRPr lang="en-US" sz="1400" b="0" i="0" dirty="0">
              <a:solidFill>
                <a:srgbClr val="0D0D0D"/>
              </a:solidFill>
              <a:effectLst/>
              <a:latin typeface="Söhne"/>
            </a:endParaRPr>
          </a:p>
          <a:p>
            <a:pPr marL="342900" indent="-342900">
              <a:buFontTx/>
              <a:buAutoNum type="arabicPeriod"/>
            </a:pPr>
            <a:r>
              <a:rPr lang="en-US" sz="2200" b="1" i="0" dirty="0">
                <a:solidFill>
                  <a:srgbClr val="0D0D0D"/>
                </a:solidFill>
                <a:effectLst/>
                <a:latin typeface="Söhne"/>
              </a:rPr>
              <a:t>Connections (Edges):</a:t>
            </a:r>
            <a:r>
              <a:rPr lang="en-US" sz="2200" b="0" i="0" dirty="0">
                <a:solidFill>
                  <a:srgbClr val="0D0D0D"/>
                </a:solidFill>
                <a:effectLst/>
                <a:latin typeface="Söhne"/>
              </a:rPr>
              <a:t> </a:t>
            </a:r>
          </a:p>
          <a:p>
            <a:pPr lvl="1"/>
            <a:r>
              <a:rPr lang="en-US" sz="2200" dirty="0">
                <a:solidFill>
                  <a:srgbClr val="0D0D0D"/>
                </a:solidFill>
                <a:latin typeface="Söhne"/>
              </a:rPr>
              <a:t>	</a:t>
            </a:r>
            <a:r>
              <a:rPr lang="en-US" sz="2200" b="0" i="0" dirty="0">
                <a:solidFill>
                  <a:srgbClr val="0D0D0D"/>
                </a:solidFill>
                <a:effectLst/>
                <a:latin typeface="Söhne"/>
              </a:rPr>
              <a:t>Connections represent the </a:t>
            </a:r>
            <a:r>
              <a:rPr lang="en-US" sz="2200" b="1" i="0" dirty="0">
                <a:solidFill>
                  <a:srgbClr val="00B050"/>
                </a:solidFill>
                <a:effectLst/>
                <a:latin typeface="Söhne"/>
              </a:rPr>
              <a:t>flow of information between neurons in different layers</a:t>
            </a:r>
            <a:r>
              <a:rPr lang="en-US" sz="2200" b="0" i="0" dirty="0">
                <a:solidFill>
                  <a:srgbClr val="0D0D0D"/>
                </a:solidFill>
                <a:effectLst/>
                <a:latin typeface="Söhne"/>
              </a:rPr>
              <a:t>. Each connection is associated with a </a:t>
            </a:r>
            <a:r>
              <a:rPr lang="en-US" sz="2200" b="1" i="0" dirty="0">
                <a:solidFill>
                  <a:srgbClr val="0D0D0D"/>
                </a:solidFill>
                <a:effectLst/>
                <a:latin typeface="Söhne"/>
              </a:rPr>
              <a:t>weight</a:t>
            </a:r>
            <a:r>
              <a:rPr lang="en-US" sz="2200" b="0" i="0" dirty="0">
                <a:solidFill>
                  <a:srgbClr val="0D0D0D"/>
                </a:solidFill>
                <a:effectLst/>
                <a:latin typeface="Söhne"/>
              </a:rPr>
              <a:t> that </a:t>
            </a:r>
            <a:r>
              <a:rPr lang="en-US" sz="2200" b="1" i="0" dirty="0">
                <a:solidFill>
                  <a:srgbClr val="C00000"/>
                </a:solidFill>
                <a:effectLst/>
                <a:latin typeface="Söhne"/>
              </a:rPr>
              <a:t>determines the strength of the connection</a:t>
            </a:r>
            <a:r>
              <a:rPr lang="en-US" sz="2200" b="0" i="0" dirty="0">
                <a:solidFill>
                  <a:srgbClr val="0D0D0D"/>
                </a:solidFill>
                <a:effectLst/>
                <a:latin typeface="Söhne"/>
              </a:rPr>
              <a:t>. These </a:t>
            </a:r>
            <a:r>
              <a:rPr lang="en-US" sz="2200" b="1" i="0" dirty="0">
                <a:solidFill>
                  <a:srgbClr val="0D0D0D"/>
                </a:solidFill>
                <a:effectLst/>
                <a:latin typeface="Söhne"/>
              </a:rPr>
              <a:t>weights are </a:t>
            </a:r>
            <a:r>
              <a:rPr lang="en-US" sz="2200" b="1" i="0" dirty="0">
                <a:solidFill>
                  <a:srgbClr val="C00000"/>
                </a:solidFill>
                <a:effectLst/>
                <a:latin typeface="Söhne"/>
              </a:rPr>
              <a:t>adjusted during the learning process </a:t>
            </a:r>
            <a:r>
              <a:rPr lang="en-US" sz="2200" b="1" i="0" dirty="0">
                <a:solidFill>
                  <a:srgbClr val="0D0D0D"/>
                </a:solidFill>
                <a:effectLst/>
                <a:latin typeface="Söhne"/>
              </a:rPr>
              <a:t>t</a:t>
            </a:r>
            <a:r>
              <a:rPr lang="en-US" sz="2200" b="0" i="0" dirty="0">
                <a:solidFill>
                  <a:srgbClr val="0D0D0D"/>
                </a:solidFill>
                <a:effectLst/>
                <a:latin typeface="Söhne"/>
              </a:rPr>
              <a:t>o optimize the network's performance.</a:t>
            </a:r>
            <a:endParaRPr lang="en-US" sz="2200" dirty="0">
              <a:solidFill>
                <a:srgbClr val="0D0D0D"/>
              </a:solidFill>
              <a:latin typeface="Söhne"/>
            </a:endParaRPr>
          </a:p>
          <a:p>
            <a:pPr marL="342900" indent="-342900" algn="l">
              <a:buAutoNum type="arabicPeriod"/>
            </a:pPr>
            <a:endParaRPr lang="en-US" sz="1200" b="0" i="0" dirty="0">
              <a:solidFill>
                <a:srgbClr val="0D0D0D"/>
              </a:solidFill>
              <a:effectLst/>
              <a:latin typeface="Söhne"/>
            </a:endParaRPr>
          </a:p>
          <a:p>
            <a:pPr marL="342900" indent="-342900">
              <a:buFontTx/>
              <a:buAutoNum type="arabicPeriod"/>
            </a:pPr>
            <a:r>
              <a:rPr lang="en-US" sz="2200" b="1" i="0" dirty="0">
                <a:solidFill>
                  <a:srgbClr val="0D0D0D"/>
                </a:solidFill>
                <a:effectLst/>
                <a:latin typeface="Söhne"/>
              </a:rPr>
              <a:t>Layers:</a:t>
            </a:r>
            <a:r>
              <a:rPr lang="en-US" sz="2200" b="0" i="0" dirty="0">
                <a:solidFill>
                  <a:srgbClr val="0D0D0D"/>
                </a:solidFill>
                <a:effectLst/>
                <a:latin typeface="Söhne"/>
              </a:rPr>
              <a:t> </a:t>
            </a:r>
          </a:p>
          <a:p>
            <a:pPr lvl="1"/>
            <a:r>
              <a:rPr lang="en-US" sz="2200" dirty="0">
                <a:solidFill>
                  <a:srgbClr val="0D0D0D"/>
                </a:solidFill>
                <a:latin typeface="Söhne"/>
              </a:rPr>
              <a:t>	</a:t>
            </a:r>
            <a:r>
              <a:rPr lang="en-US" sz="2200" b="0" i="0" dirty="0">
                <a:solidFill>
                  <a:srgbClr val="0D0D0D"/>
                </a:solidFill>
                <a:effectLst/>
                <a:latin typeface="Söhne"/>
              </a:rPr>
              <a:t>A neural network is composed of </a:t>
            </a:r>
            <a:r>
              <a:rPr lang="en-US" sz="2200" b="1" i="0" dirty="0">
                <a:solidFill>
                  <a:srgbClr val="C00000"/>
                </a:solidFill>
                <a:effectLst/>
                <a:latin typeface="Söhne"/>
              </a:rPr>
              <a:t>multiple layers of neurons</a:t>
            </a:r>
            <a:r>
              <a:rPr lang="en-US" sz="2200" b="0" i="0" dirty="0">
                <a:solidFill>
                  <a:srgbClr val="0D0D0D"/>
                </a:solidFill>
                <a:effectLst/>
                <a:latin typeface="Söhne"/>
              </a:rPr>
              <a:t>. The </a:t>
            </a:r>
            <a:r>
              <a:rPr lang="en-US" sz="2200" b="1" i="0" dirty="0">
                <a:solidFill>
                  <a:srgbClr val="00B0F0"/>
                </a:solidFill>
                <a:effectLst/>
                <a:latin typeface="Söhne"/>
              </a:rPr>
              <a:t>input layer </a:t>
            </a:r>
            <a:r>
              <a:rPr lang="en-US" sz="2200" b="0" i="0" dirty="0">
                <a:solidFill>
                  <a:srgbClr val="0D0D0D"/>
                </a:solidFill>
                <a:effectLst/>
                <a:latin typeface="Söhne"/>
              </a:rPr>
              <a:t>receives input data, the </a:t>
            </a:r>
            <a:r>
              <a:rPr lang="en-US" sz="2200" b="1" i="0" dirty="0">
                <a:solidFill>
                  <a:srgbClr val="00B0F0"/>
                </a:solidFill>
                <a:effectLst/>
                <a:latin typeface="Söhne"/>
              </a:rPr>
              <a:t>output layer </a:t>
            </a:r>
            <a:r>
              <a:rPr lang="en-US" sz="2200" b="0" i="0" dirty="0">
                <a:solidFill>
                  <a:srgbClr val="0D0D0D"/>
                </a:solidFill>
                <a:effectLst/>
                <a:latin typeface="Söhne"/>
              </a:rPr>
              <a:t>produces the network's output, and one or more </a:t>
            </a:r>
            <a:r>
              <a:rPr lang="en-US" sz="2200" b="1" i="0" dirty="0">
                <a:solidFill>
                  <a:srgbClr val="00B0F0"/>
                </a:solidFill>
                <a:effectLst/>
                <a:latin typeface="Söhne"/>
              </a:rPr>
              <a:t>hidden layers </a:t>
            </a:r>
            <a:r>
              <a:rPr lang="en-US" sz="2200" b="0" i="0" dirty="0">
                <a:solidFill>
                  <a:srgbClr val="0D0D0D"/>
                </a:solidFill>
                <a:effectLst/>
                <a:latin typeface="Söhne"/>
              </a:rPr>
              <a:t>(if present) </a:t>
            </a:r>
            <a:r>
              <a:rPr lang="en-US" sz="2200" b="1" i="0" dirty="0">
                <a:solidFill>
                  <a:srgbClr val="0D0D0D"/>
                </a:solidFill>
                <a:effectLst/>
                <a:latin typeface="Söhne"/>
              </a:rPr>
              <a:t>perform intermediate computations. </a:t>
            </a:r>
            <a:r>
              <a:rPr lang="en-US" sz="2200" b="0" i="0" dirty="0">
                <a:solidFill>
                  <a:srgbClr val="0D0D0D"/>
                </a:solidFill>
                <a:effectLst/>
                <a:latin typeface="Söhne"/>
              </a:rPr>
              <a:t>The number of layers and the number of neurons in each layer can vary depending on the </a:t>
            </a:r>
            <a:r>
              <a:rPr lang="en-US" sz="2200" b="1" i="0" dirty="0">
                <a:solidFill>
                  <a:srgbClr val="C00000"/>
                </a:solidFill>
                <a:effectLst/>
                <a:latin typeface="Söhne"/>
              </a:rPr>
              <a:t>complexity of the problem </a:t>
            </a:r>
            <a:r>
              <a:rPr lang="en-US" sz="2200" b="1" i="0" dirty="0">
                <a:solidFill>
                  <a:srgbClr val="0D0D0D"/>
                </a:solidFill>
                <a:effectLst/>
                <a:latin typeface="Söhne"/>
              </a:rPr>
              <a:t>and </a:t>
            </a:r>
            <a:r>
              <a:rPr lang="en-US" sz="2200" b="1" i="0" dirty="0">
                <a:solidFill>
                  <a:srgbClr val="C00000"/>
                </a:solidFill>
                <a:effectLst/>
                <a:latin typeface="Söhne"/>
              </a:rPr>
              <a:t>the architecture of the network</a:t>
            </a:r>
            <a:r>
              <a:rPr lang="en-US" sz="2200" b="1" i="0" dirty="0">
                <a:solidFill>
                  <a:srgbClr val="0D0D0D"/>
                </a:solidFill>
                <a:effectLst/>
                <a:latin typeface="Söhne"/>
              </a:rPr>
              <a:t>.</a:t>
            </a:r>
          </a:p>
        </p:txBody>
      </p:sp>
    </p:spTree>
    <p:extLst>
      <p:ext uri="{BB962C8B-B14F-4D97-AF65-F5344CB8AC3E}">
        <p14:creationId xmlns:p14="http://schemas.microsoft.com/office/powerpoint/2010/main" val="20914008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95198C9-6B6F-8B81-2D67-C7729E72FF6E}"/>
              </a:ext>
            </a:extLst>
          </p:cNvPr>
          <p:cNvSpPr txBox="1"/>
          <p:nvPr/>
        </p:nvSpPr>
        <p:spPr>
          <a:xfrm>
            <a:off x="683079" y="327745"/>
            <a:ext cx="10261730" cy="2800767"/>
          </a:xfrm>
          <a:prstGeom prst="rect">
            <a:avLst/>
          </a:prstGeom>
          <a:noFill/>
        </p:spPr>
        <p:txBody>
          <a:bodyPr wrap="square">
            <a:spAutoFit/>
          </a:bodyPr>
          <a:lstStyle/>
          <a:p>
            <a:r>
              <a:rPr lang="en-US" sz="2400" b="1" i="0" dirty="0">
                <a:solidFill>
                  <a:srgbClr val="C00000"/>
                </a:solidFill>
                <a:effectLst/>
                <a:latin typeface="Söhne"/>
              </a:rPr>
              <a:t>Structure of an Artificial Neural Network: </a:t>
            </a:r>
            <a:r>
              <a:rPr lang="en-US" sz="2400" b="1" dirty="0">
                <a:solidFill>
                  <a:srgbClr val="00B050"/>
                </a:solidFill>
              </a:rPr>
              <a:t>is a Network of Neurons</a:t>
            </a:r>
            <a:endParaRPr lang="en-US" sz="2400" b="1" i="0" dirty="0">
              <a:solidFill>
                <a:srgbClr val="C00000"/>
              </a:solidFill>
              <a:effectLst/>
              <a:latin typeface="Söhne"/>
            </a:endParaRPr>
          </a:p>
          <a:p>
            <a:r>
              <a:rPr lang="en-US" dirty="0">
                <a:solidFill>
                  <a:srgbClr val="0D0D0D"/>
                </a:solidFill>
                <a:latin typeface="Söhne"/>
              </a:rPr>
              <a:t>	</a:t>
            </a:r>
            <a:r>
              <a:rPr lang="en-US" sz="2000" b="0" i="0" dirty="0">
                <a:solidFill>
                  <a:srgbClr val="0D0D0D"/>
                </a:solidFill>
                <a:effectLst/>
                <a:latin typeface="Söhne"/>
              </a:rPr>
              <a:t>The architecture of an artificial neural network (ANN) refers to its structural layout, including the arrangement of neurons (nodes) and the connections between them. The architecture determines how information flows through the network and how computations are performed. </a:t>
            </a:r>
          </a:p>
          <a:p>
            <a:endParaRPr lang="en-US" dirty="0">
              <a:solidFill>
                <a:srgbClr val="0D0D0D"/>
              </a:solidFill>
              <a:latin typeface="Söhne"/>
            </a:endParaRPr>
          </a:p>
          <a:p>
            <a:pPr marL="342900" indent="-342900">
              <a:buFont typeface="+mj-lt"/>
              <a:buAutoNum type="arabicPeriod"/>
            </a:pPr>
            <a:r>
              <a:rPr lang="en-US" b="1" i="0" dirty="0">
                <a:solidFill>
                  <a:srgbClr val="0D0D0D"/>
                </a:solidFill>
                <a:effectLst/>
                <a:latin typeface="Söhne"/>
              </a:rPr>
              <a:t>Input Layer</a:t>
            </a:r>
          </a:p>
          <a:p>
            <a:pPr marL="342900" indent="-342900">
              <a:buFont typeface="+mj-lt"/>
              <a:buAutoNum type="arabicPeriod"/>
            </a:pPr>
            <a:r>
              <a:rPr lang="en-US" b="1" dirty="0">
                <a:solidFill>
                  <a:srgbClr val="0D0D0D"/>
                </a:solidFill>
                <a:latin typeface="Söhne"/>
              </a:rPr>
              <a:t>Hidden Layer</a:t>
            </a:r>
          </a:p>
          <a:p>
            <a:pPr marL="342900" indent="-342900">
              <a:buFont typeface="+mj-lt"/>
              <a:buAutoNum type="arabicPeriod"/>
            </a:pPr>
            <a:r>
              <a:rPr lang="en-US" b="1" i="0" dirty="0">
                <a:solidFill>
                  <a:srgbClr val="0D0D0D"/>
                </a:solidFill>
                <a:effectLst/>
                <a:latin typeface="Söhne"/>
              </a:rPr>
              <a:t>Output Layer</a:t>
            </a:r>
            <a:endParaRPr lang="en-US" b="0" i="0" dirty="0">
              <a:solidFill>
                <a:srgbClr val="0D0D0D"/>
              </a:solidFill>
              <a:effectLst/>
              <a:latin typeface="Söhne"/>
            </a:endParaRPr>
          </a:p>
        </p:txBody>
      </p:sp>
      <p:pic>
        <p:nvPicPr>
          <p:cNvPr id="2" name="Picture 1">
            <a:extLst>
              <a:ext uri="{FF2B5EF4-FFF2-40B4-BE49-F238E27FC236}">
                <a16:creationId xmlns:a16="http://schemas.microsoft.com/office/drawing/2014/main" id="{15BA55CC-437B-A3A8-FE90-23D03B11D1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34513" y="1728128"/>
            <a:ext cx="8304345" cy="4865369"/>
          </a:xfrm>
          <a:prstGeom prst="rect">
            <a:avLst/>
          </a:prstGeom>
        </p:spPr>
      </p:pic>
    </p:spTree>
    <p:extLst>
      <p:ext uri="{BB962C8B-B14F-4D97-AF65-F5344CB8AC3E}">
        <p14:creationId xmlns:p14="http://schemas.microsoft.com/office/powerpoint/2010/main" val="145215039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909F1-E443-4B01-D0D2-D7AF92EEEB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C14414-F583-CD61-B8DF-86B4EB847812}"/>
              </a:ext>
            </a:extLst>
          </p:cNvPr>
          <p:cNvSpPr>
            <a:spLocks noGrp="1"/>
          </p:cNvSpPr>
          <p:nvPr>
            <p:ph idx="1"/>
          </p:nvPr>
        </p:nvSpPr>
        <p:spPr>
          <a:xfrm>
            <a:off x="777240" y="707571"/>
            <a:ext cx="10659110" cy="5469392"/>
          </a:xfrm>
        </p:spPr>
        <p:txBody>
          <a:bodyPr>
            <a:normAutofit/>
          </a:bodyPr>
          <a:lstStyle/>
          <a:p>
            <a:pPr marL="0" indent="0">
              <a:buNone/>
            </a:pPr>
            <a:r>
              <a:rPr lang="en-US" sz="2400" b="1" dirty="0" err="1"/>
              <a:t>Smple</a:t>
            </a:r>
            <a:r>
              <a:rPr lang="en-US" sz="2400" b="1" dirty="0"/>
              <a:t> Real-world example: Handwritten Digit Recognition (0–9)</a:t>
            </a:r>
          </a:p>
          <a:p>
            <a:r>
              <a:rPr lang="en-US" sz="2400" b="1" dirty="0"/>
              <a:t>Problem: </a:t>
            </a:r>
            <a:r>
              <a:rPr lang="en-US" sz="2400" dirty="0"/>
              <a:t>Given an image of a handwritten digit, predict what digit (0 to 9) it represents.</a:t>
            </a:r>
          </a:p>
          <a:p>
            <a:pPr marL="0" indent="0">
              <a:buNone/>
            </a:pPr>
            <a:endParaRPr lang="en-US" sz="2400" b="1" dirty="0"/>
          </a:p>
          <a:p>
            <a:pPr marL="0" indent="0">
              <a:buNone/>
            </a:pPr>
            <a:r>
              <a:rPr lang="en-US" sz="2400" b="1" dirty="0"/>
              <a:t>Input Layer (</a:t>
            </a:r>
            <a:r>
              <a:rPr lang="en-US" sz="2400" b="1" dirty="0" err="1"/>
              <a:t>i</a:t>
            </a:r>
            <a:r>
              <a:rPr lang="en-US" sz="2400" b="1" dirty="0"/>
              <a:t>):</a:t>
            </a:r>
          </a:p>
          <a:p>
            <a:r>
              <a:rPr lang="en-US" sz="2400" dirty="0"/>
              <a:t>Each input neuron represents a </a:t>
            </a:r>
            <a:r>
              <a:rPr lang="en-US" sz="2400" b="1" dirty="0"/>
              <a:t>pixel</a:t>
            </a:r>
            <a:r>
              <a:rPr lang="en-US" sz="2400" dirty="0"/>
              <a:t> from the image.</a:t>
            </a:r>
          </a:p>
          <a:p>
            <a:r>
              <a:rPr lang="en-US" sz="2400" dirty="0"/>
              <a:t>If we use a </a:t>
            </a:r>
            <a:r>
              <a:rPr lang="en-US" sz="2400" b="1" dirty="0"/>
              <a:t>28×28 grayscale image</a:t>
            </a:r>
            <a:r>
              <a:rPr lang="en-US" sz="2400" dirty="0"/>
              <a:t>, we have </a:t>
            </a:r>
            <a:r>
              <a:rPr lang="en-US" sz="2400" b="1" dirty="0"/>
              <a:t>784 input values</a:t>
            </a:r>
            <a:r>
              <a:rPr lang="en-US" sz="2400" dirty="0"/>
              <a:t> (28×28).</a:t>
            </a:r>
          </a:p>
          <a:p>
            <a:r>
              <a:rPr lang="en-US" sz="2400" dirty="0"/>
              <a:t>So, </a:t>
            </a:r>
            <a:r>
              <a:rPr lang="en-US" sz="2400" b="1" dirty="0"/>
              <a:t>Input 1 to Input n</a:t>
            </a:r>
            <a:r>
              <a:rPr lang="en-US" sz="2400" dirty="0"/>
              <a:t> = pixel values (0 to 255 scaled between 0 and 1).</a:t>
            </a:r>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17555317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EFAC7-3060-4E16-147D-B071F934EC2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3897975-1BBD-F063-A985-DAF5DA4365DB}"/>
              </a:ext>
            </a:extLst>
          </p:cNvPr>
          <p:cNvSpPr>
            <a:spLocks noGrp="1"/>
          </p:cNvSpPr>
          <p:nvPr>
            <p:ph idx="1"/>
          </p:nvPr>
        </p:nvSpPr>
        <p:spPr>
          <a:xfrm>
            <a:off x="777240" y="707571"/>
            <a:ext cx="10659110" cy="5469392"/>
          </a:xfrm>
        </p:spPr>
        <p:txBody>
          <a:bodyPr>
            <a:normAutofit/>
          </a:bodyPr>
          <a:lstStyle/>
          <a:p>
            <a:pPr marL="0" indent="0">
              <a:buNone/>
            </a:pPr>
            <a:r>
              <a:rPr lang="en-US" sz="2800" b="1" dirty="0"/>
              <a:t>2. Hidden Layers (h₁, h₂, ..., hₙ):</a:t>
            </a:r>
          </a:p>
          <a:p>
            <a:r>
              <a:rPr lang="en-US" sz="2800" dirty="0"/>
              <a:t>These layers do the computation.</a:t>
            </a:r>
          </a:p>
          <a:p>
            <a:r>
              <a:rPr lang="en-US" sz="2800" dirty="0"/>
              <a:t>They apply weights, biases, and activation functions to learn features like curves, corners, and shapes in the digit.</a:t>
            </a:r>
          </a:p>
          <a:p>
            <a:r>
              <a:rPr lang="en-US" sz="2800" b="1" dirty="0"/>
              <a:t>Example:</a:t>
            </a:r>
          </a:p>
          <a:p>
            <a:pPr lvl="1"/>
            <a:r>
              <a:rPr lang="en-US" sz="2800" dirty="0"/>
              <a:t>First hidden layer might </a:t>
            </a:r>
            <a:r>
              <a:rPr lang="en-US" sz="2800" b="1" dirty="0"/>
              <a:t>detect edges</a:t>
            </a:r>
            <a:r>
              <a:rPr lang="en-US" sz="2800" dirty="0"/>
              <a:t>,</a:t>
            </a:r>
          </a:p>
          <a:p>
            <a:pPr lvl="1"/>
            <a:r>
              <a:rPr lang="en-US" sz="2800" dirty="0"/>
              <a:t>Second one might </a:t>
            </a:r>
            <a:r>
              <a:rPr lang="en-US" sz="2800" b="1" dirty="0"/>
              <a:t>identify round </a:t>
            </a:r>
            <a:r>
              <a:rPr lang="en-US" sz="2800" dirty="0"/>
              <a:t>or </a:t>
            </a:r>
            <a:r>
              <a:rPr lang="en-US" sz="2800" b="1" dirty="0"/>
              <a:t>straight shapes</a:t>
            </a:r>
            <a:r>
              <a:rPr lang="en-US" sz="2800" dirty="0"/>
              <a:t>,</a:t>
            </a:r>
          </a:p>
          <a:p>
            <a:pPr lvl="1"/>
            <a:r>
              <a:rPr lang="en-US" sz="2800" dirty="0"/>
              <a:t>Deeper layers combine this into </a:t>
            </a:r>
            <a:r>
              <a:rPr lang="en-US" sz="2800" b="1" dirty="0"/>
              <a:t>understanding</a:t>
            </a:r>
            <a:r>
              <a:rPr lang="en-US" sz="2800" dirty="0"/>
              <a:t> “Is this a 3 or an 8?”</a:t>
            </a:r>
          </a:p>
          <a:p>
            <a:pPr marL="0" indent="0">
              <a:buNone/>
            </a:pPr>
            <a:endParaRPr lang="en-US" sz="2800" dirty="0"/>
          </a:p>
          <a:p>
            <a:pPr marL="0" indent="0">
              <a:buNone/>
            </a:pPr>
            <a:endParaRPr lang="en-IN" sz="2800" dirty="0"/>
          </a:p>
        </p:txBody>
      </p:sp>
    </p:spTree>
    <p:extLst>
      <p:ext uri="{BB962C8B-B14F-4D97-AF65-F5344CB8AC3E}">
        <p14:creationId xmlns:p14="http://schemas.microsoft.com/office/powerpoint/2010/main" val="73834272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BBBD0-5D67-62C0-59C6-C1423629F49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92821A-3EA0-7E9F-D288-1F34FCFA68E2}"/>
              </a:ext>
            </a:extLst>
          </p:cNvPr>
          <p:cNvSpPr>
            <a:spLocks noGrp="1"/>
          </p:cNvSpPr>
          <p:nvPr>
            <p:ph idx="1"/>
          </p:nvPr>
        </p:nvSpPr>
        <p:spPr>
          <a:xfrm>
            <a:off x="777240" y="707571"/>
            <a:ext cx="10659110" cy="5469392"/>
          </a:xfrm>
        </p:spPr>
        <p:txBody>
          <a:bodyPr>
            <a:normAutofit/>
          </a:bodyPr>
          <a:lstStyle/>
          <a:p>
            <a:pPr marL="0" indent="0">
              <a:buNone/>
            </a:pPr>
            <a:r>
              <a:rPr lang="en-US" sz="2800" b="1" dirty="0"/>
              <a:t>3. Output Layer (o):</a:t>
            </a:r>
          </a:p>
          <a:p>
            <a:r>
              <a:rPr lang="en-US" sz="2800" dirty="0"/>
              <a:t>Contains </a:t>
            </a:r>
            <a:r>
              <a:rPr lang="en-US" sz="2800" b="1" dirty="0"/>
              <a:t>10 neurons</a:t>
            </a:r>
            <a:r>
              <a:rPr lang="en-US" sz="2800" dirty="0"/>
              <a:t>, one for each digit (0 to 9).</a:t>
            </a:r>
          </a:p>
          <a:p>
            <a:r>
              <a:rPr lang="en-US" sz="2800" dirty="0"/>
              <a:t>Uses a </a:t>
            </a:r>
            <a:r>
              <a:rPr lang="en-US" sz="2800" b="1" dirty="0" err="1"/>
              <a:t>softmax</a:t>
            </a:r>
            <a:r>
              <a:rPr lang="en-US" sz="2800" b="1" dirty="0"/>
              <a:t> activation function</a:t>
            </a:r>
            <a:r>
              <a:rPr lang="en-US" sz="2800" dirty="0"/>
              <a:t> to give </a:t>
            </a:r>
            <a:r>
              <a:rPr lang="en-US" sz="2800" b="1" dirty="0"/>
              <a:t>probability scores</a:t>
            </a:r>
            <a:r>
              <a:rPr lang="en-US" sz="2800" dirty="0"/>
              <a:t> for each digit.</a:t>
            </a:r>
          </a:p>
          <a:p>
            <a:r>
              <a:rPr lang="en-US" sz="2800" b="1" dirty="0"/>
              <a:t>Output example:</a:t>
            </a:r>
          </a:p>
          <a:p>
            <a:endParaRPr lang="en-US" sz="2800" b="1" dirty="0"/>
          </a:p>
          <a:p>
            <a:endParaRPr lang="en-US" sz="2800" b="1" dirty="0"/>
          </a:p>
          <a:p>
            <a:endParaRPr lang="en-US" sz="2800" b="1" dirty="0"/>
          </a:p>
          <a:p>
            <a:r>
              <a:rPr lang="en-US" sz="2800" dirty="0"/>
              <a:t>Here, the highest probability (0.91) is at index 3 → the model predicts the digit is </a:t>
            </a:r>
            <a:r>
              <a:rPr lang="en-US" sz="2800" b="1" dirty="0"/>
              <a:t>3</a:t>
            </a:r>
            <a:r>
              <a:rPr lang="en-US" sz="2800" dirty="0"/>
              <a:t>.</a:t>
            </a:r>
            <a:endParaRPr lang="en-US" sz="2800" b="1" dirty="0"/>
          </a:p>
          <a:p>
            <a:pPr marL="0" indent="0">
              <a:buNone/>
            </a:pPr>
            <a:endParaRPr lang="en-US" sz="2800" b="1" dirty="0"/>
          </a:p>
          <a:p>
            <a:pPr marL="0" indent="0">
              <a:buNone/>
            </a:pPr>
            <a:endParaRPr lang="en-US" sz="2800" b="1" dirty="0"/>
          </a:p>
          <a:p>
            <a:pPr marL="0" indent="0">
              <a:buNone/>
            </a:pPr>
            <a:endParaRPr lang="en-IN" sz="2800" dirty="0"/>
          </a:p>
        </p:txBody>
      </p:sp>
      <p:pic>
        <p:nvPicPr>
          <p:cNvPr id="4" name="Picture 3">
            <a:extLst>
              <a:ext uri="{FF2B5EF4-FFF2-40B4-BE49-F238E27FC236}">
                <a16:creationId xmlns:a16="http://schemas.microsoft.com/office/drawing/2014/main" id="{499ECD61-1DD6-AE82-1CBF-CE87D85EB246}"/>
              </a:ext>
            </a:extLst>
          </p:cNvPr>
          <p:cNvPicPr>
            <a:picLocks noChangeAspect="1"/>
          </p:cNvPicPr>
          <p:nvPr/>
        </p:nvPicPr>
        <p:blipFill>
          <a:blip r:embed="rId2"/>
          <a:stretch>
            <a:fillRect/>
          </a:stretch>
        </p:blipFill>
        <p:spPr>
          <a:xfrm>
            <a:off x="1487923" y="3429000"/>
            <a:ext cx="9789676" cy="711817"/>
          </a:xfrm>
          <a:prstGeom prst="rect">
            <a:avLst/>
          </a:prstGeom>
        </p:spPr>
      </p:pic>
    </p:spTree>
    <p:extLst>
      <p:ext uri="{BB962C8B-B14F-4D97-AF65-F5344CB8AC3E}">
        <p14:creationId xmlns:p14="http://schemas.microsoft.com/office/powerpoint/2010/main" val="258892047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A9F84-B588-0F59-D7CB-4815B7265E3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8F4650-5E0E-7876-F84A-6AA83F880C09}"/>
              </a:ext>
            </a:extLst>
          </p:cNvPr>
          <p:cNvSpPr>
            <a:spLocks noGrp="1"/>
          </p:cNvSpPr>
          <p:nvPr>
            <p:ph idx="1"/>
          </p:nvPr>
        </p:nvSpPr>
        <p:spPr>
          <a:xfrm>
            <a:off x="777240" y="707571"/>
            <a:ext cx="10659110" cy="5469392"/>
          </a:xfrm>
        </p:spPr>
        <p:txBody>
          <a:bodyPr>
            <a:normAutofit/>
          </a:bodyPr>
          <a:lstStyle/>
          <a:p>
            <a:pPr marL="0" indent="0">
              <a:buNone/>
            </a:pPr>
            <a:r>
              <a:rPr lang="en-IN" sz="2800" b="1" dirty="0"/>
              <a:t>Summary of Each Layer in the Diagram:</a:t>
            </a:r>
            <a:endParaRPr lang="en-IN" sz="3200" dirty="0"/>
          </a:p>
        </p:txBody>
      </p:sp>
      <p:graphicFrame>
        <p:nvGraphicFramePr>
          <p:cNvPr id="5" name="Table 4">
            <a:extLst>
              <a:ext uri="{FF2B5EF4-FFF2-40B4-BE49-F238E27FC236}">
                <a16:creationId xmlns:a16="http://schemas.microsoft.com/office/drawing/2014/main" id="{F435F8C8-B583-8D9C-A454-8B5F185D5B61}"/>
              </a:ext>
            </a:extLst>
          </p:cNvPr>
          <p:cNvGraphicFramePr>
            <a:graphicFrameLocks noGrp="1"/>
          </p:cNvGraphicFramePr>
          <p:nvPr>
            <p:extLst>
              <p:ext uri="{D42A27DB-BD31-4B8C-83A1-F6EECF244321}">
                <p14:modId xmlns:p14="http://schemas.microsoft.com/office/powerpoint/2010/main" val="3268271972"/>
              </p:ext>
            </p:extLst>
          </p:nvPr>
        </p:nvGraphicFramePr>
        <p:xfrm>
          <a:off x="991188" y="1525972"/>
          <a:ext cx="10423570" cy="4189027"/>
        </p:xfrm>
        <a:graphic>
          <a:graphicData uri="http://schemas.openxmlformats.org/drawingml/2006/table">
            <a:tbl>
              <a:tblPr firstRow="1" firstCol="1" bandRow="1">
                <a:tableStyleId>{5C22544A-7EE6-4342-B048-85BDC9FD1C3A}</a:tableStyleId>
              </a:tblPr>
              <a:tblGrid>
                <a:gridCol w="2862355">
                  <a:extLst>
                    <a:ext uri="{9D8B030D-6E8A-4147-A177-3AD203B41FA5}">
                      <a16:colId xmlns:a16="http://schemas.microsoft.com/office/drawing/2014/main" val="1723617380"/>
                    </a:ext>
                  </a:extLst>
                </a:gridCol>
                <a:gridCol w="4085921">
                  <a:extLst>
                    <a:ext uri="{9D8B030D-6E8A-4147-A177-3AD203B41FA5}">
                      <a16:colId xmlns:a16="http://schemas.microsoft.com/office/drawing/2014/main" val="1812195808"/>
                    </a:ext>
                  </a:extLst>
                </a:gridCol>
                <a:gridCol w="3475294">
                  <a:extLst>
                    <a:ext uri="{9D8B030D-6E8A-4147-A177-3AD203B41FA5}">
                      <a16:colId xmlns:a16="http://schemas.microsoft.com/office/drawing/2014/main" val="1967425504"/>
                    </a:ext>
                  </a:extLst>
                </a:gridCol>
              </a:tblGrid>
              <a:tr h="643287">
                <a:tc>
                  <a:txBody>
                    <a:bodyPr/>
                    <a:lstStyle/>
                    <a:p>
                      <a:pPr>
                        <a:lnSpc>
                          <a:spcPct val="115000"/>
                        </a:lnSpc>
                        <a:spcAft>
                          <a:spcPts val="800"/>
                        </a:spcAft>
                        <a:buNone/>
                      </a:pPr>
                      <a:r>
                        <a:rPr lang="en-IN" sz="2400" kern="100">
                          <a:effectLst/>
                        </a:rPr>
                        <a:t>Layer</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What it does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In our example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8720522"/>
                  </a:ext>
                </a:extLst>
              </a:tr>
              <a:tr h="1321592">
                <a:tc>
                  <a:txBody>
                    <a:bodyPr/>
                    <a:lstStyle/>
                    <a:p>
                      <a:pPr>
                        <a:lnSpc>
                          <a:spcPct val="115000"/>
                        </a:lnSpc>
                        <a:spcAft>
                          <a:spcPts val="800"/>
                        </a:spcAft>
                        <a:buNone/>
                      </a:pPr>
                      <a:r>
                        <a:rPr lang="en-IN" sz="2400" kern="100">
                          <a:effectLst/>
                        </a:rPr>
                        <a:t>Input Layer</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Takes image pixel values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784 pixels from a 28×28 image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31616120"/>
                  </a:ext>
                </a:extLst>
              </a:tr>
              <a:tr h="1321592">
                <a:tc>
                  <a:txBody>
                    <a:bodyPr/>
                    <a:lstStyle/>
                    <a:p>
                      <a:pPr>
                        <a:lnSpc>
                          <a:spcPct val="115000"/>
                        </a:lnSpc>
                        <a:spcAft>
                          <a:spcPts val="800"/>
                        </a:spcAft>
                        <a:buNone/>
                      </a:pPr>
                      <a:r>
                        <a:rPr lang="en-IN" sz="2400" kern="100">
                          <a:effectLst/>
                        </a:rPr>
                        <a:t>Hidden Layers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Detect patterns and features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Edges, curves, parts of digits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9564297"/>
                  </a:ext>
                </a:extLst>
              </a:tr>
              <a:tr h="902556">
                <a:tc>
                  <a:txBody>
                    <a:bodyPr/>
                    <a:lstStyle/>
                    <a:p>
                      <a:pPr>
                        <a:lnSpc>
                          <a:spcPct val="115000"/>
                        </a:lnSpc>
                        <a:spcAft>
                          <a:spcPts val="800"/>
                        </a:spcAft>
                        <a:buNone/>
                      </a:pPr>
                      <a:r>
                        <a:rPr lang="en-IN" sz="2400" kern="100">
                          <a:effectLst/>
                        </a:rPr>
                        <a:t>Output Layer</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Predicts the digit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0 to 9, based on confidence</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62337604"/>
                  </a:ext>
                </a:extLst>
              </a:tr>
            </a:tbl>
          </a:graphicData>
        </a:graphic>
      </p:graphicFrame>
    </p:spTree>
    <p:extLst>
      <p:ext uri="{BB962C8B-B14F-4D97-AF65-F5344CB8AC3E}">
        <p14:creationId xmlns:p14="http://schemas.microsoft.com/office/powerpoint/2010/main" val="33276374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408453-E184-BE0D-CF2B-A15EB5337F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438" y="994199"/>
            <a:ext cx="11126164" cy="4869602"/>
          </a:xfrm>
          <a:prstGeom prst="rect">
            <a:avLst/>
          </a:prstGeom>
        </p:spPr>
      </p:pic>
      <p:sp>
        <p:nvSpPr>
          <p:cNvPr id="3" name="TextBox 2">
            <a:extLst>
              <a:ext uri="{FF2B5EF4-FFF2-40B4-BE49-F238E27FC236}">
                <a16:creationId xmlns:a16="http://schemas.microsoft.com/office/drawing/2014/main" id="{31B25432-B42E-E7BC-B703-F92055994958}"/>
              </a:ext>
            </a:extLst>
          </p:cNvPr>
          <p:cNvSpPr txBox="1"/>
          <p:nvPr/>
        </p:nvSpPr>
        <p:spPr>
          <a:xfrm>
            <a:off x="7239000" y="544677"/>
            <a:ext cx="4128345" cy="523220"/>
          </a:xfrm>
          <a:prstGeom prst="rect">
            <a:avLst/>
          </a:prstGeom>
          <a:noFill/>
        </p:spPr>
        <p:txBody>
          <a:bodyPr wrap="square">
            <a:spAutoFit/>
          </a:bodyPr>
          <a:lstStyle/>
          <a:p>
            <a:r>
              <a:rPr lang="en-US" sz="2800" b="1" dirty="0">
                <a:solidFill>
                  <a:srgbClr val="002060"/>
                </a:solidFill>
              </a:rPr>
              <a:t>Artificial Neural Networks</a:t>
            </a:r>
          </a:p>
        </p:txBody>
      </p:sp>
      <p:sp>
        <p:nvSpPr>
          <p:cNvPr id="5" name="TextBox 4">
            <a:extLst>
              <a:ext uri="{FF2B5EF4-FFF2-40B4-BE49-F238E27FC236}">
                <a16:creationId xmlns:a16="http://schemas.microsoft.com/office/drawing/2014/main" id="{E18DD145-8005-4D1F-3D54-9EC56DBC4A06}"/>
              </a:ext>
            </a:extLst>
          </p:cNvPr>
          <p:cNvSpPr txBox="1"/>
          <p:nvPr/>
        </p:nvSpPr>
        <p:spPr>
          <a:xfrm>
            <a:off x="1831523" y="544677"/>
            <a:ext cx="2860221" cy="523220"/>
          </a:xfrm>
          <a:prstGeom prst="rect">
            <a:avLst/>
          </a:prstGeom>
          <a:noFill/>
        </p:spPr>
        <p:txBody>
          <a:bodyPr wrap="square">
            <a:spAutoFit/>
          </a:bodyPr>
          <a:lstStyle/>
          <a:p>
            <a:r>
              <a:rPr lang="en-US" sz="2800" b="1" kern="1200" dirty="0">
                <a:solidFill>
                  <a:srgbClr val="002060"/>
                </a:solidFill>
                <a:effectLst/>
                <a:latin typeface="Calibri" panose="020F0502020204030204" pitchFamily="34" charset="0"/>
                <a:ea typeface="+mn-ea"/>
                <a:cs typeface="+mn-cs"/>
              </a:rPr>
              <a:t>Biological</a:t>
            </a:r>
            <a:r>
              <a:rPr lang="en-US" sz="2800" kern="1200" dirty="0">
                <a:solidFill>
                  <a:srgbClr val="002060"/>
                </a:solidFill>
                <a:effectLst/>
                <a:latin typeface="Calibri" panose="020F0502020204030204" pitchFamily="34" charset="0"/>
                <a:ea typeface="+mn-ea"/>
                <a:cs typeface="+mn-cs"/>
              </a:rPr>
              <a:t> </a:t>
            </a:r>
            <a:r>
              <a:rPr lang="en-US" sz="2800" b="1" kern="1200" dirty="0">
                <a:solidFill>
                  <a:srgbClr val="002060"/>
                </a:solidFill>
                <a:effectLst/>
                <a:latin typeface="Calibri" panose="020F0502020204030204" pitchFamily="34" charset="0"/>
                <a:ea typeface="+mn-ea"/>
                <a:cs typeface="+mn-cs"/>
              </a:rPr>
              <a:t>Neuron</a:t>
            </a:r>
            <a:r>
              <a:rPr lang="en-US" sz="2800" kern="1200" dirty="0">
                <a:solidFill>
                  <a:srgbClr val="002060"/>
                </a:solidFill>
                <a:effectLst/>
                <a:latin typeface="Calibri" panose="020F0502020204030204" pitchFamily="34" charset="0"/>
                <a:ea typeface="+mn-ea"/>
                <a:cs typeface="+mn-cs"/>
              </a:rPr>
              <a:t> </a:t>
            </a:r>
            <a:endParaRPr lang="en-IN" sz="2800" dirty="0">
              <a:solidFill>
                <a:srgbClr val="002060"/>
              </a:solidFill>
            </a:endParaRPr>
          </a:p>
        </p:txBody>
      </p:sp>
    </p:spTree>
    <p:extLst>
      <p:ext uri="{BB962C8B-B14F-4D97-AF65-F5344CB8AC3E}">
        <p14:creationId xmlns:p14="http://schemas.microsoft.com/office/powerpoint/2010/main" val="41150186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15462E-46E9-D2B4-2ED7-2FC504CE798F}"/>
              </a:ext>
            </a:extLst>
          </p:cNvPr>
          <p:cNvSpPr>
            <a:spLocks noGrp="1"/>
          </p:cNvSpPr>
          <p:nvPr>
            <p:ph idx="1"/>
          </p:nvPr>
        </p:nvSpPr>
        <p:spPr>
          <a:xfrm>
            <a:off x="777240" y="849086"/>
            <a:ext cx="10659110" cy="5327877"/>
          </a:xfrm>
        </p:spPr>
        <p:txBody>
          <a:bodyPr>
            <a:normAutofit/>
          </a:bodyPr>
          <a:lstStyle/>
          <a:p>
            <a:pPr marL="0" indent="0">
              <a:buNone/>
            </a:pPr>
            <a:r>
              <a:rPr lang="en-US" sz="2800" b="1" dirty="0"/>
              <a:t>Building and Training Neural Networks using </a:t>
            </a:r>
            <a:r>
              <a:rPr lang="en-US" sz="2800" b="1" dirty="0">
                <a:solidFill>
                  <a:srgbClr val="C00000"/>
                </a:solidFill>
              </a:rPr>
              <a:t>TensorFlow</a:t>
            </a:r>
            <a:r>
              <a:rPr lang="en-US" sz="2800" b="1" dirty="0"/>
              <a:t> and </a:t>
            </a:r>
            <a:r>
              <a:rPr lang="en-US" sz="2800" b="1" dirty="0" err="1">
                <a:solidFill>
                  <a:srgbClr val="C00000"/>
                </a:solidFill>
              </a:rPr>
              <a:t>Keras</a:t>
            </a:r>
            <a:endParaRPr lang="en-US" sz="2800" b="1" dirty="0">
              <a:solidFill>
                <a:srgbClr val="C00000"/>
              </a:solidFill>
            </a:endParaRPr>
          </a:p>
          <a:p>
            <a:pPr marL="0" indent="0">
              <a:buNone/>
            </a:pPr>
            <a:r>
              <a:rPr lang="en-US" sz="2400" b="1" dirty="0"/>
              <a:t>What are TensorFlow and </a:t>
            </a:r>
            <a:r>
              <a:rPr lang="en-US" sz="2400" b="1" dirty="0" err="1"/>
              <a:t>Keras</a:t>
            </a:r>
            <a:r>
              <a:rPr lang="en-US" sz="2400" b="1" dirty="0"/>
              <a:t>?</a:t>
            </a:r>
          </a:p>
          <a:p>
            <a:pPr marL="0" indent="0">
              <a:buNone/>
            </a:pPr>
            <a:endParaRPr lang="en-IN" sz="2400" b="1" dirty="0">
              <a:solidFill>
                <a:srgbClr val="C00000"/>
              </a:solidFill>
            </a:endParaRPr>
          </a:p>
          <a:p>
            <a:pPr marL="0" indent="0">
              <a:buNone/>
            </a:pPr>
            <a:endParaRPr lang="en-IN" sz="2400" b="1" dirty="0">
              <a:solidFill>
                <a:srgbClr val="C00000"/>
              </a:solidFill>
            </a:endParaRPr>
          </a:p>
          <a:p>
            <a:pPr marL="0" indent="0">
              <a:buNone/>
            </a:pPr>
            <a:endParaRPr lang="en-IN" sz="2400" b="1" dirty="0">
              <a:solidFill>
                <a:srgbClr val="C00000"/>
              </a:solidFill>
            </a:endParaRPr>
          </a:p>
          <a:p>
            <a:pPr marL="0" indent="0">
              <a:buNone/>
            </a:pPr>
            <a:endParaRPr lang="en-IN" sz="2400" b="1" dirty="0">
              <a:solidFill>
                <a:srgbClr val="C00000"/>
              </a:solidFill>
            </a:endParaRPr>
          </a:p>
          <a:p>
            <a:pPr marL="0" indent="0">
              <a:buNone/>
            </a:pPr>
            <a:endParaRPr lang="en-IN" sz="2400" b="1" dirty="0">
              <a:solidFill>
                <a:srgbClr val="C00000"/>
              </a:solidFill>
            </a:endParaRPr>
          </a:p>
          <a:p>
            <a:pPr marL="0" indent="0">
              <a:buNone/>
            </a:pPr>
            <a:endParaRPr lang="en-IN" sz="2400" b="1" dirty="0">
              <a:solidFill>
                <a:srgbClr val="C00000"/>
              </a:solidFill>
            </a:endParaRPr>
          </a:p>
          <a:p>
            <a:pPr marL="0" indent="0">
              <a:buNone/>
            </a:pPr>
            <a:endParaRPr lang="en-US" sz="2400" dirty="0"/>
          </a:p>
          <a:p>
            <a:pPr marL="0" indent="0">
              <a:buNone/>
            </a:pPr>
            <a:r>
              <a:rPr lang="en-US" sz="2400" dirty="0"/>
              <a:t>Think of </a:t>
            </a:r>
            <a:r>
              <a:rPr lang="en-US" sz="2400" b="1" dirty="0"/>
              <a:t>TensorFlow as the engine</a:t>
            </a:r>
            <a:r>
              <a:rPr lang="en-US" sz="2400" dirty="0"/>
              <a:t>, and </a:t>
            </a:r>
            <a:r>
              <a:rPr lang="en-US" sz="2400" b="1" dirty="0" err="1"/>
              <a:t>Keras</a:t>
            </a:r>
            <a:r>
              <a:rPr lang="en-US" sz="2400" b="1" dirty="0"/>
              <a:t> as the user-friendly steering wheel</a:t>
            </a:r>
            <a:r>
              <a:rPr lang="en-US" sz="2400" dirty="0"/>
              <a:t>.</a:t>
            </a:r>
            <a:endParaRPr lang="en-IN" sz="2400" b="1" dirty="0">
              <a:solidFill>
                <a:srgbClr val="C00000"/>
              </a:solidFill>
            </a:endParaRPr>
          </a:p>
        </p:txBody>
      </p:sp>
      <p:graphicFrame>
        <p:nvGraphicFramePr>
          <p:cNvPr id="4" name="Table 3">
            <a:extLst>
              <a:ext uri="{FF2B5EF4-FFF2-40B4-BE49-F238E27FC236}">
                <a16:creationId xmlns:a16="http://schemas.microsoft.com/office/drawing/2014/main" id="{5DEB3E9B-424A-10DC-EB5B-8602F28CD8A8}"/>
              </a:ext>
            </a:extLst>
          </p:cNvPr>
          <p:cNvGraphicFramePr>
            <a:graphicFrameLocks noGrp="1"/>
          </p:cNvGraphicFramePr>
          <p:nvPr>
            <p:extLst>
              <p:ext uri="{D42A27DB-BD31-4B8C-83A1-F6EECF244321}">
                <p14:modId xmlns:p14="http://schemas.microsoft.com/office/powerpoint/2010/main" val="596336048"/>
              </p:ext>
            </p:extLst>
          </p:nvPr>
        </p:nvGraphicFramePr>
        <p:xfrm>
          <a:off x="1001690" y="2217506"/>
          <a:ext cx="10210210" cy="2147665"/>
        </p:xfrm>
        <a:graphic>
          <a:graphicData uri="http://schemas.openxmlformats.org/drawingml/2006/table">
            <a:tbl>
              <a:tblPr firstRow="1" firstCol="1" bandRow="1">
                <a:tableStyleId>{5C22544A-7EE6-4342-B048-85BDC9FD1C3A}</a:tableStyleId>
              </a:tblPr>
              <a:tblGrid>
                <a:gridCol w="2035038">
                  <a:extLst>
                    <a:ext uri="{9D8B030D-6E8A-4147-A177-3AD203B41FA5}">
                      <a16:colId xmlns:a16="http://schemas.microsoft.com/office/drawing/2014/main" val="6534079"/>
                    </a:ext>
                  </a:extLst>
                </a:gridCol>
                <a:gridCol w="4572017">
                  <a:extLst>
                    <a:ext uri="{9D8B030D-6E8A-4147-A177-3AD203B41FA5}">
                      <a16:colId xmlns:a16="http://schemas.microsoft.com/office/drawing/2014/main" val="344316579"/>
                    </a:ext>
                  </a:extLst>
                </a:gridCol>
                <a:gridCol w="3603155">
                  <a:extLst>
                    <a:ext uri="{9D8B030D-6E8A-4147-A177-3AD203B41FA5}">
                      <a16:colId xmlns:a16="http://schemas.microsoft.com/office/drawing/2014/main" val="1323157218"/>
                    </a:ext>
                  </a:extLst>
                </a:gridCol>
              </a:tblGrid>
              <a:tr h="420379">
                <a:tc>
                  <a:txBody>
                    <a:bodyPr/>
                    <a:lstStyle/>
                    <a:p>
                      <a:pPr>
                        <a:lnSpc>
                          <a:spcPct val="115000"/>
                        </a:lnSpc>
                        <a:spcAft>
                          <a:spcPts val="800"/>
                        </a:spcAft>
                        <a:buNone/>
                      </a:pPr>
                      <a:r>
                        <a:rPr lang="en-IN" sz="2400" kern="100">
                          <a:effectLst/>
                        </a:rPr>
                        <a:t>Tool</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What it is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Purpose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1637699"/>
                  </a:ext>
                </a:extLst>
              </a:tr>
              <a:tr h="863643">
                <a:tc>
                  <a:txBody>
                    <a:bodyPr/>
                    <a:lstStyle/>
                    <a:p>
                      <a:pPr>
                        <a:lnSpc>
                          <a:spcPct val="115000"/>
                        </a:lnSpc>
                        <a:spcAft>
                          <a:spcPts val="800"/>
                        </a:spcAft>
                        <a:buNone/>
                      </a:pPr>
                      <a:r>
                        <a:rPr lang="en-IN" sz="2400" kern="100" dirty="0">
                          <a:effectLst/>
                        </a:rPr>
                        <a:t>TensorFlow</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An open-source ML library by Google</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To build and train ML models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57529135"/>
                  </a:ext>
                </a:extLst>
              </a:tr>
              <a:tr h="863643">
                <a:tc>
                  <a:txBody>
                    <a:bodyPr/>
                    <a:lstStyle/>
                    <a:p>
                      <a:pPr>
                        <a:lnSpc>
                          <a:spcPct val="115000"/>
                        </a:lnSpc>
                        <a:spcAft>
                          <a:spcPts val="800"/>
                        </a:spcAft>
                        <a:buNone/>
                      </a:pPr>
                      <a:r>
                        <a:rPr lang="en-IN" sz="2400" kern="100" dirty="0" err="1">
                          <a:effectLst/>
                        </a:rPr>
                        <a:t>Keras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A high-level API running on top of TensorFlow</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Makes building neural networks easy</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798918"/>
                  </a:ext>
                </a:extLst>
              </a:tr>
            </a:tbl>
          </a:graphicData>
        </a:graphic>
      </p:graphicFrame>
    </p:spTree>
    <p:extLst>
      <p:ext uri="{BB962C8B-B14F-4D97-AF65-F5344CB8AC3E}">
        <p14:creationId xmlns:p14="http://schemas.microsoft.com/office/powerpoint/2010/main" val="42713065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56D3B-2DDF-3C4D-7795-196F62118F8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EE745EB-3581-F5A1-DF07-A9237DF7BEE6}"/>
              </a:ext>
            </a:extLst>
          </p:cNvPr>
          <p:cNvSpPr>
            <a:spLocks noGrp="1"/>
          </p:cNvSpPr>
          <p:nvPr>
            <p:ph idx="1"/>
          </p:nvPr>
        </p:nvSpPr>
        <p:spPr>
          <a:xfrm>
            <a:off x="777240" y="849086"/>
            <a:ext cx="10659110" cy="5327877"/>
          </a:xfrm>
        </p:spPr>
        <p:txBody>
          <a:bodyPr>
            <a:normAutofit/>
          </a:bodyPr>
          <a:lstStyle/>
          <a:p>
            <a:pPr marL="0" indent="0">
              <a:buNone/>
            </a:pPr>
            <a:r>
              <a:rPr lang="en-US" sz="2800" b="1" dirty="0"/>
              <a:t>Neural Network Workflow (Big Picture)</a:t>
            </a:r>
          </a:p>
          <a:p>
            <a:pPr marL="457200" indent="-457200">
              <a:buFont typeface="+mj-lt"/>
              <a:buAutoNum type="arabicPeriod"/>
            </a:pPr>
            <a:r>
              <a:rPr lang="en-US" sz="2800" b="1" dirty="0">
                <a:solidFill>
                  <a:srgbClr val="C00000"/>
                </a:solidFill>
              </a:rPr>
              <a:t>Import</a:t>
            </a:r>
            <a:r>
              <a:rPr lang="en-US" sz="2800" b="1" dirty="0"/>
              <a:t> libraries</a:t>
            </a:r>
            <a:endParaRPr lang="en-US" sz="2800" dirty="0"/>
          </a:p>
          <a:p>
            <a:pPr marL="457200" indent="-457200">
              <a:buFont typeface="+mj-lt"/>
              <a:buAutoNum type="arabicPeriod"/>
            </a:pPr>
            <a:r>
              <a:rPr lang="en-US" sz="2800" b="1" dirty="0"/>
              <a:t>Prepare data</a:t>
            </a:r>
            <a:endParaRPr lang="en-US" sz="2800" dirty="0"/>
          </a:p>
          <a:p>
            <a:pPr marL="457200" indent="-457200">
              <a:buFont typeface="+mj-lt"/>
              <a:buAutoNum type="arabicPeriod"/>
            </a:pPr>
            <a:r>
              <a:rPr lang="en-US" sz="2800" b="1" dirty="0"/>
              <a:t>Build the model</a:t>
            </a:r>
            <a:endParaRPr lang="en-US" sz="2800" dirty="0"/>
          </a:p>
          <a:p>
            <a:pPr marL="457200" indent="-457200">
              <a:buFont typeface="+mj-lt"/>
              <a:buAutoNum type="arabicPeriod"/>
            </a:pPr>
            <a:r>
              <a:rPr lang="en-US" sz="2800" b="1" dirty="0"/>
              <a:t>Compile the model</a:t>
            </a:r>
            <a:endParaRPr lang="en-US" sz="2800" dirty="0"/>
          </a:p>
          <a:p>
            <a:pPr marL="457200" indent="-457200">
              <a:buFont typeface="+mj-lt"/>
              <a:buAutoNum type="arabicPeriod"/>
            </a:pPr>
            <a:r>
              <a:rPr lang="en-US" sz="2800" b="1" dirty="0"/>
              <a:t>Train the model</a:t>
            </a:r>
            <a:endParaRPr lang="en-US" sz="2800" dirty="0"/>
          </a:p>
          <a:p>
            <a:pPr marL="457200" indent="-457200">
              <a:buFont typeface="+mj-lt"/>
              <a:buAutoNum type="arabicPeriod"/>
            </a:pPr>
            <a:r>
              <a:rPr lang="en-US" sz="2800" b="1" dirty="0"/>
              <a:t>Evaluate the model</a:t>
            </a:r>
            <a:endParaRPr lang="en-US" sz="2800" dirty="0"/>
          </a:p>
          <a:p>
            <a:pPr marL="457200" indent="-457200">
              <a:buFont typeface="+mj-lt"/>
              <a:buAutoNum type="arabicPeriod"/>
            </a:pPr>
            <a:r>
              <a:rPr lang="en-US" sz="2800" b="1" dirty="0"/>
              <a:t>Make predictions</a:t>
            </a:r>
            <a:endParaRPr lang="en-US" sz="2800" dirty="0"/>
          </a:p>
          <a:p>
            <a:pPr marL="0" indent="0">
              <a:buNone/>
            </a:pPr>
            <a:endParaRPr lang="en-IN" sz="2800" dirty="0"/>
          </a:p>
        </p:txBody>
      </p:sp>
    </p:spTree>
    <p:extLst>
      <p:ext uri="{BB962C8B-B14F-4D97-AF65-F5344CB8AC3E}">
        <p14:creationId xmlns:p14="http://schemas.microsoft.com/office/powerpoint/2010/main" val="5238438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CC874-C466-6E95-2222-658B1B0281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6726783-1FAE-4345-45AF-93027EE01B06}"/>
              </a:ext>
            </a:extLst>
          </p:cNvPr>
          <p:cNvSpPr>
            <a:spLocks noGrp="1"/>
          </p:cNvSpPr>
          <p:nvPr>
            <p:ph idx="1"/>
          </p:nvPr>
        </p:nvSpPr>
        <p:spPr>
          <a:xfrm>
            <a:off x="994955" y="250372"/>
            <a:ext cx="10659110" cy="5872163"/>
          </a:xfrm>
        </p:spPr>
        <p:txBody>
          <a:bodyPr>
            <a:normAutofit/>
          </a:bodyPr>
          <a:lstStyle/>
          <a:p>
            <a:pPr marL="0" indent="0">
              <a:buNone/>
            </a:pPr>
            <a:r>
              <a:rPr lang="en-US" sz="2400" b="1" dirty="0"/>
              <a:t>Simple Example</a:t>
            </a:r>
            <a:r>
              <a:rPr lang="en-US" sz="2400" dirty="0"/>
              <a:t>: </a:t>
            </a:r>
            <a:r>
              <a:rPr lang="en-US" sz="2400" b="1" dirty="0">
                <a:solidFill>
                  <a:srgbClr val="002060"/>
                </a:solidFill>
              </a:rPr>
              <a:t>Classifying handwritten digits </a:t>
            </a:r>
            <a:r>
              <a:rPr lang="en-US" sz="2400" dirty="0"/>
              <a:t>(</a:t>
            </a:r>
            <a:r>
              <a:rPr lang="en-US" sz="2400" b="1" dirty="0">
                <a:solidFill>
                  <a:srgbClr val="C00000"/>
                </a:solidFill>
              </a:rPr>
              <a:t>MNIST</a:t>
            </a:r>
            <a:r>
              <a:rPr lang="en-US" sz="2400" dirty="0"/>
              <a:t> dataset)</a:t>
            </a:r>
          </a:p>
          <a:p>
            <a:pPr marL="0" indent="0">
              <a:buNone/>
            </a:pPr>
            <a:endParaRPr lang="en-IN" sz="2400" dirty="0"/>
          </a:p>
        </p:txBody>
      </p:sp>
      <p:pic>
        <p:nvPicPr>
          <p:cNvPr id="4" name="Picture 3">
            <a:extLst>
              <a:ext uri="{FF2B5EF4-FFF2-40B4-BE49-F238E27FC236}">
                <a16:creationId xmlns:a16="http://schemas.microsoft.com/office/drawing/2014/main" id="{3C459CDD-13C9-3DDF-DC4C-A4125A7B4D49}"/>
              </a:ext>
            </a:extLst>
          </p:cNvPr>
          <p:cNvPicPr>
            <a:picLocks noChangeAspect="1"/>
          </p:cNvPicPr>
          <p:nvPr/>
        </p:nvPicPr>
        <p:blipFill>
          <a:blip r:embed="rId2"/>
          <a:stretch>
            <a:fillRect/>
          </a:stretch>
        </p:blipFill>
        <p:spPr>
          <a:xfrm>
            <a:off x="1251240" y="866348"/>
            <a:ext cx="9013987" cy="5470320"/>
          </a:xfrm>
          <a:prstGeom prst="rect">
            <a:avLst/>
          </a:prstGeom>
        </p:spPr>
      </p:pic>
    </p:spTree>
    <p:extLst>
      <p:ext uri="{BB962C8B-B14F-4D97-AF65-F5344CB8AC3E}">
        <p14:creationId xmlns:p14="http://schemas.microsoft.com/office/powerpoint/2010/main" val="61498699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F1174-67C4-A354-A7A5-A39A88F8B0E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32ED93-85B8-EC86-43D8-39C311614C96}"/>
              </a:ext>
            </a:extLst>
          </p:cNvPr>
          <p:cNvSpPr>
            <a:spLocks noGrp="1"/>
          </p:cNvSpPr>
          <p:nvPr>
            <p:ph idx="1"/>
          </p:nvPr>
        </p:nvSpPr>
        <p:spPr>
          <a:xfrm>
            <a:off x="777240" y="849086"/>
            <a:ext cx="10659110" cy="5327877"/>
          </a:xfrm>
        </p:spPr>
        <p:txBody>
          <a:bodyPr>
            <a:normAutofit/>
          </a:bodyPr>
          <a:lstStyle/>
          <a:p>
            <a:pPr marL="0" indent="0">
              <a:buNone/>
            </a:pPr>
            <a:r>
              <a:rPr lang="en-US" sz="2400" b="1" dirty="0"/>
              <a:t>Build the Neural Network Model</a:t>
            </a:r>
          </a:p>
          <a:p>
            <a:pPr marL="0" indent="0">
              <a:buNone/>
            </a:pPr>
            <a:endParaRPr lang="en-IN" sz="2400" b="1" dirty="0"/>
          </a:p>
        </p:txBody>
      </p:sp>
      <p:pic>
        <p:nvPicPr>
          <p:cNvPr id="4" name="Picture 3">
            <a:extLst>
              <a:ext uri="{FF2B5EF4-FFF2-40B4-BE49-F238E27FC236}">
                <a16:creationId xmlns:a16="http://schemas.microsoft.com/office/drawing/2014/main" id="{94C17D7C-F644-528E-F167-3382FEFA2E80}"/>
              </a:ext>
            </a:extLst>
          </p:cNvPr>
          <p:cNvPicPr>
            <a:picLocks noChangeAspect="1"/>
          </p:cNvPicPr>
          <p:nvPr/>
        </p:nvPicPr>
        <p:blipFill>
          <a:blip r:embed="rId2"/>
          <a:stretch>
            <a:fillRect/>
          </a:stretch>
        </p:blipFill>
        <p:spPr>
          <a:xfrm>
            <a:off x="0" y="1741815"/>
            <a:ext cx="12192000" cy="2264028"/>
          </a:xfrm>
          <a:prstGeom prst="rect">
            <a:avLst/>
          </a:prstGeom>
        </p:spPr>
      </p:pic>
    </p:spTree>
    <p:extLst>
      <p:ext uri="{BB962C8B-B14F-4D97-AF65-F5344CB8AC3E}">
        <p14:creationId xmlns:p14="http://schemas.microsoft.com/office/powerpoint/2010/main" val="401580823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90A5C-657A-F850-F308-5D43964CDEE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EEA996-FB02-CC30-D945-C23FF7317D3E}"/>
              </a:ext>
            </a:extLst>
          </p:cNvPr>
          <p:cNvSpPr>
            <a:spLocks noGrp="1"/>
          </p:cNvSpPr>
          <p:nvPr>
            <p:ph idx="1"/>
          </p:nvPr>
        </p:nvSpPr>
        <p:spPr>
          <a:xfrm>
            <a:off x="777240" y="849086"/>
            <a:ext cx="10659110" cy="5327877"/>
          </a:xfrm>
        </p:spPr>
        <p:txBody>
          <a:bodyPr>
            <a:normAutofit/>
          </a:bodyPr>
          <a:lstStyle/>
          <a:p>
            <a:pPr marL="0" indent="0">
              <a:buNone/>
            </a:pPr>
            <a:r>
              <a:rPr lang="en-IN" sz="2400" b="1" dirty="0"/>
              <a:t>Compile the Model</a:t>
            </a:r>
          </a:p>
        </p:txBody>
      </p:sp>
      <p:pic>
        <p:nvPicPr>
          <p:cNvPr id="4" name="Picture 3">
            <a:extLst>
              <a:ext uri="{FF2B5EF4-FFF2-40B4-BE49-F238E27FC236}">
                <a16:creationId xmlns:a16="http://schemas.microsoft.com/office/drawing/2014/main" id="{686FB017-1DED-E854-59CA-1CDD492B9817}"/>
              </a:ext>
            </a:extLst>
          </p:cNvPr>
          <p:cNvPicPr>
            <a:picLocks noChangeAspect="1"/>
          </p:cNvPicPr>
          <p:nvPr/>
        </p:nvPicPr>
        <p:blipFill>
          <a:blip r:embed="rId2"/>
          <a:stretch>
            <a:fillRect/>
          </a:stretch>
        </p:blipFill>
        <p:spPr>
          <a:xfrm>
            <a:off x="1132114" y="1673638"/>
            <a:ext cx="7870372" cy="3018137"/>
          </a:xfrm>
          <a:prstGeom prst="rect">
            <a:avLst/>
          </a:prstGeom>
        </p:spPr>
      </p:pic>
    </p:spTree>
    <p:extLst>
      <p:ext uri="{BB962C8B-B14F-4D97-AF65-F5344CB8AC3E}">
        <p14:creationId xmlns:p14="http://schemas.microsoft.com/office/powerpoint/2010/main" val="20656994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072D7C-046D-27DC-E02D-EC99518753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18970F-3DA7-1CC9-7CA0-1D4B2B303B27}"/>
              </a:ext>
            </a:extLst>
          </p:cNvPr>
          <p:cNvSpPr>
            <a:spLocks noGrp="1"/>
          </p:cNvSpPr>
          <p:nvPr>
            <p:ph idx="1"/>
          </p:nvPr>
        </p:nvSpPr>
        <p:spPr>
          <a:xfrm>
            <a:off x="777240" y="849086"/>
            <a:ext cx="10659110" cy="5327877"/>
          </a:xfrm>
        </p:spPr>
        <p:txBody>
          <a:bodyPr>
            <a:normAutofit/>
          </a:bodyPr>
          <a:lstStyle/>
          <a:p>
            <a:pPr marL="0" indent="0">
              <a:buNone/>
            </a:pPr>
            <a:r>
              <a:rPr lang="en-IN" sz="2800" b="1" dirty="0"/>
              <a:t>Train the Model:</a:t>
            </a:r>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endParaRPr lang="en-IN" sz="2400" b="1" dirty="0"/>
          </a:p>
          <a:p>
            <a:pPr marL="0" indent="0">
              <a:buNone/>
            </a:pPr>
            <a:r>
              <a:rPr lang="en-US" sz="2400" dirty="0"/>
              <a:t>Trains the model with training data for 5 passes (epochs). Epochs tells the model to go through the </a:t>
            </a:r>
            <a:r>
              <a:rPr lang="en-US" sz="2400" b="1" dirty="0"/>
              <a:t>entire training dataset</a:t>
            </a:r>
            <a:r>
              <a:rPr lang="en-US" sz="2400" dirty="0"/>
              <a:t> </a:t>
            </a:r>
            <a:r>
              <a:rPr lang="en-US" sz="2400" b="1" dirty="0"/>
              <a:t>5 times</a:t>
            </a:r>
            <a:r>
              <a:rPr lang="en-US" sz="2400" dirty="0"/>
              <a:t>.</a:t>
            </a:r>
          </a:p>
          <a:p>
            <a:pPr marL="0" indent="0">
              <a:buNone/>
            </a:pPr>
            <a:endParaRPr lang="en-IN" sz="2400" b="1" dirty="0"/>
          </a:p>
        </p:txBody>
      </p:sp>
      <p:pic>
        <p:nvPicPr>
          <p:cNvPr id="4" name="Picture 3">
            <a:extLst>
              <a:ext uri="{FF2B5EF4-FFF2-40B4-BE49-F238E27FC236}">
                <a16:creationId xmlns:a16="http://schemas.microsoft.com/office/drawing/2014/main" id="{103C952F-B911-2275-31C3-BEA00AE582E8}"/>
              </a:ext>
            </a:extLst>
          </p:cNvPr>
          <p:cNvPicPr>
            <a:picLocks noChangeAspect="1"/>
          </p:cNvPicPr>
          <p:nvPr/>
        </p:nvPicPr>
        <p:blipFill>
          <a:blip r:embed="rId2"/>
          <a:stretch>
            <a:fillRect/>
          </a:stretch>
        </p:blipFill>
        <p:spPr>
          <a:xfrm>
            <a:off x="1256581" y="2073113"/>
            <a:ext cx="8573220" cy="882771"/>
          </a:xfrm>
          <a:prstGeom prst="rect">
            <a:avLst/>
          </a:prstGeom>
        </p:spPr>
      </p:pic>
    </p:spTree>
    <p:extLst>
      <p:ext uri="{BB962C8B-B14F-4D97-AF65-F5344CB8AC3E}">
        <p14:creationId xmlns:p14="http://schemas.microsoft.com/office/powerpoint/2010/main" val="17052840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11910-9690-CA3B-A591-EDB3B39B3F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69888C-AC51-A56B-1157-9428C5EBE3FD}"/>
              </a:ext>
            </a:extLst>
          </p:cNvPr>
          <p:cNvSpPr>
            <a:spLocks noGrp="1"/>
          </p:cNvSpPr>
          <p:nvPr>
            <p:ph idx="1"/>
          </p:nvPr>
        </p:nvSpPr>
        <p:spPr>
          <a:xfrm>
            <a:off x="777240" y="849086"/>
            <a:ext cx="10659110" cy="5327877"/>
          </a:xfrm>
        </p:spPr>
        <p:txBody>
          <a:bodyPr>
            <a:normAutofit/>
          </a:bodyPr>
          <a:lstStyle/>
          <a:p>
            <a:pPr marL="0" indent="0">
              <a:buNone/>
            </a:pPr>
            <a:r>
              <a:rPr lang="en-IN" sz="2800" b="1" dirty="0"/>
              <a:t>Evaluate the Model</a:t>
            </a:r>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r>
              <a:rPr lang="en-IN" sz="2800" b="1" dirty="0"/>
              <a:t>Make Predictions:</a:t>
            </a:r>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a:p>
            <a:pPr marL="0" indent="0">
              <a:buNone/>
            </a:pPr>
            <a:endParaRPr lang="en-IN" sz="2800" b="1" dirty="0"/>
          </a:p>
        </p:txBody>
      </p:sp>
      <p:pic>
        <p:nvPicPr>
          <p:cNvPr id="4" name="Picture 3">
            <a:extLst>
              <a:ext uri="{FF2B5EF4-FFF2-40B4-BE49-F238E27FC236}">
                <a16:creationId xmlns:a16="http://schemas.microsoft.com/office/drawing/2014/main" id="{3B64DAB2-2AB0-074A-0B1E-4D4CACD90FFF}"/>
              </a:ext>
            </a:extLst>
          </p:cNvPr>
          <p:cNvPicPr>
            <a:picLocks noChangeAspect="1"/>
          </p:cNvPicPr>
          <p:nvPr/>
        </p:nvPicPr>
        <p:blipFill>
          <a:blip r:embed="rId2"/>
          <a:stretch>
            <a:fillRect/>
          </a:stretch>
        </p:blipFill>
        <p:spPr>
          <a:xfrm>
            <a:off x="1136210" y="1639752"/>
            <a:ext cx="8595619" cy="1136245"/>
          </a:xfrm>
          <a:prstGeom prst="rect">
            <a:avLst/>
          </a:prstGeom>
        </p:spPr>
      </p:pic>
      <p:pic>
        <p:nvPicPr>
          <p:cNvPr id="6" name="Picture 5">
            <a:extLst>
              <a:ext uri="{FF2B5EF4-FFF2-40B4-BE49-F238E27FC236}">
                <a16:creationId xmlns:a16="http://schemas.microsoft.com/office/drawing/2014/main" id="{DB926319-47D7-3FA7-BB95-35ED64EFFBC6}"/>
              </a:ext>
            </a:extLst>
          </p:cNvPr>
          <p:cNvPicPr>
            <a:picLocks noChangeAspect="1"/>
          </p:cNvPicPr>
          <p:nvPr/>
        </p:nvPicPr>
        <p:blipFill>
          <a:blip r:embed="rId3"/>
          <a:stretch>
            <a:fillRect/>
          </a:stretch>
        </p:blipFill>
        <p:spPr>
          <a:xfrm>
            <a:off x="1136210" y="4188364"/>
            <a:ext cx="10504805" cy="1029884"/>
          </a:xfrm>
          <a:prstGeom prst="rect">
            <a:avLst/>
          </a:prstGeom>
        </p:spPr>
      </p:pic>
    </p:spTree>
    <p:extLst>
      <p:ext uri="{BB962C8B-B14F-4D97-AF65-F5344CB8AC3E}">
        <p14:creationId xmlns:p14="http://schemas.microsoft.com/office/powerpoint/2010/main" val="302757486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59338-5C47-C55A-F86B-7DE3EC7650A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01DD00-AE38-ED98-D830-969A769AF815}"/>
              </a:ext>
            </a:extLst>
          </p:cNvPr>
          <p:cNvSpPr>
            <a:spLocks noGrp="1"/>
          </p:cNvSpPr>
          <p:nvPr>
            <p:ph idx="1"/>
          </p:nvPr>
        </p:nvSpPr>
        <p:spPr>
          <a:xfrm>
            <a:off x="777240" y="849086"/>
            <a:ext cx="10659110" cy="5327877"/>
          </a:xfrm>
        </p:spPr>
        <p:txBody>
          <a:bodyPr>
            <a:normAutofit/>
          </a:bodyPr>
          <a:lstStyle/>
          <a:p>
            <a:pPr marL="0" indent="0">
              <a:buNone/>
            </a:pPr>
            <a:r>
              <a:rPr lang="en-IN" sz="2800" b="1" dirty="0"/>
              <a:t>Summary</a:t>
            </a:r>
          </a:p>
        </p:txBody>
      </p:sp>
      <p:graphicFrame>
        <p:nvGraphicFramePr>
          <p:cNvPr id="2" name="Table 1">
            <a:extLst>
              <a:ext uri="{FF2B5EF4-FFF2-40B4-BE49-F238E27FC236}">
                <a16:creationId xmlns:a16="http://schemas.microsoft.com/office/drawing/2014/main" id="{688914C4-8833-3DEA-23BF-AAB20E3881BF}"/>
              </a:ext>
            </a:extLst>
          </p:cNvPr>
          <p:cNvGraphicFramePr>
            <a:graphicFrameLocks noGrp="1"/>
          </p:cNvGraphicFramePr>
          <p:nvPr>
            <p:extLst>
              <p:ext uri="{D42A27DB-BD31-4B8C-83A1-F6EECF244321}">
                <p14:modId xmlns:p14="http://schemas.microsoft.com/office/powerpoint/2010/main" val="3903624382"/>
              </p:ext>
            </p:extLst>
          </p:nvPr>
        </p:nvGraphicFramePr>
        <p:xfrm>
          <a:off x="704214" y="1496767"/>
          <a:ext cx="10805161" cy="4680196"/>
        </p:xfrm>
        <a:graphic>
          <a:graphicData uri="http://schemas.openxmlformats.org/drawingml/2006/table">
            <a:tbl>
              <a:tblPr firstRow="1" firstCol="1" bandRow="1">
                <a:tableStyleId>{5C22544A-7EE6-4342-B048-85BDC9FD1C3A}</a:tableStyleId>
              </a:tblPr>
              <a:tblGrid>
                <a:gridCol w="2815046">
                  <a:extLst>
                    <a:ext uri="{9D8B030D-6E8A-4147-A177-3AD203B41FA5}">
                      <a16:colId xmlns:a16="http://schemas.microsoft.com/office/drawing/2014/main" val="1656815422"/>
                    </a:ext>
                  </a:extLst>
                </a:gridCol>
                <a:gridCol w="4387596">
                  <a:extLst>
                    <a:ext uri="{9D8B030D-6E8A-4147-A177-3AD203B41FA5}">
                      <a16:colId xmlns:a16="http://schemas.microsoft.com/office/drawing/2014/main" val="683126715"/>
                    </a:ext>
                  </a:extLst>
                </a:gridCol>
                <a:gridCol w="3602519">
                  <a:extLst>
                    <a:ext uri="{9D8B030D-6E8A-4147-A177-3AD203B41FA5}">
                      <a16:colId xmlns:a16="http://schemas.microsoft.com/office/drawing/2014/main" val="2738377563"/>
                    </a:ext>
                  </a:extLst>
                </a:gridCol>
              </a:tblGrid>
              <a:tr h="462979">
                <a:tc>
                  <a:txBody>
                    <a:bodyPr/>
                    <a:lstStyle/>
                    <a:p>
                      <a:pPr>
                        <a:lnSpc>
                          <a:spcPct val="115000"/>
                        </a:lnSpc>
                        <a:spcAft>
                          <a:spcPts val="800"/>
                        </a:spcAft>
                        <a:buNone/>
                      </a:pPr>
                      <a:r>
                        <a:rPr lang="en-IN" sz="2400" kern="100" dirty="0">
                          <a:effectLst/>
                        </a:rPr>
                        <a:t>Step</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What You Do</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In Our Example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88314625"/>
                  </a:ext>
                </a:extLst>
              </a:tr>
              <a:tr h="462979">
                <a:tc>
                  <a:txBody>
                    <a:bodyPr/>
                    <a:lstStyle/>
                    <a:p>
                      <a:pPr>
                        <a:lnSpc>
                          <a:spcPct val="115000"/>
                        </a:lnSpc>
                        <a:spcAft>
                          <a:spcPts val="800"/>
                        </a:spcAft>
                        <a:buNone/>
                      </a:pPr>
                      <a:r>
                        <a:rPr lang="en-IN" sz="2400" kern="100" dirty="0">
                          <a:effectLst/>
                        </a:rPr>
                        <a:t>1. Import</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Load TensorFlow/Keras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import tensorflow as tf</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38029862"/>
                  </a:ext>
                </a:extLst>
              </a:tr>
              <a:tr h="462979">
                <a:tc>
                  <a:txBody>
                    <a:bodyPr/>
                    <a:lstStyle/>
                    <a:p>
                      <a:pPr>
                        <a:lnSpc>
                          <a:spcPct val="115000"/>
                        </a:lnSpc>
                        <a:spcAft>
                          <a:spcPts val="800"/>
                        </a:spcAft>
                        <a:buNone/>
                      </a:pPr>
                      <a:r>
                        <a:rPr lang="en-IN" sz="2400" kern="100">
                          <a:effectLst/>
                        </a:rPr>
                        <a:t>2. Load Data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Use built-in dataset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MNIST digits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49428276"/>
                  </a:ext>
                </a:extLst>
              </a:tr>
              <a:tr h="951161">
                <a:tc>
                  <a:txBody>
                    <a:bodyPr/>
                    <a:lstStyle/>
                    <a:p>
                      <a:pPr>
                        <a:lnSpc>
                          <a:spcPct val="115000"/>
                        </a:lnSpc>
                        <a:spcAft>
                          <a:spcPts val="800"/>
                        </a:spcAft>
                        <a:buNone/>
                      </a:pPr>
                      <a:r>
                        <a:rPr lang="en-IN" sz="2400" kern="100">
                          <a:effectLst/>
                        </a:rPr>
                        <a:t>3. Build Model</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Use Sequential and layers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Flatten → Dense (ReLU) → Dense (Softmax)</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7153125"/>
                  </a:ext>
                </a:extLst>
              </a:tr>
              <a:tr h="951161">
                <a:tc>
                  <a:txBody>
                    <a:bodyPr/>
                    <a:lstStyle/>
                    <a:p>
                      <a:pPr>
                        <a:lnSpc>
                          <a:spcPct val="115000"/>
                        </a:lnSpc>
                        <a:spcAft>
                          <a:spcPts val="800"/>
                        </a:spcAft>
                        <a:buNone/>
                      </a:pPr>
                      <a:r>
                        <a:rPr lang="en-IN" sz="2400" kern="100">
                          <a:effectLst/>
                        </a:rPr>
                        <a:t>4. Compile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Choose loss, optimizer, metrics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Adam, accuracy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572066416"/>
                  </a:ext>
                </a:extLst>
              </a:tr>
              <a:tr h="462979">
                <a:tc>
                  <a:txBody>
                    <a:bodyPr/>
                    <a:lstStyle/>
                    <a:p>
                      <a:pPr>
                        <a:lnSpc>
                          <a:spcPct val="115000"/>
                        </a:lnSpc>
                        <a:spcAft>
                          <a:spcPts val="800"/>
                        </a:spcAft>
                        <a:buNone/>
                      </a:pPr>
                      <a:r>
                        <a:rPr lang="en-IN" sz="2400" kern="100">
                          <a:effectLst/>
                        </a:rPr>
                        <a:t>5. Train</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Fit model with data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.fit()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1316372"/>
                  </a:ext>
                </a:extLst>
              </a:tr>
              <a:tr h="462979">
                <a:tc>
                  <a:txBody>
                    <a:bodyPr/>
                    <a:lstStyle/>
                    <a:p>
                      <a:pPr>
                        <a:lnSpc>
                          <a:spcPct val="115000"/>
                        </a:lnSpc>
                        <a:spcAft>
                          <a:spcPts val="800"/>
                        </a:spcAft>
                        <a:buNone/>
                      </a:pPr>
                      <a:r>
                        <a:rPr lang="en-IN" sz="2400" kern="100">
                          <a:effectLst/>
                        </a:rPr>
                        <a:t>6. Evaluate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Test accuracy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.evaluate()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11179325"/>
                  </a:ext>
                </a:extLst>
              </a:tr>
              <a:tr h="462979">
                <a:tc>
                  <a:txBody>
                    <a:bodyPr/>
                    <a:lstStyle/>
                    <a:p>
                      <a:pPr>
                        <a:lnSpc>
                          <a:spcPct val="115000"/>
                        </a:lnSpc>
                        <a:spcAft>
                          <a:spcPts val="800"/>
                        </a:spcAft>
                        <a:buNone/>
                      </a:pPr>
                      <a:r>
                        <a:rPr lang="en-IN" sz="2400" kern="100">
                          <a:effectLst/>
                        </a:rPr>
                        <a:t>7. Predict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Use .predict() for new data</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Output digit</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17827471"/>
                  </a:ext>
                </a:extLst>
              </a:tr>
            </a:tbl>
          </a:graphicData>
        </a:graphic>
      </p:graphicFrame>
    </p:spTree>
    <p:extLst>
      <p:ext uri="{BB962C8B-B14F-4D97-AF65-F5344CB8AC3E}">
        <p14:creationId xmlns:p14="http://schemas.microsoft.com/office/powerpoint/2010/main" val="17134795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77EF1D-68CF-C078-DE79-45C21E6BEF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F2C08E8-599A-77B2-CD19-3887AAB5A3D3}"/>
              </a:ext>
            </a:extLst>
          </p:cNvPr>
          <p:cNvSpPr>
            <a:spLocks noGrp="1"/>
          </p:cNvSpPr>
          <p:nvPr>
            <p:ph idx="1"/>
          </p:nvPr>
        </p:nvSpPr>
        <p:spPr>
          <a:xfrm>
            <a:off x="777240" y="849086"/>
            <a:ext cx="10659110" cy="5327877"/>
          </a:xfrm>
        </p:spPr>
        <p:txBody>
          <a:bodyPr>
            <a:normAutofit/>
          </a:bodyPr>
          <a:lstStyle/>
          <a:p>
            <a:pPr marL="0" indent="0">
              <a:buNone/>
            </a:pPr>
            <a:r>
              <a:rPr lang="en-US" sz="3200" b="1" dirty="0">
                <a:solidFill>
                  <a:srgbClr val="002060"/>
                </a:solidFill>
              </a:rPr>
              <a:t>Architectures in Deep Learning</a:t>
            </a:r>
            <a:r>
              <a:rPr lang="en-US" sz="3200" b="1" dirty="0">
                <a:solidFill>
                  <a:srgbClr val="002060"/>
                </a:solidFill>
                <a:latin typeface="Söhne"/>
              </a:rPr>
              <a:t>:</a:t>
            </a:r>
          </a:p>
          <a:p>
            <a:pPr marL="0" indent="0">
              <a:buNone/>
            </a:pPr>
            <a:r>
              <a:rPr lang="en-US" sz="2400" dirty="0">
                <a:solidFill>
                  <a:srgbClr val="0D0D0D"/>
                </a:solidFill>
                <a:latin typeface="Söhne"/>
              </a:rPr>
              <a:t>Deep learning </a:t>
            </a:r>
            <a:r>
              <a:rPr lang="en-US" sz="2400" b="1" dirty="0">
                <a:solidFill>
                  <a:srgbClr val="0D0D0D"/>
                </a:solidFill>
                <a:latin typeface="Söhne"/>
              </a:rPr>
              <a:t>encompasses a wide range of neural network architectures, </a:t>
            </a:r>
            <a:r>
              <a:rPr lang="en-US" sz="2400" dirty="0">
                <a:solidFill>
                  <a:srgbClr val="0D0D0D"/>
                </a:solidFill>
                <a:latin typeface="Söhne"/>
              </a:rPr>
              <a:t>each</a:t>
            </a:r>
            <a:r>
              <a:rPr lang="en-US" sz="2400" b="1" dirty="0">
                <a:solidFill>
                  <a:srgbClr val="0D0D0D"/>
                </a:solidFill>
                <a:latin typeface="Söhne"/>
              </a:rPr>
              <a:t> </a:t>
            </a:r>
            <a:r>
              <a:rPr lang="en-US" sz="2400" dirty="0">
                <a:solidFill>
                  <a:srgbClr val="0D0D0D"/>
                </a:solidFill>
                <a:latin typeface="Söhne"/>
              </a:rPr>
              <a:t>designed to </a:t>
            </a:r>
            <a:r>
              <a:rPr lang="en-US" sz="2400" b="1" dirty="0">
                <a:solidFill>
                  <a:srgbClr val="C00000"/>
                </a:solidFill>
                <a:latin typeface="Söhne"/>
              </a:rPr>
              <a:t>solve specific types of problems</a:t>
            </a:r>
            <a:r>
              <a:rPr lang="en-US" sz="2400" dirty="0">
                <a:solidFill>
                  <a:srgbClr val="0D0D0D"/>
                </a:solidFill>
                <a:latin typeface="Söhne"/>
              </a:rPr>
              <a:t> and </a:t>
            </a:r>
            <a:r>
              <a:rPr lang="en-US" sz="2400" b="1" dirty="0">
                <a:solidFill>
                  <a:srgbClr val="C00000"/>
                </a:solidFill>
                <a:latin typeface="Söhne"/>
              </a:rPr>
              <a:t>address various challenges in machine learning</a:t>
            </a:r>
            <a:r>
              <a:rPr lang="en-US" sz="2400" dirty="0">
                <a:solidFill>
                  <a:srgbClr val="0D0D0D"/>
                </a:solidFill>
                <a:latin typeface="Söhne"/>
              </a:rPr>
              <a:t>. These architectures differ in </a:t>
            </a:r>
            <a:r>
              <a:rPr lang="en-US" sz="2400" b="1" dirty="0">
                <a:solidFill>
                  <a:srgbClr val="C00000"/>
                </a:solidFill>
                <a:latin typeface="Söhne"/>
              </a:rPr>
              <a:t>their structure,</a:t>
            </a:r>
            <a:r>
              <a:rPr lang="en-US" sz="2400" dirty="0">
                <a:solidFill>
                  <a:srgbClr val="C00000"/>
                </a:solidFill>
                <a:latin typeface="Söhne"/>
              </a:rPr>
              <a:t> </a:t>
            </a:r>
            <a:r>
              <a:rPr lang="en-US" sz="2400" b="1" dirty="0">
                <a:solidFill>
                  <a:srgbClr val="C00000"/>
                </a:solidFill>
                <a:latin typeface="Söhne"/>
              </a:rPr>
              <a:t>connectivity</a:t>
            </a:r>
            <a:r>
              <a:rPr lang="en-US" sz="2400" dirty="0">
                <a:solidFill>
                  <a:srgbClr val="0D0D0D"/>
                </a:solidFill>
                <a:latin typeface="Söhne"/>
              </a:rPr>
              <a:t>, and </a:t>
            </a:r>
            <a:r>
              <a:rPr lang="en-US" sz="2400" b="1" dirty="0">
                <a:solidFill>
                  <a:srgbClr val="C00000"/>
                </a:solidFill>
                <a:latin typeface="Söhne"/>
              </a:rPr>
              <a:t>functionality</a:t>
            </a:r>
            <a:r>
              <a:rPr lang="en-US" sz="2400" dirty="0">
                <a:solidFill>
                  <a:srgbClr val="0D0D0D"/>
                </a:solidFill>
                <a:latin typeface="Söhne"/>
              </a:rPr>
              <a:t>, </a:t>
            </a:r>
            <a:r>
              <a:rPr lang="en-US" sz="2400" b="1" dirty="0">
                <a:solidFill>
                  <a:srgbClr val="00B050"/>
                </a:solidFill>
                <a:latin typeface="Söhne"/>
              </a:rPr>
              <a:t>allowing them to excel in different domains and tasks. </a:t>
            </a:r>
          </a:p>
          <a:p>
            <a:endParaRPr lang="en-US" sz="2400" dirty="0">
              <a:solidFill>
                <a:srgbClr val="0D0D0D"/>
              </a:solidFill>
              <a:latin typeface="Söhne"/>
            </a:endParaRPr>
          </a:p>
          <a:p>
            <a:pPr marL="0" indent="0">
              <a:buNone/>
            </a:pPr>
            <a:r>
              <a:rPr lang="en-US" sz="2800" b="1" dirty="0">
                <a:solidFill>
                  <a:srgbClr val="0D0D0D"/>
                </a:solidFill>
                <a:latin typeface="Söhne"/>
              </a:rPr>
              <a:t>Here are some popular Techniques in deep learning:</a:t>
            </a:r>
          </a:p>
          <a:p>
            <a:pPr marL="342900" indent="-342900">
              <a:buAutoNum type="arabicPeriod"/>
            </a:pPr>
            <a:r>
              <a:rPr lang="en-US" sz="2400" b="1" dirty="0"/>
              <a:t>Deep Neural Network</a:t>
            </a:r>
          </a:p>
          <a:p>
            <a:pPr marL="342900" indent="-342900">
              <a:buFontTx/>
              <a:buAutoNum type="arabicPeriod"/>
            </a:pPr>
            <a:r>
              <a:rPr lang="en-US" sz="2400" b="1" dirty="0">
                <a:solidFill>
                  <a:srgbClr val="0D0D0D"/>
                </a:solidFill>
                <a:latin typeface="Söhne"/>
              </a:rPr>
              <a:t>Convolutional Neural Networks (CNNs)</a:t>
            </a:r>
            <a:endParaRPr lang="en-US" sz="2400" dirty="0">
              <a:solidFill>
                <a:srgbClr val="0D0D0D"/>
              </a:solidFill>
              <a:latin typeface="Söhne"/>
            </a:endParaRPr>
          </a:p>
          <a:p>
            <a:pPr marL="342900" indent="-342900">
              <a:buFontTx/>
              <a:buAutoNum type="arabicPeriod"/>
            </a:pPr>
            <a:r>
              <a:rPr lang="en-US" sz="2400" b="1" dirty="0">
                <a:solidFill>
                  <a:srgbClr val="0D0D0D"/>
                </a:solidFill>
                <a:latin typeface="Söhne"/>
              </a:rPr>
              <a:t>Recurrent Neural Networks (RNNs)</a:t>
            </a:r>
            <a:endParaRPr lang="en-US" sz="2400" dirty="0">
              <a:solidFill>
                <a:srgbClr val="0D0D0D"/>
              </a:solidFill>
              <a:latin typeface="Söhne"/>
            </a:endParaRPr>
          </a:p>
          <a:p>
            <a:pPr marL="342900" indent="-342900">
              <a:buFontTx/>
              <a:buAutoNum type="arabicPeriod"/>
            </a:pPr>
            <a:r>
              <a:rPr lang="en-US" sz="2400" b="1" dirty="0"/>
              <a:t>Deep Belief Network(DBN) </a:t>
            </a:r>
          </a:p>
          <a:p>
            <a:pPr marL="0" indent="0">
              <a:buNone/>
            </a:pPr>
            <a:endParaRPr lang="en-IN" sz="2400" dirty="0"/>
          </a:p>
        </p:txBody>
      </p:sp>
    </p:spTree>
    <p:extLst>
      <p:ext uri="{BB962C8B-B14F-4D97-AF65-F5344CB8AC3E}">
        <p14:creationId xmlns:p14="http://schemas.microsoft.com/office/powerpoint/2010/main" val="81725473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4122-3232-081F-9EAC-E203711EFD2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B5BDBC-71CE-669F-0392-D6C5AC321E9F}"/>
              </a:ext>
            </a:extLst>
          </p:cNvPr>
          <p:cNvSpPr>
            <a:spLocks noGrp="1"/>
          </p:cNvSpPr>
          <p:nvPr>
            <p:ph idx="1"/>
          </p:nvPr>
        </p:nvSpPr>
        <p:spPr>
          <a:xfrm>
            <a:off x="777240" y="555171"/>
            <a:ext cx="10659110" cy="5965371"/>
          </a:xfrm>
        </p:spPr>
        <p:txBody>
          <a:bodyPr>
            <a:normAutofit fontScale="92500" lnSpcReduction="10000"/>
          </a:bodyPr>
          <a:lstStyle/>
          <a:p>
            <a:pPr marL="0" indent="0">
              <a:buNone/>
            </a:pPr>
            <a:r>
              <a:rPr lang="en-US" sz="2800" b="1" dirty="0">
                <a:solidFill>
                  <a:srgbClr val="002060"/>
                </a:solidFill>
              </a:rPr>
              <a:t>Convolutional Neural Network (CNN)</a:t>
            </a:r>
          </a:p>
          <a:p>
            <a:pPr marL="0" indent="0">
              <a:buNone/>
            </a:pPr>
            <a:r>
              <a:rPr lang="en-US" sz="2600" dirty="0"/>
              <a:t>A Convolutional Neural Network (CNN) is a </a:t>
            </a:r>
            <a:r>
              <a:rPr lang="en-US" sz="2600" b="1" dirty="0"/>
              <a:t>type of deep learning model </a:t>
            </a:r>
            <a:r>
              <a:rPr lang="en-US" sz="2600" dirty="0"/>
              <a:t>that is specially designed to </a:t>
            </a:r>
            <a:r>
              <a:rPr lang="en-US" sz="2600" b="1" dirty="0">
                <a:solidFill>
                  <a:srgbClr val="C00000"/>
                </a:solidFill>
              </a:rPr>
              <a:t>process image data </a:t>
            </a:r>
            <a:r>
              <a:rPr lang="en-US" sz="2600" dirty="0"/>
              <a:t>(or grid-like data such as audio or video).</a:t>
            </a:r>
          </a:p>
          <a:p>
            <a:pPr marL="0" indent="0">
              <a:buNone/>
            </a:pPr>
            <a:r>
              <a:rPr lang="en-US" sz="2600" dirty="0"/>
              <a:t>CNNs are very good at </a:t>
            </a:r>
            <a:r>
              <a:rPr lang="en-US" sz="2600" b="1" dirty="0">
                <a:solidFill>
                  <a:srgbClr val="0070C0"/>
                </a:solidFill>
              </a:rPr>
              <a:t>recognizing patterns in images </a:t>
            </a:r>
            <a:r>
              <a:rPr lang="en-US" sz="2600" dirty="0"/>
              <a:t>— like edges, colors, shapes, and objects.</a:t>
            </a:r>
          </a:p>
          <a:p>
            <a:pPr marL="0" indent="0">
              <a:buNone/>
            </a:pPr>
            <a:endParaRPr lang="en-US" sz="1400" dirty="0"/>
          </a:p>
          <a:p>
            <a:pPr marL="0" indent="0">
              <a:buNone/>
            </a:pPr>
            <a:r>
              <a:rPr lang="en-US" sz="2400" b="1" dirty="0"/>
              <a:t>Why use </a:t>
            </a:r>
            <a:r>
              <a:rPr lang="en-US" sz="2400" b="1" dirty="0">
                <a:solidFill>
                  <a:srgbClr val="C00000"/>
                </a:solidFill>
              </a:rPr>
              <a:t>CNNs</a:t>
            </a:r>
            <a:r>
              <a:rPr lang="en-US" sz="2400" b="1" dirty="0"/>
              <a:t> instead of regular Neural Networks (</a:t>
            </a:r>
            <a:r>
              <a:rPr lang="en-US" sz="2400" b="1" dirty="0">
                <a:solidFill>
                  <a:srgbClr val="C00000"/>
                </a:solidFill>
              </a:rPr>
              <a:t>ANNs</a:t>
            </a:r>
            <a:r>
              <a:rPr lang="en-US" sz="2400" b="1" dirty="0"/>
              <a:t>)?</a:t>
            </a:r>
          </a:p>
          <a:p>
            <a:r>
              <a:rPr lang="en-US" sz="2400" dirty="0"/>
              <a:t>ANNs treat </a:t>
            </a:r>
            <a:r>
              <a:rPr lang="en-US" sz="2400" b="1" dirty="0"/>
              <a:t>image pixels as just numbers </a:t>
            </a:r>
            <a:r>
              <a:rPr lang="en-US" sz="2400" dirty="0"/>
              <a:t>— they don’t understand </a:t>
            </a:r>
            <a:r>
              <a:rPr lang="en-US" sz="2400" b="1" dirty="0">
                <a:solidFill>
                  <a:srgbClr val="C00000"/>
                </a:solidFill>
              </a:rPr>
              <a:t>spatial</a:t>
            </a:r>
            <a:r>
              <a:rPr lang="en-US" sz="2400" dirty="0"/>
              <a:t> </a:t>
            </a:r>
            <a:r>
              <a:rPr lang="en-US" sz="2400" b="1" dirty="0">
                <a:solidFill>
                  <a:srgbClr val="C00000"/>
                </a:solidFill>
              </a:rPr>
              <a:t>patterns</a:t>
            </a:r>
            <a:r>
              <a:rPr lang="en-US" sz="2400" dirty="0"/>
              <a:t> (e.g., nearby pixels forming a shape).</a:t>
            </a:r>
          </a:p>
          <a:p>
            <a:r>
              <a:rPr lang="en-US" sz="2400" dirty="0"/>
              <a:t>CNNs preserve </a:t>
            </a:r>
            <a:r>
              <a:rPr lang="en-US" sz="2400" b="1" dirty="0">
                <a:solidFill>
                  <a:srgbClr val="C00000"/>
                </a:solidFill>
              </a:rPr>
              <a:t>spatial relationships </a:t>
            </a:r>
            <a:r>
              <a:rPr lang="en-US" sz="2400" dirty="0"/>
              <a:t>(like "</a:t>
            </a:r>
            <a:r>
              <a:rPr lang="en-US" sz="2400" b="1" dirty="0"/>
              <a:t>a nose is near the eyes</a:t>
            </a:r>
            <a:r>
              <a:rPr lang="en-US" sz="2400" dirty="0"/>
              <a:t>") and are more efficient for image tasks.</a:t>
            </a:r>
          </a:p>
          <a:p>
            <a:r>
              <a:rPr lang="en-US" sz="2400" dirty="0">
                <a:solidFill>
                  <a:srgbClr val="0D0D0D"/>
                </a:solidFill>
                <a:latin typeface="Söhne"/>
              </a:rPr>
              <a:t>CNNs are known for their ability to automatically learn relevant features </a:t>
            </a:r>
            <a:r>
              <a:rPr lang="en-US" sz="2400" b="1" dirty="0">
                <a:solidFill>
                  <a:srgbClr val="C00000"/>
                </a:solidFill>
                <a:latin typeface="Söhne"/>
              </a:rPr>
              <a:t>from raw pixel data</a:t>
            </a:r>
            <a:r>
              <a:rPr lang="en-US" sz="2400" dirty="0">
                <a:solidFill>
                  <a:srgbClr val="0D0D0D"/>
                </a:solidFill>
                <a:latin typeface="Söhne"/>
              </a:rPr>
              <a:t>, making them highly effective for tasks like </a:t>
            </a:r>
            <a:r>
              <a:rPr lang="en-US" sz="2400" b="1" dirty="0">
                <a:solidFill>
                  <a:schemeClr val="accent2"/>
                </a:solidFill>
                <a:latin typeface="Söhne"/>
              </a:rPr>
              <a:t>image classification</a:t>
            </a:r>
            <a:r>
              <a:rPr lang="en-US" sz="2400" dirty="0">
                <a:solidFill>
                  <a:srgbClr val="0D0D0D"/>
                </a:solidFill>
                <a:latin typeface="Söhne"/>
              </a:rPr>
              <a:t>, </a:t>
            </a:r>
            <a:r>
              <a:rPr lang="en-US" sz="2400" b="1" dirty="0">
                <a:solidFill>
                  <a:schemeClr val="accent2"/>
                </a:solidFill>
                <a:latin typeface="Söhne"/>
              </a:rPr>
              <a:t>object detection</a:t>
            </a:r>
            <a:r>
              <a:rPr lang="en-US" sz="2400" dirty="0">
                <a:solidFill>
                  <a:srgbClr val="0D0D0D"/>
                </a:solidFill>
                <a:latin typeface="Söhne"/>
              </a:rPr>
              <a:t>, and </a:t>
            </a:r>
            <a:r>
              <a:rPr lang="en-US" sz="2400" b="1" dirty="0">
                <a:solidFill>
                  <a:schemeClr val="accent2"/>
                </a:solidFill>
                <a:latin typeface="Söhne"/>
              </a:rPr>
              <a:t>image segmentation</a:t>
            </a:r>
            <a:r>
              <a:rPr lang="en-US" sz="2400" dirty="0">
                <a:solidFill>
                  <a:srgbClr val="0D0D0D"/>
                </a:solidFill>
                <a:latin typeface="Söhne"/>
              </a:rPr>
              <a:t>.</a:t>
            </a:r>
          </a:p>
          <a:p>
            <a:r>
              <a:rPr lang="en-US" sz="2400" dirty="0">
                <a:solidFill>
                  <a:srgbClr val="0D0D0D"/>
                </a:solidFill>
                <a:latin typeface="Söhne"/>
              </a:rPr>
              <a:t>CNNs are powerful deep learning models designed to recognize patterns in images.</a:t>
            </a:r>
          </a:p>
          <a:p>
            <a:r>
              <a:rPr lang="en-US" sz="2400" dirty="0">
                <a:solidFill>
                  <a:srgbClr val="0D0D0D"/>
                </a:solidFill>
                <a:latin typeface="Söhne"/>
              </a:rPr>
              <a:t>They use convolution, pooling, and fully connected layers to extract and learn from features efficiently.</a:t>
            </a:r>
          </a:p>
          <a:p>
            <a:pPr marL="0" indent="0">
              <a:buNone/>
            </a:pPr>
            <a:endParaRPr lang="en-IN" sz="2400" dirty="0"/>
          </a:p>
        </p:txBody>
      </p:sp>
    </p:spTree>
    <p:extLst>
      <p:ext uri="{BB962C8B-B14F-4D97-AF65-F5344CB8AC3E}">
        <p14:creationId xmlns:p14="http://schemas.microsoft.com/office/powerpoint/2010/main" val="30434174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D6653-3CE1-D00B-30FC-C206E7D570D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FB568B0-04EB-9AE9-5A4F-525A087DE156}"/>
              </a:ext>
            </a:extLst>
          </p:cNvPr>
          <p:cNvSpPr>
            <a:spLocks noGrp="1"/>
          </p:cNvSpPr>
          <p:nvPr>
            <p:ph idx="1"/>
          </p:nvPr>
        </p:nvSpPr>
        <p:spPr>
          <a:xfrm>
            <a:off x="777240" y="631372"/>
            <a:ext cx="10659110" cy="5545592"/>
          </a:xfrm>
        </p:spPr>
        <p:txBody>
          <a:bodyPr>
            <a:normAutofit fontScale="92500" lnSpcReduction="10000"/>
          </a:bodyPr>
          <a:lstStyle/>
          <a:p>
            <a:pPr marL="0" indent="0">
              <a:buNone/>
            </a:pPr>
            <a:r>
              <a:rPr lang="en-IN" sz="2600" b="1" dirty="0"/>
              <a:t>Structure of a CNN</a:t>
            </a:r>
          </a:p>
          <a:p>
            <a:pPr marL="0" indent="0">
              <a:buNone/>
            </a:pPr>
            <a:r>
              <a:rPr lang="en-US" sz="2600" b="1" dirty="0"/>
              <a:t> 1. Input Layer:</a:t>
            </a:r>
          </a:p>
          <a:p>
            <a:r>
              <a:rPr lang="en-US" sz="2600" dirty="0"/>
              <a:t>Takes an image (e.g., 28×28 pixels for MNIST digits).</a:t>
            </a:r>
          </a:p>
          <a:p>
            <a:r>
              <a:rPr lang="en-US" sz="2600" b="1" dirty="0"/>
              <a:t>Input format: </a:t>
            </a:r>
            <a:r>
              <a:rPr lang="en-US" sz="2600" dirty="0"/>
              <a:t>Height × Width × Channels (e.g., 28×28×1 for grayscale, or 28×28×3 for color).</a:t>
            </a:r>
          </a:p>
          <a:p>
            <a:pPr marL="0" indent="0">
              <a:buNone/>
            </a:pPr>
            <a:endParaRPr lang="en-US" sz="2600" b="1" dirty="0"/>
          </a:p>
          <a:p>
            <a:pPr marL="0" indent="0">
              <a:buNone/>
            </a:pPr>
            <a:r>
              <a:rPr lang="en-US" sz="2600" b="1" dirty="0"/>
              <a:t>2. Convolution Layer</a:t>
            </a:r>
          </a:p>
          <a:p>
            <a:r>
              <a:rPr lang="en-US" sz="2600" b="1" dirty="0">
                <a:solidFill>
                  <a:srgbClr val="C00000"/>
                </a:solidFill>
              </a:rPr>
              <a:t>Main building block </a:t>
            </a:r>
            <a:r>
              <a:rPr lang="en-US" sz="2600" dirty="0"/>
              <a:t>of CNN.</a:t>
            </a:r>
          </a:p>
          <a:p>
            <a:r>
              <a:rPr lang="en-US" sz="2600" dirty="0"/>
              <a:t>Applies </a:t>
            </a:r>
            <a:r>
              <a:rPr lang="en-US" sz="2600" b="1" dirty="0"/>
              <a:t>filters</a:t>
            </a:r>
            <a:r>
              <a:rPr lang="en-US" sz="2600" dirty="0"/>
              <a:t> (kernels) to </a:t>
            </a:r>
            <a:r>
              <a:rPr lang="en-US" sz="2600" b="1" dirty="0"/>
              <a:t>scan the image </a:t>
            </a:r>
            <a:r>
              <a:rPr lang="en-US" sz="2600" dirty="0"/>
              <a:t>and </a:t>
            </a:r>
            <a:r>
              <a:rPr lang="en-US" sz="2600" b="1" dirty="0"/>
              <a:t>detect</a:t>
            </a:r>
            <a:r>
              <a:rPr lang="en-US" sz="2600" dirty="0"/>
              <a:t> </a:t>
            </a:r>
            <a:r>
              <a:rPr lang="en-US" sz="2600" b="1" dirty="0"/>
              <a:t>features</a:t>
            </a:r>
            <a:r>
              <a:rPr lang="en-US" sz="2600" dirty="0"/>
              <a:t> like edges, corners, textures.</a:t>
            </a:r>
          </a:p>
          <a:p>
            <a:r>
              <a:rPr lang="en-US" sz="2600" dirty="0"/>
              <a:t>Outputs a feature map.</a:t>
            </a:r>
          </a:p>
          <a:p>
            <a:pPr marL="0" indent="0">
              <a:buNone/>
            </a:pPr>
            <a:endParaRPr lang="en-US" sz="2600" dirty="0"/>
          </a:p>
          <a:p>
            <a:pPr marL="0" indent="0">
              <a:buNone/>
            </a:pPr>
            <a:r>
              <a:rPr lang="en-US" sz="2600" dirty="0"/>
              <a:t>💡 Think of a filter like a </a:t>
            </a:r>
            <a:r>
              <a:rPr lang="en-US" sz="2600" b="1" dirty="0"/>
              <a:t>small window </a:t>
            </a:r>
            <a:r>
              <a:rPr lang="en-US" sz="2600" dirty="0"/>
              <a:t>that moves across the image and highlights patterns.</a:t>
            </a:r>
          </a:p>
          <a:p>
            <a:pPr marL="0" indent="0">
              <a:buNone/>
            </a:pPr>
            <a:endParaRPr lang="en-US" sz="2400" b="1" dirty="0"/>
          </a:p>
          <a:p>
            <a:pPr marL="0" indent="0">
              <a:buNone/>
            </a:pPr>
            <a:endParaRPr lang="en-IN" sz="2400" b="1" dirty="0"/>
          </a:p>
        </p:txBody>
      </p:sp>
    </p:spTree>
    <p:extLst>
      <p:ext uri="{BB962C8B-B14F-4D97-AF65-F5344CB8AC3E}">
        <p14:creationId xmlns:p14="http://schemas.microsoft.com/office/powerpoint/2010/main" val="38036099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829AD-93F5-C3EA-B7FB-922C7BC20E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E7DF167-239B-5BE7-D147-856CAA5A2B07}"/>
              </a:ext>
            </a:extLst>
          </p:cNvPr>
          <p:cNvSpPr>
            <a:spLocks noGrp="1"/>
          </p:cNvSpPr>
          <p:nvPr>
            <p:ph idx="1"/>
          </p:nvPr>
        </p:nvSpPr>
        <p:spPr>
          <a:xfrm>
            <a:off x="777240" y="849086"/>
            <a:ext cx="10659110" cy="5327877"/>
          </a:xfrm>
        </p:spPr>
        <p:txBody>
          <a:bodyPr>
            <a:normAutofit/>
          </a:bodyPr>
          <a:lstStyle/>
          <a:p>
            <a:pPr marL="0" indent="0">
              <a:buNone/>
            </a:pPr>
            <a:r>
              <a:rPr lang="en-US" sz="2400" b="1" dirty="0"/>
              <a:t>3. Activation Function (ReLU)</a:t>
            </a:r>
          </a:p>
          <a:p>
            <a:r>
              <a:rPr lang="en-US" sz="2400" dirty="0"/>
              <a:t>Applies </a:t>
            </a:r>
            <a:r>
              <a:rPr lang="en-US" sz="2400" b="1" dirty="0"/>
              <a:t>non-linearity</a:t>
            </a:r>
            <a:r>
              <a:rPr lang="en-US" sz="2400" dirty="0"/>
              <a:t> so the model can learn complex patterns.</a:t>
            </a:r>
          </a:p>
          <a:p>
            <a:r>
              <a:rPr lang="en-US" sz="2400" dirty="0"/>
              <a:t>Usually, </a:t>
            </a:r>
            <a:r>
              <a:rPr lang="en-US" sz="2400" b="1" dirty="0"/>
              <a:t>ReLU</a:t>
            </a:r>
            <a:r>
              <a:rPr lang="en-US" sz="2400" dirty="0"/>
              <a:t> (Rectified Linear Unit) is used:</a:t>
            </a:r>
          </a:p>
          <a:p>
            <a:pPr marL="0" indent="0">
              <a:buNone/>
            </a:pPr>
            <a:endParaRPr lang="en-IN" sz="2400" dirty="0"/>
          </a:p>
        </p:txBody>
      </p:sp>
      <p:pic>
        <p:nvPicPr>
          <p:cNvPr id="4" name="Picture 3">
            <a:extLst>
              <a:ext uri="{FF2B5EF4-FFF2-40B4-BE49-F238E27FC236}">
                <a16:creationId xmlns:a16="http://schemas.microsoft.com/office/drawing/2014/main" id="{DC1FCBEB-C910-12C6-66A5-F37B5D2910A3}"/>
              </a:ext>
            </a:extLst>
          </p:cNvPr>
          <p:cNvPicPr>
            <a:picLocks noChangeAspect="1"/>
          </p:cNvPicPr>
          <p:nvPr/>
        </p:nvPicPr>
        <p:blipFill>
          <a:blip r:embed="rId2"/>
          <a:stretch>
            <a:fillRect/>
          </a:stretch>
        </p:blipFill>
        <p:spPr>
          <a:xfrm>
            <a:off x="3236828" y="2502368"/>
            <a:ext cx="3425229" cy="926632"/>
          </a:xfrm>
          <a:prstGeom prst="rect">
            <a:avLst/>
          </a:prstGeom>
        </p:spPr>
      </p:pic>
    </p:spTree>
    <p:extLst>
      <p:ext uri="{BB962C8B-B14F-4D97-AF65-F5344CB8AC3E}">
        <p14:creationId xmlns:p14="http://schemas.microsoft.com/office/powerpoint/2010/main" val="17306989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E55E8-2B21-7E5B-9132-7C6C72DB53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011717-5A7E-C8A9-2AF4-18CE1E038CA3}"/>
              </a:ext>
            </a:extLst>
          </p:cNvPr>
          <p:cNvSpPr>
            <a:spLocks noGrp="1"/>
          </p:cNvSpPr>
          <p:nvPr>
            <p:ph idx="1"/>
          </p:nvPr>
        </p:nvSpPr>
        <p:spPr>
          <a:xfrm>
            <a:off x="777240" y="849086"/>
            <a:ext cx="10659110" cy="5327877"/>
          </a:xfrm>
        </p:spPr>
        <p:txBody>
          <a:bodyPr>
            <a:normAutofit/>
          </a:bodyPr>
          <a:lstStyle/>
          <a:p>
            <a:pPr marL="0" indent="0">
              <a:buNone/>
            </a:pPr>
            <a:r>
              <a:rPr lang="en-US" sz="2400" b="1" dirty="0"/>
              <a:t>4. Pooling Layer</a:t>
            </a:r>
          </a:p>
          <a:p>
            <a:r>
              <a:rPr lang="en-US" sz="2400" dirty="0"/>
              <a:t>Reduces the </a:t>
            </a:r>
            <a:r>
              <a:rPr lang="en-US" sz="2400" b="1" dirty="0"/>
              <a:t>size of the feature maps </a:t>
            </a:r>
            <a:r>
              <a:rPr lang="en-US" sz="2400" dirty="0"/>
              <a:t>(i.e., dimensionality), making the model faster and less prone to overfitting.</a:t>
            </a:r>
          </a:p>
          <a:p>
            <a:r>
              <a:rPr lang="en-US" sz="2400" b="1" dirty="0"/>
              <a:t>Most common: </a:t>
            </a:r>
            <a:r>
              <a:rPr lang="en-US" sz="2400" dirty="0"/>
              <a:t>Max Pooling (takes the largest value from a region).</a:t>
            </a:r>
          </a:p>
          <a:p>
            <a:pPr marL="0" indent="0">
              <a:buNone/>
            </a:pPr>
            <a:endParaRPr lang="en-US" sz="2400" dirty="0"/>
          </a:p>
          <a:p>
            <a:pPr marL="0" indent="0">
              <a:buNone/>
            </a:pPr>
            <a:r>
              <a:rPr lang="en-US" sz="2400" dirty="0"/>
              <a:t>💡 Think of pooling as </a:t>
            </a:r>
            <a:r>
              <a:rPr lang="en-US" sz="2400" b="1" dirty="0"/>
              <a:t>shrinking the image </a:t>
            </a:r>
            <a:r>
              <a:rPr lang="en-US" sz="2400" dirty="0"/>
              <a:t>while keeping the </a:t>
            </a:r>
            <a:r>
              <a:rPr lang="en-US" sz="2400" b="1" dirty="0"/>
              <a:t>most important parts</a:t>
            </a:r>
          </a:p>
          <a:p>
            <a:pPr marL="0" indent="0">
              <a:buNone/>
            </a:pPr>
            <a:endParaRPr lang="en-US" sz="2400" b="1" dirty="0"/>
          </a:p>
          <a:p>
            <a:pPr marL="0" indent="0">
              <a:buNone/>
            </a:pPr>
            <a:r>
              <a:rPr lang="en-US" sz="2400" b="1" dirty="0"/>
              <a:t>5. Flatten Layer</a:t>
            </a:r>
          </a:p>
          <a:p>
            <a:r>
              <a:rPr lang="en-US" sz="2400" dirty="0"/>
              <a:t>Converts the 2D feature maps into a 1D vector to feed into a fully connected layer.</a:t>
            </a:r>
          </a:p>
          <a:p>
            <a:pPr marL="0" indent="0">
              <a:buNone/>
            </a:pPr>
            <a:endParaRPr lang="en-IN" sz="2400" dirty="0"/>
          </a:p>
        </p:txBody>
      </p:sp>
    </p:spTree>
    <p:extLst>
      <p:ext uri="{BB962C8B-B14F-4D97-AF65-F5344CB8AC3E}">
        <p14:creationId xmlns:p14="http://schemas.microsoft.com/office/powerpoint/2010/main" val="37160451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B6C6F-C925-4F15-59C1-635DB2C11B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96954-24C0-14D5-3DC7-541893F7458C}"/>
              </a:ext>
            </a:extLst>
          </p:cNvPr>
          <p:cNvSpPr>
            <a:spLocks noGrp="1"/>
          </p:cNvSpPr>
          <p:nvPr>
            <p:ph idx="1"/>
          </p:nvPr>
        </p:nvSpPr>
        <p:spPr>
          <a:xfrm>
            <a:off x="777240" y="849086"/>
            <a:ext cx="10659110" cy="5327877"/>
          </a:xfrm>
        </p:spPr>
        <p:txBody>
          <a:bodyPr>
            <a:normAutofit/>
          </a:bodyPr>
          <a:lstStyle/>
          <a:p>
            <a:pPr marL="0" indent="0">
              <a:buNone/>
            </a:pPr>
            <a:r>
              <a:rPr lang="en-US" sz="2400" b="1" dirty="0"/>
              <a:t>6. Fully Connected (Dense) Layer</a:t>
            </a:r>
          </a:p>
          <a:p>
            <a:r>
              <a:rPr lang="en-US" sz="2400" dirty="0"/>
              <a:t>Works like a regular neural network — combines learned features to make predictions (e.g., classifying an image as a cat, dog, etc.).</a:t>
            </a:r>
          </a:p>
          <a:p>
            <a:pPr marL="0" indent="0">
              <a:buNone/>
            </a:pPr>
            <a:endParaRPr lang="en-US" sz="2400" b="1" dirty="0"/>
          </a:p>
          <a:p>
            <a:pPr marL="0" indent="0">
              <a:buNone/>
            </a:pPr>
            <a:r>
              <a:rPr lang="en-US" sz="2400" b="1" dirty="0"/>
              <a:t>7. Output Layer</a:t>
            </a:r>
          </a:p>
          <a:p>
            <a:r>
              <a:rPr lang="en-US" sz="2400" dirty="0"/>
              <a:t>Usually uses </a:t>
            </a:r>
            <a:r>
              <a:rPr lang="en-US" sz="2400" b="1" dirty="0" err="1"/>
              <a:t>softmax</a:t>
            </a:r>
            <a:r>
              <a:rPr lang="en-US" sz="2400" b="1" dirty="0"/>
              <a:t> activation</a:t>
            </a:r>
            <a:r>
              <a:rPr lang="en-US" sz="2400" dirty="0"/>
              <a:t> for classification tasks.</a:t>
            </a:r>
          </a:p>
          <a:p>
            <a:r>
              <a:rPr lang="en-US" sz="2400" dirty="0"/>
              <a:t>Gives probability for each class (e.g., digits 0–9 in MNIST).</a:t>
            </a:r>
          </a:p>
          <a:p>
            <a:pPr marL="0" indent="0">
              <a:buNone/>
            </a:pPr>
            <a:endParaRPr lang="en-IN" sz="2400" dirty="0"/>
          </a:p>
        </p:txBody>
      </p:sp>
    </p:spTree>
    <p:extLst>
      <p:ext uri="{BB962C8B-B14F-4D97-AF65-F5344CB8AC3E}">
        <p14:creationId xmlns:p14="http://schemas.microsoft.com/office/powerpoint/2010/main" val="72779701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FD2B7-4C9A-F7DC-85E4-5E7C85BDE19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7EB70AF-9870-5C53-60AA-139B4BC2B1CF}"/>
              </a:ext>
            </a:extLst>
          </p:cNvPr>
          <p:cNvSpPr>
            <a:spLocks noGrp="1"/>
          </p:cNvSpPr>
          <p:nvPr>
            <p:ph idx="1"/>
          </p:nvPr>
        </p:nvSpPr>
        <p:spPr>
          <a:xfrm>
            <a:off x="777240" y="1023257"/>
            <a:ext cx="10659110" cy="5153706"/>
          </a:xfrm>
        </p:spPr>
        <p:txBody>
          <a:bodyPr>
            <a:normAutofit/>
          </a:bodyPr>
          <a:lstStyle/>
          <a:p>
            <a:pPr marL="0" indent="0">
              <a:buNone/>
            </a:pPr>
            <a:r>
              <a:rPr lang="en-US" sz="2800" b="1" dirty="0"/>
              <a:t>Real-life Example: Image Classification</a:t>
            </a:r>
          </a:p>
          <a:p>
            <a:pPr marL="0" indent="0">
              <a:buNone/>
            </a:pPr>
            <a:r>
              <a:rPr lang="en-US" sz="2800" dirty="0"/>
              <a:t>Predicting whether an image is a cat or a dog.</a:t>
            </a:r>
          </a:p>
          <a:p>
            <a:pPr marL="457200" indent="-457200">
              <a:buFont typeface="+mj-lt"/>
              <a:buAutoNum type="arabicPeriod"/>
            </a:pPr>
            <a:r>
              <a:rPr lang="en-US" sz="2800" dirty="0"/>
              <a:t>Input image → [Cat]</a:t>
            </a:r>
          </a:p>
          <a:p>
            <a:pPr marL="457200" indent="-457200">
              <a:buFont typeface="+mj-lt"/>
              <a:buAutoNum type="arabicPeriod"/>
            </a:pPr>
            <a:r>
              <a:rPr lang="en-US" sz="2800" dirty="0"/>
              <a:t>CNN learns edges, eyes, ears, whiskers</a:t>
            </a:r>
          </a:p>
          <a:p>
            <a:pPr marL="457200" indent="-457200">
              <a:buFont typeface="+mj-lt"/>
              <a:buAutoNum type="arabicPeriod"/>
            </a:pPr>
            <a:r>
              <a:rPr lang="en-US" sz="2800" dirty="0"/>
              <a:t>Pooling keeps important features</a:t>
            </a:r>
          </a:p>
          <a:p>
            <a:pPr marL="457200" indent="-457200">
              <a:buFont typeface="+mj-lt"/>
              <a:buAutoNum type="arabicPeriod"/>
            </a:pPr>
            <a:r>
              <a:rPr lang="en-US" sz="2800" dirty="0"/>
              <a:t>Dense layer decides → High probability for "cat"</a:t>
            </a:r>
          </a:p>
          <a:p>
            <a:pPr marL="0" indent="0">
              <a:buNone/>
            </a:pPr>
            <a:endParaRPr lang="en-US" sz="2800" dirty="0"/>
          </a:p>
          <a:p>
            <a:pPr marL="0" indent="0">
              <a:buNone/>
            </a:pPr>
            <a:endParaRPr lang="en-IN" sz="2800" dirty="0"/>
          </a:p>
        </p:txBody>
      </p:sp>
    </p:spTree>
    <p:extLst>
      <p:ext uri="{BB962C8B-B14F-4D97-AF65-F5344CB8AC3E}">
        <p14:creationId xmlns:p14="http://schemas.microsoft.com/office/powerpoint/2010/main" val="118268989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1BABD-1C78-47F7-BE8C-B334B354BE5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F18575-B2FA-A7AF-EB97-4DF513307B63}"/>
              </a:ext>
            </a:extLst>
          </p:cNvPr>
          <p:cNvSpPr>
            <a:spLocks noGrp="1"/>
          </p:cNvSpPr>
          <p:nvPr>
            <p:ph idx="1"/>
          </p:nvPr>
        </p:nvSpPr>
        <p:spPr>
          <a:xfrm>
            <a:off x="777240" y="849086"/>
            <a:ext cx="10659110" cy="5327877"/>
          </a:xfrm>
        </p:spPr>
        <p:txBody>
          <a:bodyPr>
            <a:normAutofit/>
          </a:bodyPr>
          <a:lstStyle/>
          <a:p>
            <a:pPr marL="0" indent="0">
              <a:buNone/>
            </a:pPr>
            <a:r>
              <a:rPr lang="en-IN" sz="2800" b="1" dirty="0"/>
              <a:t>Applications of CNNs</a:t>
            </a:r>
          </a:p>
        </p:txBody>
      </p:sp>
      <p:graphicFrame>
        <p:nvGraphicFramePr>
          <p:cNvPr id="2" name="Table 1">
            <a:extLst>
              <a:ext uri="{FF2B5EF4-FFF2-40B4-BE49-F238E27FC236}">
                <a16:creationId xmlns:a16="http://schemas.microsoft.com/office/drawing/2014/main" id="{4B999EEB-4E80-14C9-36DD-6AFCB1347882}"/>
              </a:ext>
            </a:extLst>
          </p:cNvPr>
          <p:cNvGraphicFramePr>
            <a:graphicFrameLocks noGrp="1"/>
          </p:cNvGraphicFramePr>
          <p:nvPr>
            <p:extLst>
              <p:ext uri="{D42A27DB-BD31-4B8C-83A1-F6EECF244321}">
                <p14:modId xmlns:p14="http://schemas.microsoft.com/office/powerpoint/2010/main" val="1441368783"/>
              </p:ext>
            </p:extLst>
          </p:nvPr>
        </p:nvGraphicFramePr>
        <p:xfrm>
          <a:off x="1023845" y="1795656"/>
          <a:ext cx="9611498" cy="3919344"/>
        </p:xfrm>
        <a:graphic>
          <a:graphicData uri="http://schemas.openxmlformats.org/drawingml/2006/table">
            <a:tbl>
              <a:tblPr firstRow="1" firstCol="1" bandRow="1">
                <a:tableStyleId>{5C22544A-7EE6-4342-B048-85BDC9FD1C3A}</a:tableStyleId>
              </a:tblPr>
              <a:tblGrid>
                <a:gridCol w="3134498">
                  <a:extLst>
                    <a:ext uri="{9D8B030D-6E8A-4147-A177-3AD203B41FA5}">
                      <a16:colId xmlns:a16="http://schemas.microsoft.com/office/drawing/2014/main" val="878744483"/>
                    </a:ext>
                  </a:extLst>
                </a:gridCol>
                <a:gridCol w="6477000">
                  <a:extLst>
                    <a:ext uri="{9D8B030D-6E8A-4147-A177-3AD203B41FA5}">
                      <a16:colId xmlns:a16="http://schemas.microsoft.com/office/drawing/2014/main" val="3179223296"/>
                    </a:ext>
                  </a:extLst>
                </a:gridCol>
              </a:tblGrid>
              <a:tr h="653224">
                <a:tc>
                  <a:txBody>
                    <a:bodyPr/>
                    <a:lstStyle/>
                    <a:p>
                      <a:pPr>
                        <a:lnSpc>
                          <a:spcPct val="115000"/>
                        </a:lnSpc>
                        <a:spcAft>
                          <a:spcPts val="800"/>
                        </a:spcAft>
                        <a:buNone/>
                      </a:pPr>
                      <a:r>
                        <a:rPr lang="en-IN" sz="2400" kern="100">
                          <a:effectLst/>
                        </a:rPr>
                        <a:t>Application</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Use Case</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6201320"/>
                  </a:ext>
                </a:extLst>
              </a:tr>
              <a:tr h="653224">
                <a:tc>
                  <a:txBody>
                    <a:bodyPr/>
                    <a:lstStyle/>
                    <a:p>
                      <a:pPr>
                        <a:lnSpc>
                          <a:spcPct val="115000"/>
                        </a:lnSpc>
                        <a:spcAft>
                          <a:spcPts val="800"/>
                        </a:spcAft>
                        <a:buNone/>
                      </a:pPr>
                      <a:r>
                        <a:rPr lang="en-IN" sz="2400" kern="100" dirty="0">
                          <a:effectLst/>
                        </a:rPr>
                        <a:t>Image recognition</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Face detection, object detection</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2470449"/>
                  </a:ext>
                </a:extLst>
              </a:tr>
              <a:tr h="653224">
                <a:tc>
                  <a:txBody>
                    <a:bodyPr/>
                    <a:lstStyle/>
                    <a:p>
                      <a:pPr>
                        <a:lnSpc>
                          <a:spcPct val="115000"/>
                        </a:lnSpc>
                        <a:spcAft>
                          <a:spcPts val="800"/>
                        </a:spcAft>
                        <a:buNone/>
                      </a:pPr>
                      <a:r>
                        <a:rPr lang="en-IN" sz="2400" kern="100">
                          <a:effectLst/>
                        </a:rPr>
                        <a:t>Medical imaging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err="1">
                          <a:effectLst/>
                        </a:rPr>
                        <a:t>Tumor</a:t>
                      </a:r>
                      <a:r>
                        <a:rPr lang="en-IN" sz="2400" kern="100" dirty="0">
                          <a:effectLst/>
                        </a:rPr>
                        <a:t> detection from X-rays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30364373"/>
                  </a:ext>
                </a:extLst>
              </a:tr>
              <a:tr h="653224">
                <a:tc>
                  <a:txBody>
                    <a:bodyPr/>
                    <a:lstStyle/>
                    <a:p>
                      <a:pPr>
                        <a:lnSpc>
                          <a:spcPct val="115000"/>
                        </a:lnSpc>
                        <a:spcAft>
                          <a:spcPts val="800"/>
                        </a:spcAft>
                        <a:buNone/>
                      </a:pPr>
                      <a:r>
                        <a:rPr lang="en-IN" sz="2400" kern="100">
                          <a:effectLst/>
                        </a:rPr>
                        <a:t>Self-driving cars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Recognizing road signs, lanes</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5855937"/>
                  </a:ext>
                </a:extLst>
              </a:tr>
              <a:tr h="653224">
                <a:tc>
                  <a:txBody>
                    <a:bodyPr/>
                    <a:lstStyle/>
                    <a:p>
                      <a:pPr>
                        <a:lnSpc>
                          <a:spcPct val="115000"/>
                        </a:lnSpc>
                        <a:spcAft>
                          <a:spcPts val="800"/>
                        </a:spcAft>
                        <a:buNone/>
                      </a:pPr>
                      <a:r>
                        <a:rPr lang="en-IN" sz="2400" kern="100">
                          <a:effectLst/>
                        </a:rPr>
                        <a:t>Security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Facial recognition, surveillance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03129283"/>
                  </a:ext>
                </a:extLst>
              </a:tr>
              <a:tr h="653224">
                <a:tc>
                  <a:txBody>
                    <a:bodyPr/>
                    <a:lstStyle/>
                    <a:p>
                      <a:pPr>
                        <a:lnSpc>
                          <a:spcPct val="115000"/>
                        </a:lnSpc>
                        <a:spcAft>
                          <a:spcPts val="800"/>
                        </a:spcAft>
                        <a:buNone/>
                      </a:pPr>
                      <a:r>
                        <a:rPr lang="en-IN" sz="2400" kern="100">
                          <a:effectLst/>
                        </a:rPr>
                        <a:t>Augmented Reality</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Real-time object tracking</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01529627"/>
                  </a:ext>
                </a:extLst>
              </a:tr>
            </a:tbl>
          </a:graphicData>
        </a:graphic>
      </p:graphicFrame>
    </p:spTree>
    <p:extLst>
      <p:ext uri="{BB962C8B-B14F-4D97-AF65-F5344CB8AC3E}">
        <p14:creationId xmlns:p14="http://schemas.microsoft.com/office/powerpoint/2010/main" val="118054244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1C6ABA6-75A6-6C46-58EB-7F3E43F6927A}"/>
              </a:ext>
            </a:extLst>
          </p:cNvPr>
          <p:cNvSpPr txBox="1"/>
          <p:nvPr/>
        </p:nvSpPr>
        <p:spPr>
          <a:xfrm>
            <a:off x="578540" y="347517"/>
            <a:ext cx="11034919" cy="3707169"/>
          </a:xfrm>
          <a:prstGeom prst="rect">
            <a:avLst/>
          </a:prstGeom>
          <a:noFill/>
        </p:spPr>
        <p:txBody>
          <a:bodyPr wrap="square">
            <a:spAutoFit/>
          </a:bodyPr>
          <a:lstStyle/>
          <a:p>
            <a:r>
              <a:rPr lang="en-US" sz="2800" b="1" dirty="0">
                <a:solidFill>
                  <a:srgbClr val="C00000"/>
                </a:solidFill>
              </a:rPr>
              <a:t>Activation Function:</a:t>
            </a:r>
          </a:p>
          <a:p>
            <a:pPr marL="285750" indent="-285750">
              <a:lnSpc>
                <a:spcPct val="150000"/>
              </a:lnSpc>
              <a:buFont typeface="Arial" panose="020B0604020202020204" pitchFamily="34" charset="0"/>
              <a:buChar char="•"/>
            </a:pPr>
            <a:r>
              <a:rPr lang="en-US" sz="2000" dirty="0"/>
              <a:t>The Activation Function is </a:t>
            </a:r>
            <a:r>
              <a:rPr lang="en-US" sz="2000" b="1" dirty="0">
                <a:solidFill>
                  <a:srgbClr val="C00000"/>
                </a:solidFill>
              </a:rPr>
              <a:t>applied </a:t>
            </a:r>
            <a:r>
              <a:rPr lang="en-US" sz="2000" dirty="0"/>
              <a:t>over the </a:t>
            </a:r>
            <a:r>
              <a:rPr lang="en-US" sz="2000" b="1" dirty="0">
                <a:solidFill>
                  <a:srgbClr val="C00000"/>
                </a:solidFill>
              </a:rPr>
              <a:t>net input</a:t>
            </a:r>
            <a:r>
              <a:rPr lang="en-US" sz="2000" b="1" dirty="0"/>
              <a:t> </a:t>
            </a:r>
            <a:r>
              <a:rPr lang="en-US" sz="2000" dirty="0" err="1"/>
              <a:t>i.e</a:t>
            </a:r>
            <a:r>
              <a:rPr lang="en-US" sz="2000" dirty="0"/>
              <a:t>, </a:t>
            </a:r>
            <a:r>
              <a:rPr lang="en-US" sz="2000" b="1" dirty="0" err="1">
                <a:solidFill>
                  <a:srgbClr val="C00000"/>
                </a:solidFill>
              </a:rPr>
              <a:t>ysum</a:t>
            </a:r>
            <a:r>
              <a:rPr lang="en-US" sz="2000" dirty="0"/>
              <a:t> </a:t>
            </a:r>
            <a:r>
              <a:rPr lang="en-US" sz="2000" b="1" dirty="0">
                <a:solidFill>
                  <a:srgbClr val="00B0F0"/>
                </a:solidFill>
              </a:rPr>
              <a:t>to calculate the output of an ANN.</a:t>
            </a:r>
          </a:p>
          <a:p>
            <a:pPr marL="285750" indent="-285750">
              <a:lnSpc>
                <a:spcPct val="150000"/>
              </a:lnSpc>
              <a:buFont typeface="Arial" panose="020B0604020202020204" pitchFamily="34" charset="0"/>
              <a:buChar char="•"/>
            </a:pPr>
            <a:r>
              <a:rPr lang="en-US" sz="2000" dirty="0"/>
              <a:t>The activation function is a </a:t>
            </a:r>
            <a:r>
              <a:rPr lang="en-US" sz="2000" b="1" dirty="0">
                <a:solidFill>
                  <a:srgbClr val="C00000"/>
                </a:solidFill>
              </a:rPr>
              <a:t>mathematical "Gate" </a:t>
            </a:r>
            <a:r>
              <a:rPr lang="en-US" sz="2000" dirty="0"/>
              <a:t>in </a:t>
            </a:r>
            <a:r>
              <a:rPr lang="en-US" sz="2000" b="1" dirty="0"/>
              <a:t>between the </a:t>
            </a:r>
            <a:r>
              <a:rPr lang="en-US" sz="2000" b="1" dirty="0">
                <a:solidFill>
                  <a:schemeClr val="accent1"/>
                </a:solidFill>
              </a:rPr>
              <a:t>input feeding in the current node </a:t>
            </a:r>
            <a:r>
              <a:rPr lang="en-US" sz="2000" b="1" dirty="0"/>
              <a:t>and </a:t>
            </a:r>
            <a:r>
              <a:rPr lang="en-US" sz="2000" b="1" dirty="0">
                <a:solidFill>
                  <a:schemeClr val="accent1"/>
                </a:solidFill>
              </a:rPr>
              <a:t>it's output to the next layer</a:t>
            </a:r>
            <a:r>
              <a:rPr lang="en-US" sz="2000" b="1" dirty="0"/>
              <a:t>.</a:t>
            </a:r>
          </a:p>
          <a:p>
            <a:pPr marL="285750" indent="-285750">
              <a:lnSpc>
                <a:spcPct val="150000"/>
              </a:lnSpc>
              <a:buFont typeface="Arial" panose="020B0604020202020204" pitchFamily="34" charset="0"/>
              <a:buChar char="•"/>
            </a:pPr>
            <a:r>
              <a:rPr lang="en-US" sz="2000" dirty="0"/>
              <a:t>As simple as</a:t>
            </a:r>
            <a:r>
              <a:rPr lang="en-US" sz="2000" b="1" dirty="0">
                <a:solidFill>
                  <a:srgbClr val="C00000"/>
                </a:solidFill>
              </a:rPr>
              <a:t>, If I give you a problem and ask you to solve and tell me the answer, if and only if your answer is greater than 5.</a:t>
            </a:r>
          </a:p>
          <a:p>
            <a:pPr marL="285750" indent="-285750">
              <a:lnSpc>
                <a:spcPct val="150000"/>
              </a:lnSpc>
              <a:buFont typeface="Arial" panose="020B0604020202020204" pitchFamily="34" charset="0"/>
              <a:buChar char="•"/>
            </a:pPr>
            <a:r>
              <a:rPr lang="en-US" sz="2000" b="1" dirty="0">
                <a:solidFill>
                  <a:srgbClr val="7030A0"/>
                </a:solidFill>
              </a:rPr>
              <a:t>So we are adding some criteria to the submission of the answer</a:t>
            </a:r>
            <a:r>
              <a:rPr lang="en-US" sz="2000" dirty="0"/>
              <a:t>; if it meets that then only produce the output. This is called as </a:t>
            </a:r>
            <a:r>
              <a:rPr lang="en-US" sz="2000" b="1" dirty="0">
                <a:solidFill>
                  <a:srgbClr val="00B050"/>
                </a:solidFill>
              </a:rPr>
              <a:t>Threshold Value.</a:t>
            </a:r>
          </a:p>
        </p:txBody>
      </p:sp>
      <p:grpSp>
        <p:nvGrpSpPr>
          <p:cNvPr id="2" name="Group 1">
            <a:extLst>
              <a:ext uri="{FF2B5EF4-FFF2-40B4-BE49-F238E27FC236}">
                <a16:creationId xmlns:a16="http://schemas.microsoft.com/office/drawing/2014/main" id="{9E7D3BB9-03D5-E560-5BD5-CFCC23896E65}"/>
              </a:ext>
            </a:extLst>
          </p:cNvPr>
          <p:cNvGrpSpPr/>
          <p:nvPr/>
        </p:nvGrpSpPr>
        <p:grpSpPr>
          <a:xfrm>
            <a:off x="967795" y="3942655"/>
            <a:ext cx="9910970" cy="2408265"/>
            <a:chOff x="1140515" y="2743775"/>
            <a:chExt cx="9910970" cy="2408265"/>
          </a:xfrm>
        </p:grpSpPr>
        <p:pic>
          <p:nvPicPr>
            <p:cNvPr id="3" name="Picture 2">
              <a:extLst>
                <a:ext uri="{FF2B5EF4-FFF2-40B4-BE49-F238E27FC236}">
                  <a16:creationId xmlns:a16="http://schemas.microsoft.com/office/drawing/2014/main" id="{F1629B1D-EC73-1BA6-6277-2F885585C9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4275" y="2743775"/>
              <a:ext cx="3567210" cy="2408265"/>
            </a:xfrm>
            <a:prstGeom prst="rect">
              <a:avLst/>
            </a:prstGeom>
          </p:spPr>
        </p:pic>
        <p:sp>
          <p:nvSpPr>
            <p:cNvPr id="4" name="TextBox 3">
              <a:extLst>
                <a:ext uri="{FF2B5EF4-FFF2-40B4-BE49-F238E27FC236}">
                  <a16:creationId xmlns:a16="http://schemas.microsoft.com/office/drawing/2014/main" id="{67BBA341-2053-8987-64A6-7CF26BDC97DD}"/>
                </a:ext>
              </a:extLst>
            </p:cNvPr>
            <p:cNvSpPr txBox="1"/>
            <p:nvPr/>
          </p:nvSpPr>
          <p:spPr>
            <a:xfrm>
              <a:off x="1140515" y="3264212"/>
              <a:ext cx="6097656" cy="1631216"/>
            </a:xfrm>
            <a:prstGeom prst="rect">
              <a:avLst/>
            </a:prstGeom>
            <a:noFill/>
          </p:spPr>
          <p:txBody>
            <a:bodyPr wrap="square">
              <a:spAutoFit/>
            </a:bodyPr>
            <a:lstStyle/>
            <a:p>
              <a:r>
                <a:rPr lang="en-US" sz="2000" b="1" dirty="0">
                  <a:solidFill>
                    <a:srgbClr val="C00000"/>
                  </a:solidFill>
                </a:rPr>
                <a:t>Pre-Activation Function: (Summation Junction)</a:t>
              </a:r>
            </a:p>
            <a:p>
              <a:r>
                <a:rPr lang="en-US" sz="2000" b="1" dirty="0"/>
                <a:t>	</a:t>
              </a:r>
              <a:r>
                <a:rPr lang="en-US" sz="2000" dirty="0"/>
                <a:t>It is basically the </a:t>
              </a:r>
              <a:r>
                <a:rPr lang="en-US" sz="2000" b="1" dirty="0">
                  <a:solidFill>
                    <a:srgbClr val="7030A0"/>
                  </a:solidFill>
                </a:rPr>
                <a:t>summation of all the input as the net input</a:t>
              </a:r>
              <a:r>
                <a:rPr lang="en-US" sz="2000" dirty="0"/>
                <a:t> and it passes the input to the function which is called as Activation function.</a:t>
              </a:r>
              <a:endParaRPr lang="en-US" sz="2000" b="1" dirty="0"/>
            </a:p>
            <a:p>
              <a:pPr lvl="1"/>
              <a:r>
                <a:rPr lang="en-US" sz="2000" dirty="0"/>
                <a:t>	</a:t>
              </a:r>
            </a:p>
          </p:txBody>
        </p:sp>
      </p:grpSp>
    </p:spTree>
    <p:extLst>
      <p:ext uri="{BB962C8B-B14F-4D97-AF65-F5344CB8AC3E}">
        <p14:creationId xmlns:p14="http://schemas.microsoft.com/office/powerpoint/2010/main" val="19053881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D6DF48-BB0A-ABF7-2CFB-D6407C86AAE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611AAA2-5133-AB7A-599B-35EC46DDC8C4}"/>
              </a:ext>
            </a:extLst>
          </p:cNvPr>
          <p:cNvSpPr txBox="1"/>
          <p:nvPr/>
        </p:nvSpPr>
        <p:spPr>
          <a:xfrm>
            <a:off x="951670" y="856785"/>
            <a:ext cx="10368999" cy="4185761"/>
          </a:xfrm>
          <a:prstGeom prst="rect">
            <a:avLst/>
          </a:prstGeom>
          <a:noFill/>
        </p:spPr>
        <p:txBody>
          <a:bodyPr wrap="square">
            <a:spAutoFit/>
          </a:bodyPr>
          <a:lstStyle/>
          <a:p>
            <a:r>
              <a:rPr lang="en-US" sz="3200" b="1" dirty="0">
                <a:solidFill>
                  <a:srgbClr val="C00000"/>
                </a:solidFill>
              </a:rPr>
              <a:t>Why do we need Activation Function?</a:t>
            </a:r>
          </a:p>
          <a:p>
            <a:endParaRPr lang="en-US" dirty="0"/>
          </a:p>
          <a:p>
            <a:r>
              <a:rPr lang="en-US" sz="2400" dirty="0"/>
              <a:t>We use Activation Function </a:t>
            </a:r>
            <a:r>
              <a:rPr lang="en-US" sz="2400" b="1" dirty="0">
                <a:solidFill>
                  <a:srgbClr val="C00000"/>
                </a:solidFill>
              </a:rPr>
              <a:t>to achieve non-linearity</a:t>
            </a:r>
            <a:r>
              <a:rPr lang="en-US" sz="2400" dirty="0"/>
              <a:t>.</a:t>
            </a:r>
          </a:p>
          <a:p>
            <a:endParaRPr lang="en-US" sz="2400" dirty="0"/>
          </a:p>
          <a:p>
            <a:r>
              <a:rPr lang="en-US" sz="2400" dirty="0"/>
              <a:t>	Nonlinear function are used to achieve the advantages of multilayer network, when an input passes through the multilayer network </a:t>
            </a:r>
            <a:r>
              <a:rPr lang="en-US" sz="2400" b="1" dirty="0">
                <a:solidFill>
                  <a:srgbClr val="C00000"/>
                </a:solidFill>
              </a:rPr>
              <a:t>with linear activation function, the output remains same as that it could be obtained using a single layer network.</a:t>
            </a:r>
          </a:p>
          <a:p>
            <a:endParaRPr lang="en-US" sz="2400" dirty="0"/>
          </a:p>
          <a:p>
            <a:r>
              <a:rPr lang="en-US" sz="2400" dirty="0"/>
              <a:t>	If we do not apply activation function then </a:t>
            </a:r>
            <a:r>
              <a:rPr lang="en-US" sz="2400" b="1" dirty="0">
                <a:solidFill>
                  <a:srgbClr val="C00000"/>
                </a:solidFill>
              </a:rPr>
              <a:t>the </a:t>
            </a:r>
            <a:r>
              <a:rPr lang="en-US" sz="2400" b="1" dirty="0" err="1">
                <a:solidFill>
                  <a:srgbClr val="C00000"/>
                </a:solidFill>
              </a:rPr>
              <a:t>ouput</a:t>
            </a:r>
            <a:r>
              <a:rPr lang="en-US" sz="2400" b="1" dirty="0">
                <a:solidFill>
                  <a:srgbClr val="C00000"/>
                </a:solidFill>
              </a:rPr>
              <a:t> would be linear </a:t>
            </a:r>
            <a:r>
              <a:rPr lang="en-US" sz="2400" b="1" dirty="0" err="1">
                <a:solidFill>
                  <a:srgbClr val="C00000"/>
                </a:solidFill>
              </a:rPr>
              <a:t>funciton</a:t>
            </a:r>
            <a:r>
              <a:rPr lang="en-US" sz="2400" b="1" dirty="0">
                <a:solidFill>
                  <a:srgbClr val="C00000"/>
                </a:solidFill>
              </a:rPr>
              <a:t>, </a:t>
            </a:r>
            <a:r>
              <a:rPr lang="en-US" sz="2400" dirty="0"/>
              <a:t>and that will be a Simple Linear Regression Model.</a:t>
            </a:r>
          </a:p>
        </p:txBody>
      </p:sp>
    </p:spTree>
    <p:extLst>
      <p:ext uri="{BB962C8B-B14F-4D97-AF65-F5344CB8AC3E}">
        <p14:creationId xmlns:p14="http://schemas.microsoft.com/office/powerpoint/2010/main" val="31240706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A73A2-171C-334F-BB3E-7A1FB22A68F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BF9C27-0E4B-760B-80E7-2BC770750734}"/>
              </a:ext>
            </a:extLst>
          </p:cNvPr>
          <p:cNvSpPr>
            <a:spLocks noGrp="1"/>
          </p:cNvSpPr>
          <p:nvPr>
            <p:ph idx="1"/>
          </p:nvPr>
        </p:nvSpPr>
        <p:spPr>
          <a:xfrm>
            <a:off x="777240" y="849086"/>
            <a:ext cx="10659110" cy="5327877"/>
          </a:xfrm>
        </p:spPr>
        <p:txBody>
          <a:bodyPr>
            <a:normAutofit/>
          </a:bodyPr>
          <a:lstStyle/>
          <a:p>
            <a:pPr marL="0" indent="0">
              <a:buNone/>
            </a:pPr>
            <a:r>
              <a:rPr lang="en-US" sz="2800" b="1" dirty="0"/>
              <a:t>Recurrent Neural Network (RNN)</a:t>
            </a:r>
          </a:p>
          <a:p>
            <a:pPr marL="0" indent="0">
              <a:buNone/>
            </a:pPr>
            <a:r>
              <a:rPr lang="en-US" sz="2400" dirty="0"/>
              <a:t>A Recurrent Neural Network (RNN) is a type of neural network designed to process </a:t>
            </a:r>
            <a:r>
              <a:rPr lang="en-US" sz="2400" b="1" dirty="0">
                <a:solidFill>
                  <a:srgbClr val="C00000"/>
                </a:solidFill>
              </a:rPr>
              <a:t>sequential</a:t>
            </a:r>
            <a:r>
              <a:rPr lang="en-US" sz="2400" dirty="0"/>
              <a:t> or </a:t>
            </a:r>
            <a:r>
              <a:rPr lang="en-US" sz="2400" b="1" dirty="0">
                <a:solidFill>
                  <a:srgbClr val="C00000"/>
                </a:solidFill>
              </a:rPr>
              <a:t>time-series data</a:t>
            </a:r>
            <a:r>
              <a:rPr lang="en-US" sz="2400" dirty="0"/>
              <a:t>, where the </a:t>
            </a:r>
            <a:r>
              <a:rPr lang="en-US" sz="2400" b="1" dirty="0"/>
              <a:t>order of data matters</a:t>
            </a:r>
            <a:r>
              <a:rPr lang="en-US" sz="2400" dirty="0"/>
              <a:t>.</a:t>
            </a:r>
          </a:p>
          <a:p>
            <a:r>
              <a:rPr lang="en-US" sz="2400" dirty="0"/>
              <a:t>Unlike traditional neural networks, RNNs have a "</a:t>
            </a:r>
            <a:r>
              <a:rPr lang="en-US" sz="2400" b="1" dirty="0">
                <a:solidFill>
                  <a:srgbClr val="C00000"/>
                </a:solidFill>
              </a:rPr>
              <a:t>memory</a:t>
            </a:r>
            <a:r>
              <a:rPr lang="en-US" sz="2400" dirty="0"/>
              <a:t>" — they </a:t>
            </a:r>
            <a:r>
              <a:rPr lang="en-US" sz="2400" b="1" dirty="0"/>
              <a:t>remember past information</a:t>
            </a:r>
            <a:r>
              <a:rPr lang="en-US" sz="2400" dirty="0"/>
              <a:t> and use it to influence the current output.</a:t>
            </a:r>
          </a:p>
          <a:p>
            <a:r>
              <a:rPr lang="en-US" sz="2400" dirty="0"/>
              <a:t>RNNs are used when the current input depends on previous inputs.</a:t>
            </a:r>
          </a:p>
          <a:p>
            <a:r>
              <a:rPr lang="en-US" sz="2400" dirty="0">
                <a:solidFill>
                  <a:srgbClr val="0D0D0D"/>
                </a:solidFill>
                <a:latin typeface="Söhne"/>
              </a:rPr>
              <a:t>They have recurrent connections that allow </a:t>
            </a:r>
            <a:r>
              <a:rPr lang="en-US" sz="2400" b="1" dirty="0">
                <a:solidFill>
                  <a:srgbClr val="C00000"/>
                </a:solidFill>
                <a:latin typeface="Söhne"/>
              </a:rPr>
              <a:t>information to persist over</a:t>
            </a:r>
            <a:r>
              <a:rPr lang="en-US" sz="2400" dirty="0">
                <a:solidFill>
                  <a:srgbClr val="C00000"/>
                </a:solidFill>
                <a:latin typeface="Söhne"/>
              </a:rPr>
              <a:t> </a:t>
            </a:r>
            <a:r>
              <a:rPr lang="en-US" sz="2400" b="1" dirty="0">
                <a:solidFill>
                  <a:srgbClr val="C00000"/>
                </a:solidFill>
                <a:latin typeface="Söhne"/>
              </a:rPr>
              <a:t>time</a:t>
            </a:r>
            <a:r>
              <a:rPr lang="en-US" sz="2400" dirty="0">
                <a:solidFill>
                  <a:srgbClr val="0D0D0D"/>
                </a:solidFill>
                <a:latin typeface="Söhne"/>
              </a:rPr>
              <a:t>, enabling them to capture temporal dependencies in data.</a:t>
            </a:r>
          </a:p>
          <a:p>
            <a:r>
              <a:rPr lang="en-US" sz="2400" dirty="0">
                <a:solidFill>
                  <a:srgbClr val="0D0D0D"/>
                </a:solidFill>
                <a:latin typeface="Söhne"/>
              </a:rPr>
              <a:t>RNNs are commonly used for tasks such as </a:t>
            </a:r>
            <a:r>
              <a:rPr lang="en-US" sz="2400" b="1" dirty="0">
                <a:solidFill>
                  <a:srgbClr val="C00000"/>
                </a:solidFill>
                <a:latin typeface="Söhne"/>
              </a:rPr>
              <a:t>natural language processing </a:t>
            </a:r>
            <a:r>
              <a:rPr lang="en-US" sz="2400" dirty="0">
                <a:solidFill>
                  <a:srgbClr val="0D0D0D"/>
                </a:solidFill>
                <a:latin typeface="Söhne"/>
              </a:rPr>
              <a:t>(e.g., language modeling, machine translation), </a:t>
            </a:r>
            <a:r>
              <a:rPr lang="en-US" sz="2400" b="1" dirty="0">
                <a:solidFill>
                  <a:srgbClr val="C00000"/>
                </a:solidFill>
                <a:latin typeface="Söhne"/>
              </a:rPr>
              <a:t>speech recognition</a:t>
            </a:r>
            <a:r>
              <a:rPr lang="en-US" sz="2400" dirty="0">
                <a:solidFill>
                  <a:srgbClr val="0D0D0D"/>
                </a:solidFill>
                <a:latin typeface="Söhne"/>
              </a:rPr>
              <a:t>, and </a:t>
            </a:r>
            <a:r>
              <a:rPr lang="en-US" sz="2400" b="1" dirty="0">
                <a:solidFill>
                  <a:srgbClr val="C00000"/>
                </a:solidFill>
                <a:latin typeface="Söhne"/>
              </a:rPr>
              <a:t>sequence generation</a:t>
            </a:r>
            <a:r>
              <a:rPr lang="en-US" sz="2400" dirty="0">
                <a:solidFill>
                  <a:srgbClr val="0D0D0D"/>
                </a:solidFill>
                <a:latin typeface="Söhne"/>
              </a:rPr>
              <a:t>.</a:t>
            </a:r>
          </a:p>
          <a:p>
            <a:r>
              <a:rPr lang="en-US" sz="2400" dirty="0"/>
              <a:t>They are </a:t>
            </a:r>
            <a:r>
              <a:rPr lang="en-US" sz="2400" b="1" dirty="0">
                <a:solidFill>
                  <a:srgbClr val="00B0F0"/>
                </a:solidFill>
              </a:rPr>
              <a:t>able to remember important things about the input they received and hence enables them to be more precise.</a:t>
            </a:r>
          </a:p>
          <a:p>
            <a:endParaRPr lang="en-US" sz="2400" dirty="0"/>
          </a:p>
          <a:p>
            <a:pPr marL="0" indent="0">
              <a:buNone/>
            </a:pPr>
            <a:endParaRPr lang="en-US" sz="2400" dirty="0"/>
          </a:p>
          <a:p>
            <a:pPr marL="0" indent="0">
              <a:buNone/>
            </a:pPr>
            <a:endParaRPr lang="en-IN" sz="2400" dirty="0"/>
          </a:p>
        </p:txBody>
      </p:sp>
    </p:spTree>
    <p:extLst>
      <p:ext uri="{BB962C8B-B14F-4D97-AF65-F5344CB8AC3E}">
        <p14:creationId xmlns:p14="http://schemas.microsoft.com/office/powerpoint/2010/main" val="26845983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A7B6A-3297-140A-D126-071B683D7F9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024AB5-300F-A50B-74E4-15D2D67FF9F5}"/>
              </a:ext>
            </a:extLst>
          </p:cNvPr>
          <p:cNvSpPr>
            <a:spLocks noGrp="1"/>
          </p:cNvSpPr>
          <p:nvPr>
            <p:ph idx="1"/>
          </p:nvPr>
        </p:nvSpPr>
        <p:spPr>
          <a:xfrm>
            <a:off x="777240" y="849086"/>
            <a:ext cx="10659110" cy="5327877"/>
          </a:xfrm>
        </p:spPr>
        <p:txBody>
          <a:bodyPr>
            <a:normAutofit/>
          </a:bodyPr>
          <a:lstStyle/>
          <a:p>
            <a:pPr marL="0" indent="0">
              <a:buNone/>
            </a:pPr>
            <a:r>
              <a:rPr lang="en-IN" sz="2800" b="1" dirty="0"/>
              <a:t>Real-Life Examples:</a:t>
            </a:r>
          </a:p>
        </p:txBody>
      </p:sp>
      <p:graphicFrame>
        <p:nvGraphicFramePr>
          <p:cNvPr id="2" name="Table 1">
            <a:extLst>
              <a:ext uri="{FF2B5EF4-FFF2-40B4-BE49-F238E27FC236}">
                <a16:creationId xmlns:a16="http://schemas.microsoft.com/office/drawing/2014/main" id="{18BF573A-301D-9FAF-FEA8-CB150E64CB05}"/>
              </a:ext>
            </a:extLst>
          </p:cNvPr>
          <p:cNvGraphicFramePr>
            <a:graphicFrameLocks noGrp="1"/>
          </p:cNvGraphicFramePr>
          <p:nvPr>
            <p:extLst>
              <p:ext uri="{D42A27DB-BD31-4B8C-83A1-F6EECF244321}">
                <p14:modId xmlns:p14="http://schemas.microsoft.com/office/powerpoint/2010/main" val="244519476"/>
              </p:ext>
            </p:extLst>
          </p:nvPr>
        </p:nvGraphicFramePr>
        <p:xfrm>
          <a:off x="1110932" y="1658963"/>
          <a:ext cx="9927182" cy="3936293"/>
        </p:xfrm>
        <a:graphic>
          <a:graphicData uri="http://schemas.openxmlformats.org/drawingml/2006/table">
            <a:tbl>
              <a:tblPr firstRow="1" firstCol="1" bandRow="1">
                <a:tableStyleId>{5C22544A-7EE6-4342-B048-85BDC9FD1C3A}</a:tableStyleId>
              </a:tblPr>
              <a:tblGrid>
                <a:gridCol w="3624354">
                  <a:extLst>
                    <a:ext uri="{9D8B030D-6E8A-4147-A177-3AD203B41FA5}">
                      <a16:colId xmlns:a16="http://schemas.microsoft.com/office/drawing/2014/main" val="1674766265"/>
                    </a:ext>
                  </a:extLst>
                </a:gridCol>
                <a:gridCol w="6302828">
                  <a:extLst>
                    <a:ext uri="{9D8B030D-6E8A-4147-A177-3AD203B41FA5}">
                      <a16:colId xmlns:a16="http://schemas.microsoft.com/office/drawing/2014/main" val="2336180396"/>
                    </a:ext>
                  </a:extLst>
                </a:gridCol>
              </a:tblGrid>
              <a:tr h="650150">
                <a:tc>
                  <a:txBody>
                    <a:bodyPr/>
                    <a:lstStyle/>
                    <a:p>
                      <a:pPr>
                        <a:lnSpc>
                          <a:spcPct val="115000"/>
                        </a:lnSpc>
                        <a:spcAft>
                          <a:spcPts val="800"/>
                        </a:spcAft>
                        <a:buNone/>
                      </a:pPr>
                      <a:r>
                        <a:rPr lang="en-IN" sz="2400" kern="100">
                          <a:effectLst/>
                        </a:rPr>
                        <a:t>Application</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Example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71622613"/>
                  </a:ext>
                </a:extLst>
              </a:tr>
              <a:tr h="650150">
                <a:tc>
                  <a:txBody>
                    <a:bodyPr/>
                    <a:lstStyle/>
                    <a:p>
                      <a:pPr>
                        <a:lnSpc>
                          <a:spcPct val="115000"/>
                        </a:lnSpc>
                        <a:spcAft>
                          <a:spcPts val="800"/>
                        </a:spcAft>
                        <a:buNone/>
                      </a:pPr>
                      <a:r>
                        <a:rPr lang="en-IN" sz="2400" kern="100" dirty="0">
                          <a:effectLst/>
                        </a:rPr>
                        <a:t>Language Processing</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Predict the next word in a sentence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5892863"/>
                  </a:ext>
                </a:extLst>
              </a:tr>
              <a:tr h="650150">
                <a:tc>
                  <a:txBody>
                    <a:bodyPr/>
                    <a:lstStyle/>
                    <a:p>
                      <a:pPr>
                        <a:lnSpc>
                          <a:spcPct val="115000"/>
                        </a:lnSpc>
                        <a:spcAft>
                          <a:spcPts val="800"/>
                        </a:spcAft>
                        <a:buNone/>
                      </a:pPr>
                      <a:r>
                        <a:rPr lang="en-IN" sz="2400" kern="100">
                          <a:effectLst/>
                        </a:rPr>
                        <a:t>Time-Series Forecasting</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Predict stock prices over time</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623031576"/>
                  </a:ext>
                </a:extLst>
              </a:tr>
              <a:tr h="650150">
                <a:tc>
                  <a:txBody>
                    <a:bodyPr/>
                    <a:lstStyle/>
                    <a:p>
                      <a:pPr>
                        <a:lnSpc>
                          <a:spcPct val="115000"/>
                        </a:lnSpc>
                        <a:spcAft>
                          <a:spcPts val="800"/>
                        </a:spcAft>
                        <a:buNone/>
                      </a:pPr>
                      <a:r>
                        <a:rPr lang="en-IN" sz="2400" kern="100">
                          <a:effectLst/>
                        </a:rPr>
                        <a:t>Speech Recognition</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a:effectLst/>
                        </a:rPr>
                        <a:t>Convert spoken words into text</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6304299"/>
                  </a:ext>
                </a:extLst>
              </a:tr>
              <a:tr h="1335693">
                <a:tc>
                  <a:txBody>
                    <a:bodyPr/>
                    <a:lstStyle/>
                    <a:p>
                      <a:pPr>
                        <a:lnSpc>
                          <a:spcPct val="115000"/>
                        </a:lnSpc>
                        <a:spcAft>
                          <a:spcPts val="800"/>
                        </a:spcAft>
                        <a:buNone/>
                      </a:pPr>
                      <a:r>
                        <a:rPr lang="en-IN" sz="2400" kern="100">
                          <a:effectLst/>
                        </a:rPr>
                        <a:t>Music Generation</a:t>
                      </a:r>
                      <a:endParaRPr lang="en-IN" sz="2400" kern="10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tc>
                  <a:txBody>
                    <a:bodyPr/>
                    <a:lstStyle/>
                    <a:p>
                      <a:pPr>
                        <a:lnSpc>
                          <a:spcPct val="115000"/>
                        </a:lnSpc>
                        <a:spcAft>
                          <a:spcPts val="800"/>
                        </a:spcAft>
                        <a:buNone/>
                      </a:pPr>
                      <a:r>
                        <a:rPr lang="en-IN" sz="2400" kern="100" dirty="0">
                          <a:effectLst/>
                        </a:rPr>
                        <a:t>Create music note by note based on previous notes</a:t>
                      </a:r>
                      <a:endParaRPr lang="en-IN" sz="2400" kern="100" dirty="0">
                        <a:effectLst/>
                        <a:latin typeface="Aptos" panose="020B0004020202020204" pitchFamily="34" charset="0"/>
                        <a:ea typeface="Aptos" panose="020B000402020202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82946554"/>
                  </a:ext>
                </a:extLst>
              </a:tr>
            </a:tbl>
          </a:graphicData>
        </a:graphic>
      </p:graphicFrame>
    </p:spTree>
    <p:extLst>
      <p:ext uri="{BB962C8B-B14F-4D97-AF65-F5344CB8AC3E}">
        <p14:creationId xmlns:p14="http://schemas.microsoft.com/office/powerpoint/2010/main" val="415494496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5FF15-D84A-49E4-75BF-B860AB8DDBB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856828-5EBA-6582-853F-094D63D9CF5C}"/>
              </a:ext>
            </a:extLst>
          </p:cNvPr>
          <p:cNvSpPr>
            <a:spLocks noGrp="1"/>
          </p:cNvSpPr>
          <p:nvPr>
            <p:ph idx="1"/>
          </p:nvPr>
        </p:nvSpPr>
        <p:spPr>
          <a:xfrm>
            <a:off x="777240" y="849086"/>
            <a:ext cx="10659110" cy="5327877"/>
          </a:xfrm>
        </p:spPr>
        <p:txBody>
          <a:bodyPr>
            <a:normAutofit/>
          </a:bodyPr>
          <a:lstStyle/>
          <a:p>
            <a:pPr marL="0" indent="0">
              <a:buNone/>
            </a:pPr>
            <a:r>
              <a:rPr lang="en-US" sz="2400" b="1" dirty="0"/>
              <a:t>How RNN Works (Conceptually)</a:t>
            </a:r>
          </a:p>
          <a:p>
            <a:pPr marL="0" indent="0">
              <a:buNone/>
            </a:pPr>
            <a:r>
              <a:rPr lang="en-US" sz="2400" dirty="0"/>
              <a:t>Let’s say you want to predict the next word in the sentence:</a:t>
            </a:r>
            <a:br>
              <a:rPr lang="en-US" sz="2400" dirty="0"/>
            </a:br>
            <a:r>
              <a:rPr lang="en-US" sz="2400" b="1" dirty="0">
                <a:solidFill>
                  <a:srgbClr val="C00000"/>
                </a:solidFill>
              </a:rPr>
              <a:t>"The sky is ___"</a:t>
            </a:r>
          </a:p>
          <a:p>
            <a:pPr marL="0" indent="0">
              <a:buNone/>
            </a:pPr>
            <a:endParaRPr lang="en-US" sz="2400" dirty="0"/>
          </a:p>
          <a:p>
            <a:pPr marL="0" indent="0">
              <a:buNone/>
            </a:pPr>
            <a:r>
              <a:rPr lang="en-US" sz="2400" dirty="0"/>
              <a:t>RNN processes this </a:t>
            </a:r>
            <a:r>
              <a:rPr lang="en-US" sz="2400" b="1" dirty="0"/>
              <a:t>one word at a time</a:t>
            </a:r>
            <a:r>
              <a:rPr lang="en-US" sz="2400" dirty="0"/>
              <a:t>:</a:t>
            </a:r>
          </a:p>
          <a:p>
            <a:r>
              <a:rPr lang="en-US" sz="2400" dirty="0"/>
              <a:t>First, it sees “</a:t>
            </a:r>
            <a:r>
              <a:rPr lang="en-US" sz="2400" b="1" dirty="0"/>
              <a:t>The</a:t>
            </a:r>
            <a:r>
              <a:rPr lang="en-US" sz="2400" dirty="0"/>
              <a:t>”</a:t>
            </a:r>
          </a:p>
          <a:p>
            <a:r>
              <a:rPr lang="en-US" sz="2400" dirty="0"/>
              <a:t>Then it remembers “The” and processes “</a:t>
            </a:r>
            <a:r>
              <a:rPr lang="en-US" sz="2400" b="1" dirty="0"/>
              <a:t>sky</a:t>
            </a:r>
            <a:r>
              <a:rPr lang="en-US" sz="2400" dirty="0"/>
              <a:t>”</a:t>
            </a:r>
          </a:p>
          <a:p>
            <a:r>
              <a:rPr lang="en-US" sz="2400" dirty="0"/>
              <a:t>Then it remembers “The sky” and processes “</a:t>
            </a:r>
            <a:r>
              <a:rPr lang="en-US" sz="2400" b="1" dirty="0"/>
              <a:t>is</a:t>
            </a:r>
            <a:r>
              <a:rPr lang="en-US" sz="2400" dirty="0"/>
              <a:t>”</a:t>
            </a:r>
          </a:p>
          <a:p>
            <a:r>
              <a:rPr lang="en-US" sz="2400" dirty="0"/>
              <a:t>Based on "The sky is", it predicts "</a:t>
            </a:r>
            <a:r>
              <a:rPr lang="en-US" sz="2400" b="1" dirty="0">
                <a:solidFill>
                  <a:srgbClr val="C00000"/>
                </a:solidFill>
              </a:rPr>
              <a:t>blue</a:t>
            </a:r>
            <a:r>
              <a:rPr lang="en-US" sz="2400" dirty="0"/>
              <a:t>"</a:t>
            </a:r>
          </a:p>
          <a:p>
            <a:pPr marL="0" indent="0">
              <a:buNone/>
            </a:pPr>
            <a:endParaRPr lang="en-IN" sz="2400" dirty="0"/>
          </a:p>
        </p:txBody>
      </p:sp>
    </p:spTree>
    <p:extLst>
      <p:ext uri="{BB962C8B-B14F-4D97-AF65-F5344CB8AC3E}">
        <p14:creationId xmlns:p14="http://schemas.microsoft.com/office/powerpoint/2010/main" val="317583941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0DFA2-8928-15AD-FE4B-D1A8C0A0411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ABE3FE-A23C-4562-9B10-31F89A23712E}"/>
              </a:ext>
            </a:extLst>
          </p:cNvPr>
          <p:cNvSpPr>
            <a:spLocks noGrp="1"/>
          </p:cNvSpPr>
          <p:nvPr>
            <p:ph idx="1"/>
          </p:nvPr>
        </p:nvSpPr>
        <p:spPr>
          <a:xfrm>
            <a:off x="743688" y="1001485"/>
            <a:ext cx="10900568" cy="4974772"/>
          </a:xfrm>
        </p:spPr>
        <p:txBody>
          <a:bodyPr>
            <a:normAutofit/>
          </a:bodyPr>
          <a:lstStyle/>
          <a:p>
            <a:pPr marL="0" indent="0">
              <a:buNone/>
            </a:pPr>
            <a:r>
              <a:rPr lang="en-US" sz="3200" b="1" dirty="0">
                <a:solidFill>
                  <a:srgbClr val="C00000"/>
                </a:solidFill>
              </a:rPr>
              <a:t>Module-4: </a:t>
            </a:r>
            <a:r>
              <a:rPr lang="en-US" sz="3200" b="1" dirty="0">
                <a:solidFill>
                  <a:schemeClr val="accent3">
                    <a:lumMod val="50000"/>
                  </a:schemeClr>
                </a:solidFill>
              </a:rPr>
              <a:t>Advanced Machine Learning Techniques: </a:t>
            </a:r>
          </a:p>
          <a:p>
            <a:pPr marL="0" indent="0">
              <a:buNone/>
            </a:pPr>
            <a:r>
              <a:rPr lang="en-US" sz="3200" b="1" dirty="0"/>
              <a:t>Ensemble Methods: Bagging and Boosting</a:t>
            </a:r>
            <a:r>
              <a:rPr lang="en-US" sz="3200" dirty="0"/>
              <a:t>, </a:t>
            </a:r>
            <a:r>
              <a:rPr lang="en-US" sz="3200" b="1" dirty="0"/>
              <a:t>Gradient Boosting Machines (GBM)</a:t>
            </a:r>
            <a:r>
              <a:rPr lang="en-US" sz="3200" dirty="0"/>
              <a:t>, </a:t>
            </a:r>
            <a:r>
              <a:rPr lang="en-US" sz="3200" b="1" dirty="0"/>
              <a:t>Extreme Gradient Boosting (</a:t>
            </a:r>
            <a:r>
              <a:rPr lang="en-US" sz="3200" b="1" dirty="0" err="1"/>
              <a:t>XGBoost</a:t>
            </a:r>
            <a:r>
              <a:rPr lang="en-US" sz="3200" b="1" dirty="0"/>
              <a:t>).  </a:t>
            </a:r>
          </a:p>
          <a:p>
            <a:pPr marL="0" indent="0">
              <a:buNone/>
            </a:pPr>
            <a:r>
              <a:rPr lang="en-US" sz="3200" b="1" dirty="0"/>
              <a:t>Support Vector Machines (SVM): Linear and non-linear SVM</a:t>
            </a:r>
            <a:r>
              <a:rPr lang="en-US" sz="3200" dirty="0"/>
              <a:t>, </a:t>
            </a:r>
            <a:r>
              <a:rPr lang="en-US" sz="3200" b="1" dirty="0"/>
              <a:t>Kernel trick</a:t>
            </a:r>
            <a:r>
              <a:rPr lang="en-US" sz="3200" dirty="0"/>
              <a:t>, </a:t>
            </a:r>
            <a:r>
              <a:rPr lang="en-US" sz="3200" b="1" dirty="0"/>
              <a:t>Model evaluation and tuning</a:t>
            </a:r>
            <a:r>
              <a:rPr lang="en-US" sz="3200" dirty="0"/>
              <a:t>.  </a:t>
            </a:r>
          </a:p>
          <a:p>
            <a:pPr marL="0" indent="0">
              <a:buNone/>
            </a:pPr>
            <a:r>
              <a:rPr lang="en-US" sz="3200" b="1" dirty="0"/>
              <a:t>Neural Networks and Deep Learning: Introduction to neural networks</a:t>
            </a:r>
            <a:r>
              <a:rPr lang="en-US" sz="3200" dirty="0"/>
              <a:t>, </a:t>
            </a:r>
            <a:r>
              <a:rPr lang="en-US" sz="3200" b="1" dirty="0"/>
              <a:t>Building and training neural networks using TensorFlow and </a:t>
            </a:r>
            <a:r>
              <a:rPr lang="en-US" sz="3200" b="1" dirty="0" err="1"/>
              <a:t>Keras</a:t>
            </a:r>
            <a:r>
              <a:rPr lang="en-US" sz="3200" dirty="0"/>
              <a:t>, </a:t>
            </a:r>
            <a:r>
              <a:rPr lang="en-US" sz="3200" b="1" dirty="0"/>
              <a:t>Convolutional Neural Networks (CNN) and Recurrent Neural Networks (RNN). </a:t>
            </a:r>
            <a:endParaRPr lang="en-IN" sz="3200" b="1" dirty="0"/>
          </a:p>
        </p:txBody>
      </p:sp>
    </p:spTree>
    <p:extLst>
      <p:ext uri="{BB962C8B-B14F-4D97-AF65-F5344CB8AC3E}">
        <p14:creationId xmlns:p14="http://schemas.microsoft.com/office/powerpoint/2010/main" val="116804199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EB865-D1CD-902A-48E7-3BAA39BE9FC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0EBF16B-2586-71F4-B57E-0BA5626E845F}"/>
              </a:ext>
            </a:extLst>
          </p:cNvPr>
          <p:cNvSpPr>
            <a:spLocks noGrp="1"/>
          </p:cNvSpPr>
          <p:nvPr>
            <p:ph idx="1"/>
          </p:nvPr>
        </p:nvSpPr>
        <p:spPr>
          <a:xfrm>
            <a:off x="777240" y="849086"/>
            <a:ext cx="10659110" cy="5327877"/>
          </a:xfrm>
        </p:spPr>
        <p:txBody>
          <a:bodyPr>
            <a:normAutofit/>
          </a:bodyPr>
          <a:lstStyle/>
          <a:p>
            <a:pPr marL="0" indent="0">
              <a:buNone/>
            </a:pPr>
            <a:endParaRPr lang="en-IN" sz="2400" dirty="0"/>
          </a:p>
        </p:txBody>
      </p:sp>
    </p:spTree>
    <p:extLst>
      <p:ext uri="{BB962C8B-B14F-4D97-AF65-F5344CB8AC3E}">
        <p14:creationId xmlns:p14="http://schemas.microsoft.com/office/powerpoint/2010/main" val="1429089744"/>
      </p:ext>
    </p:extLst>
  </p:cSld>
  <p:clrMapOvr>
    <a:masterClrMapping/>
  </p:clrMapOvr>
</p:sld>
</file>

<file path=ppt/theme/theme1.xml><?xml version="1.0" encoding="utf-8"?>
<a:theme xmlns:a="http://schemas.openxmlformats.org/drawingml/2006/main" name="ConfettiVTI">
  <a:themeElements>
    <a:clrScheme name="Custom 30">
      <a:dk1>
        <a:sysClr val="windowText" lastClr="000000"/>
      </a:dk1>
      <a:lt1>
        <a:sysClr val="window" lastClr="FFFFFF"/>
      </a:lt1>
      <a:dk2>
        <a:srgbClr val="420023"/>
      </a:dk2>
      <a:lt2>
        <a:srgbClr val="FDFBF9"/>
      </a:lt2>
      <a:accent1>
        <a:srgbClr val="97446E"/>
      </a:accent1>
      <a:accent2>
        <a:srgbClr val="A40056"/>
      </a:accent2>
      <a:accent3>
        <a:srgbClr val="24BEEE"/>
      </a:accent3>
      <a:accent4>
        <a:srgbClr val="91274F"/>
      </a:accent4>
      <a:accent5>
        <a:srgbClr val="F39E29"/>
      </a:accent5>
      <a:accent6>
        <a:srgbClr val="E87450"/>
      </a:accent6>
      <a:hlink>
        <a:srgbClr val="F55D5D"/>
      </a:hlink>
      <a:folHlink>
        <a:srgbClr val="EA3A60"/>
      </a:folHlink>
    </a:clrScheme>
    <a:fontScheme name="Custom 10">
      <a:majorFont>
        <a:latin typeface="Gill Sans Nova"/>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nfettiVTI" id="{B5618F7C-B4F0-4D28-83B4-440D0519681F}" vid="{5F84EFDF-E14E-48C6-955C-990A32085A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2856</TotalTime>
  <Words>6976</Words>
  <Application>Microsoft Office PowerPoint</Application>
  <PresentationFormat>Widescreen</PresentationFormat>
  <Paragraphs>732</Paragraphs>
  <Slides>93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93</vt:i4>
      </vt:variant>
    </vt:vector>
  </HeadingPairs>
  <TitlesOfParts>
    <vt:vector size="103" baseType="lpstr">
      <vt:lpstr>Algerian</vt:lpstr>
      <vt:lpstr>Aptos</vt:lpstr>
      <vt:lpstr>Arial</vt:lpstr>
      <vt:lpstr>Calibri</vt:lpstr>
      <vt:lpstr>circular-xx</vt:lpstr>
      <vt:lpstr>Gill Sans Nova</vt:lpstr>
      <vt:lpstr>Google Sans</vt:lpstr>
      <vt:lpstr>KaTeX_Main</vt:lpstr>
      <vt:lpstr>Söhne</vt:lpstr>
      <vt:lpstr>ConfettiVTI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PRAMOD NAIK</dc:creator>
  <cp:lastModifiedBy>Pramod Naik</cp:lastModifiedBy>
  <cp:revision>39</cp:revision>
  <dcterms:created xsi:type="dcterms:W3CDTF">2024-11-25T17:19:06Z</dcterms:created>
  <dcterms:modified xsi:type="dcterms:W3CDTF">2025-08-05T04:19:55Z</dcterms:modified>
</cp:coreProperties>
</file>