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0" r:id="rId1"/>
  </p:sldMasterIdLst>
  <p:notesMasterIdLst>
    <p:notesMasterId r:id="rId62"/>
  </p:notesMasterIdLst>
  <p:sldIdLst>
    <p:sldId id="429" r:id="rId2"/>
    <p:sldId id="433" r:id="rId3"/>
    <p:sldId id="430" r:id="rId4"/>
    <p:sldId id="434" r:id="rId5"/>
    <p:sldId id="432" r:id="rId6"/>
    <p:sldId id="435" r:id="rId7"/>
    <p:sldId id="442" r:id="rId8"/>
    <p:sldId id="436" r:id="rId9"/>
    <p:sldId id="437" r:id="rId10"/>
    <p:sldId id="438" r:id="rId11"/>
    <p:sldId id="439" r:id="rId12"/>
    <p:sldId id="440" r:id="rId13"/>
    <p:sldId id="441" r:id="rId14"/>
    <p:sldId id="443" r:id="rId15"/>
    <p:sldId id="444" r:id="rId16"/>
    <p:sldId id="445" r:id="rId17"/>
    <p:sldId id="446" r:id="rId18"/>
    <p:sldId id="447" r:id="rId19"/>
    <p:sldId id="448" r:id="rId20"/>
    <p:sldId id="449" r:id="rId21"/>
    <p:sldId id="450" r:id="rId22"/>
    <p:sldId id="451" r:id="rId23"/>
    <p:sldId id="452" r:id="rId24"/>
    <p:sldId id="453" r:id="rId25"/>
    <p:sldId id="454" r:id="rId26"/>
    <p:sldId id="455" r:id="rId27"/>
    <p:sldId id="456" r:id="rId28"/>
    <p:sldId id="401" r:id="rId29"/>
    <p:sldId id="409" r:id="rId30"/>
    <p:sldId id="464" r:id="rId31"/>
    <p:sldId id="402" r:id="rId32"/>
    <p:sldId id="403" r:id="rId33"/>
    <p:sldId id="457" r:id="rId34"/>
    <p:sldId id="404" r:id="rId35"/>
    <p:sldId id="465" r:id="rId36"/>
    <p:sldId id="467" r:id="rId37"/>
    <p:sldId id="466" r:id="rId38"/>
    <p:sldId id="458" r:id="rId39"/>
    <p:sldId id="462" r:id="rId40"/>
    <p:sldId id="463" r:id="rId41"/>
    <p:sldId id="459" r:id="rId42"/>
    <p:sldId id="460" r:id="rId43"/>
    <p:sldId id="461" r:id="rId44"/>
    <p:sldId id="481" r:id="rId45"/>
    <p:sldId id="480" r:id="rId46"/>
    <p:sldId id="468" r:id="rId47"/>
    <p:sldId id="469" r:id="rId48"/>
    <p:sldId id="470" r:id="rId49"/>
    <p:sldId id="471" r:id="rId50"/>
    <p:sldId id="894" r:id="rId51"/>
    <p:sldId id="472" r:id="rId52"/>
    <p:sldId id="912" r:id="rId53"/>
    <p:sldId id="473" r:id="rId54"/>
    <p:sldId id="474" r:id="rId55"/>
    <p:sldId id="475" r:id="rId56"/>
    <p:sldId id="476" r:id="rId57"/>
    <p:sldId id="477" r:id="rId58"/>
    <p:sldId id="478" r:id="rId59"/>
    <p:sldId id="479" r:id="rId60"/>
    <p:sldId id="431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1BAC71-7343-484D-BD8F-9D1BA4F7D925}" v="203" dt="2025-07-26T15:02:33.5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68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mod Naik" userId="ceb6df04-ef15-4d9b-a141-998a03559d75" providerId="ADAL" clId="{651BAC71-7343-484D-BD8F-9D1BA4F7D925}"/>
    <pc:docChg chg="undo custSel addSld delSld modSld sldOrd">
      <pc:chgData name="Pramod Naik" userId="ceb6df04-ef15-4d9b-a141-998a03559d75" providerId="ADAL" clId="{651BAC71-7343-484D-BD8F-9D1BA4F7D925}" dt="2025-07-26T15:02:52.938" v="1449" actId="113"/>
      <pc:docMkLst>
        <pc:docMk/>
      </pc:docMkLst>
      <pc:sldChg chg="del">
        <pc:chgData name="Pramod Naik" userId="ceb6df04-ef15-4d9b-a141-998a03559d75" providerId="ADAL" clId="{651BAC71-7343-484D-BD8F-9D1BA4F7D925}" dt="2025-07-19T10:58:43.858" v="3" actId="47"/>
        <pc:sldMkLst>
          <pc:docMk/>
          <pc:sldMk cId="707598842" sldId="258"/>
        </pc:sldMkLst>
      </pc:sldChg>
      <pc:sldChg chg="del">
        <pc:chgData name="Pramod Naik" userId="ceb6df04-ef15-4d9b-a141-998a03559d75" providerId="ADAL" clId="{651BAC71-7343-484D-BD8F-9D1BA4F7D925}" dt="2025-07-19T10:58:42.720" v="1" actId="47"/>
        <pc:sldMkLst>
          <pc:docMk/>
          <pc:sldMk cId="2833866201" sldId="272"/>
        </pc:sldMkLst>
      </pc:sldChg>
      <pc:sldChg chg="del">
        <pc:chgData name="Pramod Naik" userId="ceb6df04-ef15-4d9b-a141-998a03559d75" providerId="ADAL" clId="{651BAC71-7343-484D-BD8F-9D1BA4F7D925}" dt="2025-07-19T10:58:43.234" v="2" actId="47"/>
        <pc:sldMkLst>
          <pc:docMk/>
          <pc:sldMk cId="1139735195" sldId="280"/>
        </pc:sldMkLst>
      </pc:sldChg>
      <pc:sldChg chg="modSp add mod">
        <pc:chgData name="Pramod Naik" userId="ceb6df04-ef15-4d9b-a141-998a03559d75" providerId="ADAL" clId="{651BAC71-7343-484D-BD8F-9D1BA4F7D925}" dt="2025-07-26T13:53:38.027" v="751" actId="113"/>
        <pc:sldMkLst>
          <pc:docMk/>
          <pc:sldMk cId="2530939601" sldId="401"/>
        </pc:sldMkLst>
        <pc:spChg chg="mod">
          <ac:chgData name="Pramod Naik" userId="ceb6df04-ef15-4d9b-a141-998a03559d75" providerId="ADAL" clId="{651BAC71-7343-484D-BD8F-9D1BA4F7D925}" dt="2025-07-26T13:53:38.027" v="751" actId="113"/>
          <ac:spMkLst>
            <pc:docMk/>
            <pc:sldMk cId="2530939601" sldId="401"/>
            <ac:spMk id="3" creationId="{39C50B33-AE2A-41FE-B35F-826245A2C146}"/>
          </ac:spMkLst>
        </pc:spChg>
      </pc:sldChg>
      <pc:sldChg chg="modSp add mod">
        <pc:chgData name="Pramod Naik" userId="ceb6df04-ef15-4d9b-a141-998a03559d75" providerId="ADAL" clId="{651BAC71-7343-484D-BD8F-9D1BA4F7D925}" dt="2025-07-26T14:01:59.957" v="877" actId="113"/>
        <pc:sldMkLst>
          <pc:docMk/>
          <pc:sldMk cId="3069991614" sldId="402"/>
        </pc:sldMkLst>
        <pc:spChg chg="mod">
          <ac:chgData name="Pramod Naik" userId="ceb6df04-ef15-4d9b-a141-998a03559d75" providerId="ADAL" clId="{651BAC71-7343-484D-BD8F-9D1BA4F7D925}" dt="2025-07-26T14:01:59.957" v="877" actId="113"/>
          <ac:spMkLst>
            <pc:docMk/>
            <pc:sldMk cId="3069991614" sldId="402"/>
            <ac:spMk id="3" creationId="{CF6371E5-DBC5-FBAE-E396-0D6718F7E9FA}"/>
          </ac:spMkLst>
        </pc:spChg>
      </pc:sldChg>
      <pc:sldChg chg="modSp add mod">
        <pc:chgData name="Pramod Naik" userId="ceb6df04-ef15-4d9b-a141-998a03559d75" providerId="ADAL" clId="{651BAC71-7343-484D-BD8F-9D1BA4F7D925}" dt="2025-07-26T14:03:06.431" v="884" actId="113"/>
        <pc:sldMkLst>
          <pc:docMk/>
          <pc:sldMk cId="859957647" sldId="403"/>
        </pc:sldMkLst>
        <pc:spChg chg="mod">
          <ac:chgData name="Pramod Naik" userId="ceb6df04-ef15-4d9b-a141-998a03559d75" providerId="ADAL" clId="{651BAC71-7343-484D-BD8F-9D1BA4F7D925}" dt="2025-07-26T14:03:06.431" v="884" actId="113"/>
          <ac:spMkLst>
            <pc:docMk/>
            <pc:sldMk cId="859957647" sldId="403"/>
            <ac:spMk id="2" creationId="{B372EBEF-13DA-20A4-5F97-09CBEAE69927}"/>
          </ac:spMkLst>
        </pc:spChg>
        <pc:spChg chg="mod">
          <ac:chgData name="Pramod Naik" userId="ceb6df04-ef15-4d9b-a141-998a03559d75" providerId="ADAL" clId="{651BAC71-7343-484D-BD8F-9D1BA4F7D925}" dt="2025-07-26T14:03:02.342" v="883" actId="1076"/>
          <ac:spMkLst>
            <pc:docMk/>
            <pc:sldMk cId="859957647" sldId="403"/>
            <ac:spMk id="5" creationId="{4ECA7FC9-E37F-F0F6-BAD6-BA87D417FA07}"/>
          </ac:spMkLst>
        </pc:spChg>
        <pc:grpChg chg="mod">
          <ac:chgData name="Pramod Naik" userId="ceb6df04-ef15-4d9b-a141-998a03559d75" providerId="ADAL" clId="{651BAC71-7343-484D-BD8F-9D1BA4F7D925}" dt="2025-07-26T14:03:02.342" v="883" actId="1076"/>
          <ac:grpSpMkLst>
            <pc:docMk/>
            <pc:sldMk cId="859957647" sldId="403"/>
            <ac:grpSpMk id="15" creationId="{C18A2747-3B6D-59B6-0082-8F94A1AD3E44}"/>
          </ac:grpSpMkLst>
        </pc:grpChg>
        <pc:picChg chg="mod">
          <ac:chgData name="Pramod Naik" userId="ceb6df04-ef15-4d9b-a141-998a03559d75" providerId="ADAL" clId="{651BAC71-7343-484D-BD8F-9D1BA4F7D925}" dt="2025-07-26T14:03:02.342" v="883" actId="1076"/>
          <ac:picMkLst>
            <pc:docMk/>
            <pc:sldMk cId="859957647" sldId="403"/>
            <ac:picMk id="4098" creationId="{0B4C5D68-F68E-BE2F-73DF-B697D2A044B5}"/>
          </ac:picMkLst>
        </pc:picChg>
        <pc:cxnChg chg="mod">
          <ac:chgData name="Pramod Naik" userId="ceb6df04-ef15-4d9b-a141-998a03559d75" providerId="ADAL" clId="{651BAC71-7343-484D-BD8F-9D1BA4F7D925}" dt="2025-07-26T14:03:02.342" v="883" actId="1076"/>
          <ac:cxnSpMkLst>
            <pc:docMk/>
            <pc:sldMk cId="859957647" sldId="403"/>
            <ac:cxnSpMk id="11" creationId="{6DB91C73-8EF8-B0D6-0CAF-CC1D2B88075B}"/>
          </ac:cxnSpMkLst>
        </pc:cxnChg>
        <pc:cxnChg chg="mod">
          <ac:chgData name="Pramod Naik" userId="ceb6df04-ef15-4d9b-a141-998a03559d75" providerId="ADAL" clId="{651BAC71-7343-484D-BD8F-9D1BA4F7D925}" dt="2025-07-26T14:03:02.342" v="883" actId="1076"/>
          <ac:cxnSpMkLst>
            <pc:docMk/>
            <pc:sldMk cId="859957647" sldId="403"/>
            <ac:cxnSpMk id="12" creationId="{C2641E24-FEC0-92D7-6F4E-04BA9FBD1BEB}"/>
          </ac:cxnSpMkLst>
        </pc:cxnChg>
      </pc:sldChg>
      <pc:sldChg chg="add del">
        <pc:chgData name="Pramod Naik" userId="ceb6df04-ef15-4d9b-a141-998a03559d75" providerId="ADAL" clId="{651BAC71-7343-484D-BD8F-9D1BA4F7D925}" dt="2025-07-26T14:10:00.814" v="905"/>
        <pc:sldMkLst>
          <pc:docMk/>
          <pc:sldMk cId="1146144274" sldId="404"/>
        </pc:sldMkLst>
      </pc:sldChg>
      <pc:sldChg chg="addSp delSp modSp add mod setBg">
        <pc:chgData name="Pramod Naik" userId="ceb6df04-ef15-4d9b-a141-998a03559d75" providerId="ADAL" clId="{651BAC71-7343-484D-BD8F-9D1BA4F7D925}" dt="2025-07-26T13:58:55.753" v="833" actId="207"/>
        <pc:sldMkLst>
          <pc:docMk/>
          <pc:sldMk cId="3317466845" sldId="409"/>
        </pc:sldMkLst>
        <pc:spChg chg="mod">
          <ac:chgData name="Pramod Naik" userId="ceb6df04-ef15-4d9b-a141-998a03559d75" providerId="ADAL" clId="{651BAC71-7343-484D-BD8F-9D1BA4F7D925}" dt="2025-07-26T13:58:55.753" v="833" actId="207"/>
          <ac:spMkLst>
            <pc:docMk/>
            <pc:sldMk cId="3317466845" sldId="409"/>
            <ac:spMk id="3" creationId="{3E3F01BC-B929-1A2A-6CB0-06506B3136A6}"/>
          </ac:spMkLst>
        </pc:spChg>
        <pc:spChg chg="add del">
          <ac:chgData name="Pramod Naik" userId="ceb6df04-ef15-4d9b-a141-998a03559d75" providerId="ADAL" clId="{651BAC71-7343-484D-BD8F-9D1BA4F7D925}" dt="2025-07-26T13:57:20.746" v="813" actId="26606"/>
          <ac:spMkLst>
            <pc:docMk/>
            <pc:sldMk cId="3317466845" sldId="409"/>
            <ac:spMk id="1033" creationId="{8427DF8B-AF40-4916-BF81-7B4B1D6A063D}"/>
          </ac:spMkLst>
        </pc:spChg>
        <pc:spChg chg="add del">
          <ac:chgData name="Pramod Naik" userId="ceb6df04-ef15-4d9b-a141-998a03559d75" providerId="ADAL" clId="{651BAC71-7343-484D-BD8F-9D1BA4F7D925}" dt="2025-07-26T13:57:20.746" v="813" actId="26606"/>
          <ac:spMkLst>
            <pc:docMk/>
            <pc:sldMk cId="3317466845" sldId="409"/>
            <ac:spMk id="1035" creationId="{6AE0E191-47BD-46BD-846E-E994713F2C91}"/>
          </ac:spMkLst>
        </pc:spChg>
        <pc:spChg chg="add del">
          <ac:chgData name="Pramod Naik" userId="ceb6df04-ef15-4d9b-a141-998a03559d75" providerId="ADAL" clId="{651BAC71-7343-484D-BD8F-9D1BA4F7D925}" dt="2025-07-26T13:57:20.746" v="813" actId="26606"/>
          <ac:spMkLst>
            <pc:docMk/>
            <pc:sldMk cId="3317466845" sldId="409"/>
            <ac:spMk id="1037" creationId="{D60DC0FE-B192-4898-9A42-DD3CA1061184}"/>
          </ac:spMkLst>
        </pc:spChg>
        <pc:spChg chg="add">
          <ac:chgData name="Pramod Naik" userId="ceb6df04-ef15-4d9b-a141-998a03559d75" providerId="ADAL" clId="{651BAC71-7343-484D-BD8F-9D1BA4F7D925}" dt="2025-07-26T13:57:20.753" v="814" actId="26606"/>
          <ac:spMkLst>
            <pc:docMk/>
            <pc:sldMk cId="3317466845" sldId="409"/>
            <ac:spMk id="1048" creationId="{4F8E18AC-903E-4B46-8CC0-FE20E612CE37}"/>
          </ac:spMkLst>
        </pc:spChg>
        <pc:spChg chg="add">
          <ac:chgData name="Pramod Naik" userId="ceb6df04-ef15-4d9b-a141-998a03559d75" providerId="ADAL" clId="{651BAC71-7343-484D-BD8F-9D1BA4F7D925}" dt="2025-07-26T13:57:20.753" v="814" actId="26606"/>
          <ac:spMkLst>
            <pc:docMk/>
            <pc:sldMk cId="3317466845" sldId="409"/>
            <ac:spMk id="1049" creationId="{3DEE38FB-0763-470C-8A5E-44456B5130D7}"/>
          </ac:spMkLst>
        </pc:spChg>
        <pc:spChg chg="add">
          <ac:chgData name="Pramod Naik" userId="ceb6df04-ef15-4d9b-a141-998a03559d75" providerId="ADAL" clId="{651BAC71-7343-484D-BD8F-9D1BA4F7D925}" dt="2025-07-26T13:57:20.753" v="814" actId="26606"/>
          <ac:spMkLst>
            <pc:docMk/>
            <pc:sldMk cId="3317466845" sldId="409"/>
            <ac:spMk id="1050" creationId="{F1D6E6C0-11C7-4A38-BD12-80741960B53C}"/>
          </ac:spMkLst>
        </pc:spChg>
        <pc:grpChg chg="add del">
          <ac:chgData name="Pramod Naik" userId="ceb6df04-ef15-4d9b-a141-998a03559d75" providerId="ADAL" clId="{651BAC71-7343-484D-BD8F-9D1BA4F7D925}" dt="2025-07-26T13:57:20.746" v="813" actId="26606"/>
          <ac:grpSpMkLst>
            <pc:docMk/>
            <pc:sldMk cId="3317466845" sldId="409"/>
            <ac:grpSpMk id="1039" creationId="{47154ABD-A760-4C29-A394-422706C2C032}"/>
          </ac:grpSpMkLst>
        </pc:grpChg>
        <pc:grpChg chg="add">
          <ac:chgData name="Pramod Naik" userId="ceb6df04-ef15-4d9b-a141-998a03559d75" providerId="ADAL" clId="{651BAC71-7343-484D-BD8F-9D1BA4F7D925}" dt="2025-07-26T13:57:20.753" v="814" actId="26606"/>
          <ac:grpSpMkLst>
            <pc:docMk/>
            <pc:sldMk cId="3317466845" sldId="409"/>
            <ac:grpSpMk id="1051" creationId="{2B16E781-E64A-4007-B0F1-5A50135A4276}"/>
          </ac:grpSpMkLst>
        </pc:grpChg>
        <pc:picChg chg="mod ord">
          <ac:chgData name="Pramod Naik" userId="ceb6df04-ef15-4d9b-a141-998a03559d75" providerId="ADAL" clId="{651BAC71-7343-484D-BD8F-9D1BA4F7D925}" dt="2025-07-26T13:57:57.135" v="825" actId="1076"/>
          <ac:picMkLst>
            <pc:docMk/>
            <pc:sldMk cId="3317466845" sldId="409"/>
            <ac:picMk id="1028" creationId="{E3F965C0-DA94-0FF1-3320-A0342265CD4D}"/>
          </ac:picMkLst>
        </pc:picChg>
        <pc:picChg chg="del">
          <ac:chgData name="Pramod Naik" userId="ceb6df04-ef15-4d9b-a141-998a03559d75" providerId="ADAL" clId="{651BAC71-7343-484D-BD8F-9D1BA4F7D925}" dt="2025-07-26T13:54:51.182" v="769" actId="21"/>
          <ac:picMkLst>
            <pc:docMk/>
            <pc:sldMk cId="3317466845" sldId="409"/>
            <ac:picMk id="1029" creationId="{1453DF99-D4E8-29D6-5DB9-CAFEBC1FAE60}"/>
          </ac:picMkLst>
        </pc:picChg>
      </pc:sldChg>
      <pc:sldChg chg="del">
        <pc:chgData name="Pramod Naik" userId="ceb6df04-ef15-4d9b-a141-998a03559d75" providerId="ADAL" clId="{651BAC71-7343-484D-BD8F-9D1BA4F7D925}" dt="2025-07-19T10:58:50.828" v="7" actId="47"/>
        <pc:sldMkLst>
          <pc:docMk/>
          <pc:sldMk cId="769431239" sldId="422"/>
        </pc:sldMkLst>
      </pc:sldChg>
      <pc:sldChg chg="del">
        <pc:chgData name="Pramod Naik" userId="ceb6df04-ef15-4d9b-a141-998a03559d75" providerId="ADAL" clId="{651BAC71-7343-484D-BD8F-9D1BA4F7D925}" dt="2025-07-19T10:58:53.755" v="8" actId="47"/>
        <pc:sldMkLst>
          <pc:docMk/>
          <pc:sldMk cId="4028213141" sldId="423"/>
        </pc:sldMkLst>
      </pc:sldChg>
      <pc:sldChg chg="del">
        <pc:chgData name="Pramod Naik" userId="ceb6df04-ef15-4d9b-a141-998a03559d75" providerId="ADAL" clId="{651BAC71-7343-484D-BD8F-9D1BA4F7D925}" dt="2025-07-19T10:58:41.829" v="0" actId="47"/>
        <pc:sldMkLst>
          <pc:docMk/>
          <pc:sldMk cId="3682881203" sldId="426"/>
        </pc:sldMkLst>
      </pc:sldChg>
      <pc:sldChg chg="del">
        <pc:chgData name="Pramod Naik" userId="ceb6df04-ef15-4d9b-a141-998a03559d75" providerId="ADAL" clId="{651BAC71-7343-484D-BD8F-9D1BA4F7D925}" dt="2025-07-19T10:58:44.380" v="4" actId="47"/>
        <pc:sldMkLst>
          <pc:docMk/>
          <pc:sldMk cId="1148078753" sldId="427"/>
        </pc:sldMkLst>
      </pc:sldChg>
      <pc:sldChg chg="del">
        <pc:chgData name="Pramod Naik" userId="ceb6df04-ef15-4d9b-a141-998a03559d75" providerId="ADAL" clId="{651BAC71-7343-484D-BD8F-9D1BA4F7D925}" dt="2025-07-19T10:58:47.058" v="5" actId="47"/>
        <pc:sldMkLst>
          <pc:docMk/>
          <pc:sldMk cId="3664504081" sldId="428"/>
        </pc:sldMkLst>
      </pc:sldChg>
      <pc:sldChg chg="addSp delSp modSp new mod">
        <pc:chgData name="Pramod Naik" userId="ceb6df04-ef15-4d9b-a141-998a03559d75" providerId="ADAL" clId="{651BAC71-7343-484D-BD8F-9D1BA4F7D925}" dt="2025-07-19T11:05:45.316" v="119" actId="20577"/>
        <pc:sldMkLst>
          <pc:docMk/>
          <pc:sldMk cId="20334712" sldId="430"/>
        </pc:sldMkLst>
        <pc:spChg chg="add del mod">
          <ac:chgData name="Pramod Naik" userId="ceb6df04-ef15-4d9b-a141-998a03559d75" providerId="ADAL" clId="{651BAC71-7343-484D-BD8F-9D1BA4F7D925}" dt="2025-07-19T11:05:45.316" v="119" actId="20577"/>
          <ac:spMkLst>
            <pc:docMk/>
            <pc:sldMk cId="20334712" sldId="430"/>
            <ac:spMk id="3" creationId="{3EB47644-137C-722A-B29C-9F102A4A5118}"/>
          </ac:spMkLst>
        </pc:spChg>
      </pc:sldChg>
      <pc:sldChg chg="del">
        <pc:chgData name="Pramod Naik" userId="ceb6df04-ef15-4d9b-a141-998a03559d75" providerId="ADAL" clId="{651BAC71-7343-484D-BD8F-9D1BA4F7D925}" dt="2025-07-19T10:58:49.862" v="6" actId="47"/>
        <pc:sldMkLst>
          <pc:docMk/>
          <pc:sldMk cId="693359045" sldId="430"/>
        </pc:sldMkLst>
      </pc:sldChg>
      <pc:sldChg chg="modSp add mod ord">
        <pc:chgData name="Pramod Naik" userId="ceb6df04-ef15-4d9b-a141-998a03559d75" providerId="ADAL" clId="{651BAC71-7343-484D-BD8F-9D1BA4F7D925}" dt="2025-07-26T15:02:52.938" v="1449" actId="113"/>
        <pc:sldMkLst>
          <pc:docMk/>
          <pc:sldMk cId="1168041992" sldId="431"/>
        </pc:sldMkLst>
        <pc:spChg chg="mod">
          <ac:chgData name="Pramod Naik" userId="ceb6df04-ef15-4d9b-a141-998a03559d75" providerId="ADAL" clId="{651BAC71-7343-484D-BD8F-9D1BA4F7D925}" dt="2025-07-26T15:02:52.938" v="1449" actId="113"/>
          <ac:spMkLst>
            <pc:docMk/>
            <pc:sldMk cId="1168041992" sldId="431"/>
            <ac:spMk id="3" creationId="{C3ABE3FE-A23C-4562-9B10-31F89A23712E}"/>
          </ac:spMkLst>
        </pc:spChg>
      </pc:sldChg>
      <pc:sldChg chg="del">
        <pc:chgData name="Pramod Naik" userId="ceb6df04-ef15-4d9b-a141-998a03559d75" providerId="ADAL" clId="{651BAC71-7343-484D-BD8F-9D1BA4F7D925}" dt="2025-07-19T10:58:54.445" v="9" actId="47"/>
        <pc:sldMkLst>
          <pc:docMk/>
          <pc:sldMk cId="290281724" sldId="432"/>
        </pc:sldMkLst>
      </pc:sldChg>
      <pc:sldChg chg="addSp delSp modSp add mod ord setBg">
        <pc:chgData name="Pramod Naik" userId="ceb6df04-ef15-4d9b-a141-998a03559d75" providerId="ADAL" clId="{651BAC71-7343-484D-BD8F-9D1BA4F7D925}" dt="2025-07-19T11:07:30.428" v="126"/>
        <pc:sldMkLst>
          <pc:docMk/>
          <pc:sldMk cId="2758386950" sldId="432"/>
        </pc:sldMkLst>
        <pc:spChg chg="add">
          <ac:chgData name="Pramod Naik" userId="ceb6df04-ef15-4d9b-a141-998a03559d75" providerId="ADAL" clId="{651BAC71-7343-484D-BD8F-9D1BA4F7D925}" dt="2025-07-19T11:03:46.673" v="70" actId="26606"/>
          <ac:spMkLst>
            <pc:docMk/>
            <pc:sldMk cId="2758386950" sldId="432"/>
            <ac:spMk id="2114" creationId="{99B5B3C5-A599-465B-B2B9-866E8B2087CE}"/>
          </ac:spMkLst>
        </pc:spChg>
        <pc:spChg chg="add">
          <ac:chgData name="Pramod Naik" userId="ceb6df04-ef15-4d9b-a141-998a03559d75" providerId="ADAL" clId="{651BAC71-7343-484D-BD8F-9D1BA4F7D925}" dt="2025-07-19T11:03:46.673" v="70" actId="26606"/>
          <ac:spMkLst>
            <pc:docMk/>
            <pc:sldMk cId="2758386950" sldId="432"/>
            <ac:spMk id="2115" creationId="{25C84982-7DD0-43B1-8A2D-BFA4DF1B4E60}"/>
          </ac:spMkLst>
        </pc:spChg>
        <pc:spChg chg="add">
          <ac:chgData name="Pramod Naik" userId="ceb6df04-ef15-4d9b-a141-998a03559d75" providerId="ADAL" clId="{651BAC71-7343-484D-BD8F-9D1BA4F7D925}" dt="2025-07-19T11:03:46.673" v="70" actId="26606"/>
          <ac:spMkLst>
            <pc:docMk/>
            <pc:sldMk cId="2758386950" sldId="432"/>
            <ac:spMk id="2132" creationId="{B7818AA9-82F7-46F6-8A83-1A6258163B48}"/>
          </ac:spMkLst>
        </pc:spChg>
        <pc:grpChg chg="add">
          <ac:chgData name="Pramod Naik" userId="ceb6df04-ef15-4d9b-a141-998a03559d75" providerId="ADAL" clId="{651BAC71-7343-484D-BD8F-9D1BA4F7D925}" dt="2025-07-19T11:03:46.673" v="70" actId="26606"/>
          <ac:grpSpMkLst>
            <pc:docMk/>
            <pc:sldMk cId="2758386950" sldId="432"/>
            <ac:grpSpMk id="2116" creationId="{1D912E1C-3BBA-42F0-A3EE-FEC382E7230A}"/>
          </ac:grpSpMkLst>
        </pc:grpChg>
        <pc:grpChg chg="add">
          <ac:chgData name="Pramod Naik" userId="ceb6df04-ef15-4d9b-a141-998a03559d75" providerId="ADAL" clId="{651BAC71-7343-484D-BD8F-9D1BA4F7D925}" dt="2025-07-19T11:03:46.673" v="70" actId="26606"/>
          <ac:grpSpMkLst>
            <pc:docMk/>
            <pc:sldMk cId="2758386950" sldId="432"/>
            <ac:grpSpMk id="2133" creationId="{FCEBDFAC-E3E5-4883-8BE7-B43474AE3BB3}"/>
          </ac:grpSpMkLst>
        </pc:grpChg>
        <pc:picChg chg="add mod">
          <ac:chgData name="Pramod Naik" userId="ceb6df04-ef15-4d9b-a141-998a03559d75" providerId="ADAL" clId="{651BAC71-7343-484D-BD8F-9D1BA4F7D925}" dt="2025-07-19T11:03:46.673" v="70" actId="26606"/>
          <ac:picMkLst>
            <pc:docMk/>
            <pc:sldMk cId="2758386950" sldId="432"/>
            <ac:picMk id="2050" creationId="{87C874CA-08E6-867A-EE76-C29F2DC51D81}"/>
          </ac:picMkLst>
        </pc:picChg>
      </pc:sldChg>
      <pc:sldChg chg="addSp delSp modSp add mod ord setBg">
        <pc:chgData name="Pramod Naik" userId="ceb6df04-ef15-4d9b-a141-998a03559d75" providerId="ADAL" clId="{651BAC71-7343-484D-BD8F-9D1BA4F7D925}" dt="2025-07-19T11:05:30.082" v="117" actId="207"/>
        <pc:sldMkLst>
          <pc:docMk/>
          <pc:sldMk cId="3534625041" sldId="433"/>
        </pc:sldMkLst>
        <pc:spChg chg="add del mod">
          <ac:chgData name="Pramod Naik" userId="ceb6df04-ef15-4d9b-a141-998a03559d75" providerId="ADAL" clId="{651BAC71-7343-484D-BD8F-9D1BA4F7D925}" dt="2025-07-19T11:04:29.831" v="95" actId="1076"/>
          <ac:spMkLst>
            <pc:docMk/>
            <pc:sldMk cId="3534625041" sldId="433"/>
            <ac:spMk id="3" creationId="{8CCEEC95-AC81-BB56-7CBC-8D2F914A61FE}"/>
          </ac:spMkLst>
        </pc:spChg>
        <pc:spChg chg="add mod">
          <ac:chgData name="Pramod Naik" userId="ceb6df04-ef15-4d9b-a141-998a03559d75" providerId="ADAL" clId="{651BAC71-7343-484D-BD8F-9D1BA4F7D925}" dt="2025-07-19T11:05:30.082" v="117" actId="207"/>
          <ac:spMkLst>
            <pc:docMk/>
            <pc:sldMk cId="3534625041" sldId="433"/>
            <ac:spMk id="4" creationId="{FBF9F843-C83B-1766-A78B-D65C53641C75}"/>
          </ac:spMkLst>
        </pc:spChg>
        <pc:spChg chg="add">
          <ac:chgData name="Pramod Naik" userId="ceb6df04-ef15-4d9b-a141-998a03559d75" providerId="ADAL" clId="{651BAC71-7343-484D-BD8F-9D1BA4F7D925}" dt="2025-07-19T11:04:07.105" v="77" actId="26606"/>
          <ac:spMkLst>
            <pc:docMk/>
            <pc:sldMk cId="3534625041" sldId="433"/>
            <ac:spMk id="8" creationId="{ED16AD6D-7FC0-435B-AB5F-98DA2190C53C}"/>
          </ac:spMkLst>
        </pc:spChg>
        <pc:spChg chg="add">
          <ac:chgData name="Pramod Naik" userId="ceb6df04-ef15-4d9b-a141-998a03559d75" providerId="ADAL" clId="{651BAC71-7343-484D-BD8F-9D1BA4F7D925}" dt="2025-07-19T11:04:07.105" v="77" actId="26606"/>
          <ac:spMkLst>
            <pc:docMk/>
            <pc:sldMk cId="3534625041" sldId="433"/>
            <ac:spMk id="10" creationId="{28B727F3-FF58-4343-ACEE-2174D5989143}"/>
          </ac:spMkLst>
        </pc:spChg>
        <pc:spChg chg="add">
          <ac:chgData name="Pramod Naik" userId="ceb6df04-ef15-4d9b-a141-998a03559d75" providerId="ADAL" clId="{651BAC71-7343-484D-BD8F-9D1BA4F7D925}" dt="2025-07-19T11:04:07.105" v="77" actId="26606"/>
          <ac:spMkLst>
            <pc:docMk/>
            <pc:sldMk cId="3534625041" sldId="433"/>
            <ac:spMk id="21" creationId="{5F7F20D7-57B2-4CF8-AF7D-90D6A5E1FF73}"/>
          </ac:spMkLst>
        </pc:spChg>
        <pc:spChg chg="add">
          <ac:chgData name="Pramod Naik" userId="ceb6df04-ef15-4d9b-a141-998a03559d75" providerId="ADAL" clId="{651BAC71-7343-484D-BD8F-9D1BA4F7D925}" dt="2025-07-19T11:04:07.105" v="77" actId="26606"/>
          <ac:spMkLst>
            <pc:docMk/>
            <pc:sldMk cId="3534625041" sldId="433"/>
            <ac:spMk id="25" creationId="{6832CB48-19E2-438E-B5D1-126B62284757}"/>
          </ac:spMkLst>
        </pc:spChg>
        <pc:spChg chg="add">
          <ac:chgData name="Pramod Naik" userId="ceb6df04-ef15-4d9b-a141-998a03559d75" providerId="ADAL" clId="{651BAC71-7343-484D-BD8F-9D1BA4F7D925}" dt="2025-07-19T11:04:07.105" v="77" actId="26606"/>
          <ac:spMkLst>
            <pc:docMk/>
            <pc:sldMk cId="3534625041" sldId="433"/>
            <ac:spMk id="29" creationId="{F4B85B88-409F-4670-A4FF-5C58623B77AA}"/>
          </ac:spMkLst>
        </pc:spChg>
        <pc:spChg chg="add">
          <ac:chgData name="Pramod Naik" userId="ceb6df04-ef15-4d9b-a141-998a03559d75" providerId="ADAL" clId="{651BAC71-7343-484D-BD8F-9D1BA4F7D925}" dt="2025-07-19T11:04:07.105" v="77" actId="26606"/>
          <ac:spMkLst>
            <pc:docMk/>
            <pc:sldMk cId="3534625041" sldId="433"/>
            <ac:spMk id="33" creationId="{52B7F1A1-8894-44DC-8FCC-6CE9F127AAB1}"/>
          </ac:spMkLst>
        </pc:spChg>
        <pc:picChg chg="add">
          <ac:chgData name="Pramod Naik" userId="ceb6df04-ef15-4d9b-a141-998a03559d75" providerId="ADAL" clId="{651BAC71-7343-484D-BD8F-9D1BA4F7D925}" dt="2025-07-19T11:04:07.105" v="77" actId="26606"/>
          <ac:picMkLst>
            <pc:docMk/>
            <pc:sldMk cId="3534625041" sldId="433"/>
            <ac:picMk id="23" creationId="{05AC83E9-3498-4F8F-84F8-2E22FE72E30C}"/>
          </ac:picMkLst>
        </pc:picChg>
        <pc:picChg chg="add">
          <ac:chgData name="Pramod Naik" userId="ceb6df04-ef15-4d9b-a141-998a03559d75" providerId="ADAL" clId="{651BAC71-7343-484D-BD8F-9D1BA4F7D925}" dt="2025-07-19T11:04:07.105" v="77" actId="26606"/>
          <ac:picMkLst>
            <pc:docMk/>
            <pc:sldMk cId="3534625041" sldId="433"/>
            <ac:picMk id="27" creationId="{548560FE-8DD7-4FBB-A597-9902F385AAFF}"/>
          </ac:picMkLst>
        </pc:picChg>
        <pc:picChg chg="add">
          <ac:chgData name="Pramod Naik" userId="ceb6df04-ef15-4d9b-a141-998a03559d75" providerId="ADAL" clId="{651BAC71-7343-484D-BD8F-9D1BA4F7D925}" dt="2025-07-19T11:04:07.105" v="77" actId="26606"/>
          <ac:picMkLst>
            <pc:docMk/>
            <pc:sldMk cId="3534625041" sldId="433"/>
            <ac:picMk id="31" creationId="{66265FF8-949A-452A-882B-BDD332090013}"/>
          </ac:picMkLst>
        </pc:picChg>
      </pc:sldChg>
      <pc:sldChg chg="modSp add mod ord">
        <pc:chgData name="Pramod Naik" userId="ceb6df04-ef15-4d9b-a141-998a03559d75" providerId="ADAL" clId="{651BAC71-7343-484D-BD8F-9D1BA4F7D925}" dt="2025-07-19T11:07:35.180" v="128"/>
        <pc:sldMkLst>
          <pc:docMk/>
          <pc:sldMk cId="1135350907" sldId="434"/>
        </pc:sldMkLst>
        <pc:spChg chg="mod">
          <ac:chgData name="Pramod Naik" userId="ceb6df04-ef15-4d9b-a141-998a03559d75" providerId="ADAL" clId="{651BAC71-7343-484D-BD8F-9D1BA4F7D925}" dt="2025-07-19T11:07:23.363" v="124" actId="403"/>
          <ac:spMkLst>
            <pc:docMk/>
            <pc:sldMk cId="1135350907" sldId="434"/>
            <ac:spMk id="3" creationId="{CCA71564-5992-DED5-30F3-53E93DF71C90}"/>
          </ac:spMkLst>
        </pc:spChg>
      </pc:sldChg>
      <pc:sldChg chg="addSp modSp add mod">
        <pc:chgData name="Pramod Naik" userId="ceb6df04-ef15-4d9b-a141-998a03559d75" providerId="ADAL" clId="{651BAC71-7343-484D-BD8F-9D1BA4F7D925}" dt="2025-07-19T11:12:18.227" v="170" actId="207"/>
        <pc:sldMkLst>
          <pc:docMk/>
          <pc:sldMk cId="2360277811" sldId="435"/>
        </pc:sldMkLst>
        <pc:spChg chg="mod">
          <ac:chgData name="Pramod Naik" userId="ceb6df04-ef15-4d9b-a141-998a03559d75" providerId="ADAL" clId="{651BAC71-7343-484D-BD8F-9D1BA4F7D925}" dt="2025-07-19T11:12:18.227" v="170" actId="207"/>
          <ac:spMkLst>
            <pc:docMk/>
            <pc:sldMk cId="2360277811" sldId="435"/>
            <ac:spMk id="3" creationId="{CE353F7B-F048-86FF-A697-C775D42B2A6D}"/>
          </ac:spMkLst>
        </pc:spChg>
      </pc:sldChg>
      <pc:sldChg chg="addSp modSp add mod">
        <pc:chgData name="Pramod Naik" userId="ceb6df04-ef15-4d9b-a141-998a03559d75" providerId="ADAL" clId="{651BAC71-7343-484D-BD8F-9D1BA4F7D925}" dt="2025-07-19T11:23:27.336" v="271" actId="403"/>
        <pc:sldMkLst>
          <pc:docMk/>
          <pc:sldMk cId="880936914" sldId="436"/>
        </pc:sldMkLst>
        <pc:spChg chg="mod">
          <ac:chgData name="Pramod Naik" userId="ceb6df04-ef15-4d9b-a141-998a03559d75" providerId="ADAL" clId="{651BAC71-7343-484D-BD8F-9D1BA4F7D925}" dt="2025-07-19T11:23:27.336" v="271" actId="403"/>
          <ac:spMkLst>
            <pc:docMk/>
            <pc:sldMk cId="880936914" sldId="436"/>
            <ac:spMk id="3" creationId="{009AC8A6-BBAA-BFF5-6E12-C3C21696FD3A}"/>
          </ac:spMkLst>
        </pc:spChg>
        <pc:graphicFrameChg chg="add mod modGraphic">
          <ac:chgData name="Pramod Naik" userId="ceb6df04-ef15-4d9b-a141-998a03559d75" providerId="ADAL" clId="{651BAC71-7343-484D-BD8F-9D1BA4F7D925}" dt="2025-07-19T11:13:21.029" v="188" actId="403"/>
          <ac:graphicFrameMkLst>
            <pc:docMk/>
            <pc:sldMk cId="880936914" sldId="436"/>
            <ac:graphicFrameMk id="2" creationId="{272956A6-C663-7AD0-B4E4-C90DCBD8EE66}"/>
          </ac:graphicFrameMkLst>
        </pc:graphicFrameChg>
      </pc:sldChg>
      <pc:sldChg chg="modSp add mod">
        <pc:chgData name="Pramod Naik" userId="ceb6df04-ef15-4d9b-a141-998a03559d75" providerId="ADAL" clId="{651BAC71-7343-484D-BD8F-9D1BA4F7D925}" dt="2025-07-19T11:15:37.638" v="197" actId="14100"/>
        <pc:sldMkLst>
          <pc:docMk/>
          <pc:sldMk cId="1451302775" sldId="437"/>
        </pc:sldMkLst>
        <pc:spChg chg="mod">
          <ac:chgData name="Pramod Naik" userId="ceb6df04-ef15-4d9b-a141-998a03559d75" providerId="ADAL" clId="{651BAC71-7343-484D-BD8F-9D1BA4F7D925}" dt="2025-07-19T11:15:37.638" v="197" actId="14100"/>
          <ac:spMkLst>
            <pc:docMk/>
            <pc:sldMk cId="1451302775" sldId="437"/>
            <ac:spMk id="3" creationId="{76F1B921-6933-1E39-50E3-63A090BA1B96}"/>
          </ac:spMkLst>
        </pc:spChg>
      </pc:sldChg>
      <pc:sldChg chg="modSp add mod">
        <pc:chgData name="Pramod Naik" userId="ceb6df04-ef15-4d9b-a141-998a03559d75" providerId="ADAL" clId="{651BAC71-7343-484D-BD8F-9D1BA4F7D925}" dt="2025-07-19T11:16:08.933" v="203" actId="14100"/>
        <pc:sldMkLst>
          <pc:docMk/>
          <pc:sldMk cId="843076433" sldId="438"/>
        </pc:sldMkLst>
        <pc:spChg chg="mod">
          <ac:chgData name="Pramod Naik" userId="ceb6df04-ef15-4d9b-a141-998a03559d75" providerId="ADAL" clId="{651BAC71-7343-484D-BD8F-9D1BA4F7D925}" dt="2025-07-19T11:16:08.933" v="203" actId="14100"/>
          <ac:spMkLst>
            <pc:docMk/>
            <pc:sldMk cId="843076433" sldId="438"/>
            <ac:spMk id="3" creationId="{D7368A77-443D-12BE-C9DD-56F3F0FB23AE}"/>
          </ac:spMkLst>
        </pc:spChg>
      </pc:sldChg>
      <pc:sldChg chg="addSp modSp add mod">
        <pc:chgData name="Pramod Naik" userId="ceb6df04-ef15-4d9b-a141-998a03559d75" providerId="ADAL" clId="{651BAC71-7343-484D-BD8F-9D1BA4F7D925}" dt="2025-07-19T11:20:07.448" v="235" actId="14100"/>
        <pc:sldMkLst>
          <pc:docMk/>
          <pc:sldMk cId="1061348225" sldId="439"/>
        </pc:sldMkLst>
        <pc:spChg chg="mod">
          <ac:chgData name="Pramod Naik" userId="ceb6df04-ef15-4d9b-a141-998a03559d75" providerId="ADAL" clId="{651BAC71-7343-484D-BD8F-9D1BA4F7D925}" dt="2025-07-19T11:20:07.448" v="235" actId="14100"/>
          <ac:spMkLst>
            <pc:docMk/>
            <pc:sldMk cId="1061348225" sldId="439"/>
            <ac:spMk id="3" creationId="{003E39E3-D678-CC20-B8F2-85EECFB4DF7F}"/>
          </ac:spMkLst>
        </pc:spChg>
      </pc:sldChg>
      <pc:sldChg chg="modSp add mod ord">
        <pc:chgData name="Pramod Naik" userId="ceb6df04-ef15-4d9b-a141-998a03559d75" providerId="ADAL" clId="{651BAC71-7343-484D-BD8F-9D1BA4F7D925}" dt="2025-07-19T11:25:38.794" v="312"/>
        <pc:sldMkLst>
          <pc:docMk/>
          <pc:sldMk cId="3130754292" sldId="440"/>
        </pc:sldMkLst>
        <pc:spChg chg="mod">
          <ac:chgData name="Pramod Naik" userId="ceb6df04-ef15-4d9b-a141-998a03559d75" providerId="ADAL" clId="{651BAC71-7343-484D-BD8F-9D1BA4F7D925}" dt="2025-07-19T11:19:53.175" v="228" actId="14100"/>
          <ac:spMkLst>
            <pc:docMk/>
            <pc:sldMk cId="3130754292" sldId="440"/>
            <ac:spMk id="3" creationId="{F4E6B461-336D-57D8-4974-89E872FED898}"/>
          </ac:spMkLst>
        </pc:spChg>
      </pc:sldChg>
      <pc:sldChg chg="addSp modSp add mod ord">
        <pc:chgData name="Pramod Naik" userId="ceb6df04-ef15-4d9b-a141-998a03559d75" providerId="ADAL" clId="{651BAC71-7343-484D-BD8F-9D1BA4F7D925}" dt="2025-07-19T11:24:41.192" v="303" actId="14100"/>
        <pc:sldMkLst>
          <pc:docMk/>
          <pc:sldMk cId="4083776306" sldId="441"/>
        </pc:sldMkLst>
        <pc:spChg chg="add mod">
          <ac:chgData name="Pramod Naik" userId="ceb6df04-ef15-4d9b-a141-998a03559d75" providerId="ADAL" clId="{651BAC71-7343-484D-BD8F-9D1BA4F7D925}" dt="2025-07-19T11:24:41.192" v="303" actId="14100"/>
          <ac:spMkLst>
            <pc:docMk/>
            <pc:sldMk cId="4083776306" sldId="441"/>
            <ac:spMk id="2" creationId="{BAC9D136-ABED-CA6C-6958-7330CF4C5757}"/>
          </ac:spMkLst>
        </pc:spChg>
        <pc:picChg chg="add">
          <ac:chgData name="Pramod Naik" userId="ceb6df04-ef15-4d9b-a141-998a03559d75" providerId="ADAL" clId="{651BAC71-7343-484D-BD8F-9D1BA4F7D925}" dt="2025-07-19T11:23:47.780" v="272"/>
          <ac:picMkLst>
            <pc:docMk/>
            <pc:sldMk cId="4083776306" sldId="441"/>
            <ac:picMk id="8194" creationId="{D2989898-2696-2378-E2D1-6EBECBA0B9F5}"/>
          </ac:picMkLst>
        </pc:picChg>
      </pc:sldChg>
      <pc:sldChg chg="addSp delSp modSp add mod ord setBg">
        <pc:chgData name="Pramod Naik" userId="ceb6df04-ef15-4d9b-a141-998a03559d75" providerId="ADAL" clId="{651BAC71-7343-484D-BD8F-9D1BA4F7D925}" dt="2025-07-19T11:23:15.855" v="269" actId="1076"/>
        <pc:sldMkLst>
          <pc:docMk/>
          <pc:sldMk cId="681810770" sldId="442"/>
        </pc:sldMkLst>
        <pc:spChg chg="add mod">
          <ac:chgData name="Pramod Naik" userId="ceb6df04-ef15-4d9b-a141-998a03559d75" providerId="ADAL" clId="{651BAC71-7343-484D-BD8F-9D1BA4F7D925}" dt="2025-07-19T11:23:15.855" v="269" actId="1076"/>
          <ac:spMkLst>
            <pc:docMk/>
            <pc:sldMk cId="681810770" sldId="442"/>
            <ac:spMk id="5" creationId="{47E78F94-6E75-ADFF-EC5E-4D19D2B1B859}"/>
          </ac:spMkLst>
        </pc:spChg>
        <pc:spChg chg="add">
          <ac:chgData name="Pramod Naik" userId="ceb6df04-ef15-4d9b-a141-998a03559d75" providerId="ADAL" clId="{651BAC71-7343-484D-BD8F-9D1BA4F7D925}" dt="2025-07-19T11:22:04.249" v="240" actId="26606"/>
          <ac:spMkLst>
            <pc:docMk/>
            <pc:sldMk cId="681810770" sldId="442"/>
            <ac:spMk id="7210" creationId="{99B5B3C5-A599-465B-B2B9-866E8B2087CE}"/>
          </ac:spMkLst>
        </pc:spChg>
        <pc:spChg chg="add">
          <ac:chgData name="Pramod Naik" userId="ceb6df04-ef15-4d9b-a141-998a03559d75" providerId="ADAL" clId="{651BAC71-7343-484D-BD8F-9D1BA4F7D925}" dt="2025-07-19T11:22:04.249" v="240" actId="26606"/>
          <ac:spMkLst>
            <pc:docMk/>
            <pc:sldMk cId="681810770" sldId="442"/>
            <ac:spMk id="7211" creationId="{25C84982-7DD0-43B1-8A2D-BFA4DF1B4E60}"/>
          </ac:spMkLst>
        </pc:spChg>
        <pc:spChg chg="add">
          <ac:chgData name="Pramod Naik" userId="ceb6df04-ef15-4d9b-a141-998a03559d75" providerId="ADAL" clId="{651BAC71-7343-484D-BD8F-9D1BA4F7D925}" dt="2025-07-19T11:22:04.249" v="240" actId="26606"/>
          <ac:spMkLst>
            <pc:docMk/>
            <pc:sldMk cId="681810770" sldId="442"/>
            <ac:spMk id="7228" creationId="{B7818AA9-82F7-46F6-8A83-1A6258163B48}"/>
          </ac:spMkLst>
        </pc:spChg>
        <pc:grpChg chg="add">
          <ac:chgData name="Pramod Naik" userId="ceb6df04-ef15-4d9b-a141-998a03559d75" providerId="ADAL" clId="{651BAC71-7343-484D-BD8F-9D1BA4F7D925}" dt="2025-07-19T11:22:04.249" v="240" actId="26606"/>
          <ac:grpSpMkLst>
            <pc:docMk/>
            <pc:sldMk cId="681810770" sldId="442"/>
            <ac:grpSpMk id="7212" creationId="{1D912E1C-3BBA-42F0-A3EE-FEC382E7230A}"/>
          </ac:grpSpMkLst>
        </pc:grpChg>
        <pc:picChg chg="add mod">
          <ac:chgData name="Pramod Naik" userId="ceb6df04-ef15-4d9b-a141-998a03559d75" providerId="ADAL" clId="{651BAC71-7343-484D-BD8F-9D1BA4F7D925}" dt="2025-07-19T11:23:01.884" v="257" actId="1076"/>
          <ac:picMkLst>
            <pc:docMk/>
            <pc:sldMk cId="681810770" sldId="442"/>
            <ac:picMk id="7172" creationId="{2DC7DD2B-F2DE-C66D-4D0C-403EDDB1C790}"/>
          </ac:picMkLst>
        </pc:picChg>
      </pc:sldChg>
      <pc:sldChg chg="addSp modSp add mod">
        <pc:chgData name="Pramod Naik" userId="ceb6df04-ef15-4d9b-a141-998a03559d75" providerId="ADAL" clId="{651BAC71-7343-484D-BD8F-9D1BA4F7D925}" dt="2025-07-19T11:26:31.566" v="328" actId="20577"/>
        <pc:sldMkLst>
          <pc:docMk/>
          <pc:sldMk cId="16831695" sldId="443"/>
        </pc:sldMkLst>
        <pc:spChg chg="mod">
          <ac:chgData name="Pramod Naik" userId="ceb6df04-ef15-4d9b-a141-998a03559d75" providerId="ADAL" clId="{651BAC71-7343-484D-BD8F-9D1BA4F7D925}" dt="2025-07-19T11:26:31.566" v="328" actId="20577"/>
          <ac:spMkLst>
            <pc:docMk/>
            <pc:sldMk cId="16831695" sldId="443"/>
            <ac:spMk id="3" creationId="{7512AA16-DC48-3FED-25B4-28569D65C2A2}"/>
          </ac:spMkLst>
        </pc:spChg>
        <pc:graphicFrameChg chg="add mod modGraphic">
          <ac:chgData name="Pramod Naik" userId="ceb6df04-ef15-4d9b-a141-998a03559d75" providerId="ADAL" clId="{651BAC71-7343-484D-BD8F-9D1BA4F7D925}" dt="2025-07-19T11:26:25.623" v="322" actId="1076"/>
          <ac:graphicFrameMkLst>
            <pc:docMk/>
            <pc:sldMk cId="16831695" sldId="443"/>
            <ac:graphicFrameMk id="2" creationId="{DE0B99AD-DB1D-D948-2D60-BE258E139E7C}"/>
          </ac:graphicFrameMkLst>
        </pc:graphicFrameChg>
      </pc:sldChg>
      <pc:sldChg chg="addSp delSp modSp add mod">
        <pc:chgData name="Pramod Naik" userId="ceb6df04-ef15-4d9b-a141-998a03559d75" providerId="ADAL" clId="{651BAC71-7343-484D-BD8F-9D1BA4F7D925}" dt="2025-07-19T11:28:56.043" v="373" actId="113"/>
        <pc:sldMkLst>
          <pc:docMk/>
          <pc:sldMk cId="2462189238" sldId="444"/>
        </pc:sldMkLst>
        <pc:spChg chg="add del mod">
          <ac:chgData name="Pramod Naik" userId="ceb6df04-ef15-4d9b-a141-998a03559d75" providerId="ADAL" clId="{651BAC71-7343-484D-BD8F-9D1BA4F7D925}" dt="2025-07-19T11:28:56.043" v="373" actId="113"/>
          <ac:spMkLst>
            <pc:docMk/>
            <pc:sldMk cId="2462189238" sldId="444"/>
            <ac:spMk id="3" creationId="{62EE7F3D-DA8E-84C6-6E9D-AB479A97CEB8}"/>
          </ac:spMkLst>
        </pc:spChg>
      </pc:sldChg>
      <pc:sldChg chg="addSp delSp modSp add mod">
        <pc:chgData name="Pramod Naik" userId="ceb6df04-ef15-4d9b-a141-998a03559d75" providerId="ADAL" clId="{651BAC71-7343-484D-BD8F-9D1BA4F7D925}" dt="2025-07-19T11:31:18.673" v="394" actId="207"/>
        <pc:sldMkLst>
          <pc:docMk/>
          <pc:sldMk cId="3222895821" sldId="445"/>
        </pc:sldMkLst>
        <pc:spChg chg="add del mod">
          <ac:chgData name="Pramod Naik" userId="ceb6df04-ef15-4d9b-a141-998a03559d75" providerId="ADAL" clId="{651BAC71-7343-484D-BD8F-9D1BA4F7D925}" dt="2025-07-19T11:29:52.659" v="380" actId="403"/>
          <ac:spMkLst>
            <pc:docMk/>
            <pc:sldMk cId="3222895821" sldId="445"/>
            <ac:spMk id="3" creationId="{EF89017B-4AC5-737E-F839-55EF1D61F2D0}"/>
          </ac:spMkLst>
        </pc:spChg>
        <pc:graphicFrameChg chg="add mod modGraphic">
          <ac:chgData name="Pramod Naik" userId="ceb6df04-ef15-4d9b-a141-998a03559d75" providerId="ADAL" clId="{651BAC71-7343-484D-BD8F-9D1BA4F7D925}" dt="2025-07-19T11:31:18.673" v="394" actId="207"/>
          <ac:graphicFrameMkLst>
            <pc:docMk/>
            <pc:sldMk cId="3222895821" sldId="445"/>
            <ac:graphicFrameMk id="6" creationId="{2047740B-29DB-DF67-9B54-E9F4A3FE8688}"/>
          </ac:graphicFrameMkLst>
        </pc:graphicFrameChg>
      </pc:sldChg>
      <pc:sldChg chg="addSp modSp add mod">
        <pc:chgData name="Pramod Naik" userId="ceb6df04-ef15-4d9b-a141-998a03559d75" providerId="ADAL" clId="{651BAC71-7343-484D-BD8F-9D1BA4F7D925}" dt="2025-07-19T12:02:59.909" v="650" actId="27636"/>
        <pc:sldMkLst>
          <pc:docMk/>
          <pc:sldMk cId="3637214818" sldId="446"/>
        </pc:sldMkLst>
        <pc:spChg chg="mod">
          <ac:chgData name="Pramod Naik" userId="ceb6df04-ef15-4d9b-a141-998a03559d75" providerId="ADAL" clId="{651BAC71-7343-484D-BD8F-9D1BA4F7D925}" dt="2025-07-19T12:02:59.909" v="650" actId="27636"/>
          <ac:spMkLst>
            <pc:docMk/>
            <pc:sldMk cId="3637214818" sldId="446"/>
            <ac:spMk id="3" creationId="{4A02E8BA-C5A0-0346-E60B-07DE8BD8F9A1}"/>
          </ac:spMkLst>
        </pc:spChg>
      </pc:sldChg>
      <pc:sldChg chg="modSp add mod">
        <pc:chgData name="Pramod Naik" userId="ceb6df04-ef15-4d9b-a141-998a03559d75" providerId="ADAL" clId="{651BAC71-7343-484D-BD8F-9D1BA4F7D925}" dt="2025-07-19T11:59:11.496" v="612" actId="27636"/>
        <pc:sldMkLst>
          <pc:docMk/>
          <pc:sldMk cId="3062957756" sldId="447"/>
        </pc:sldMkLst>
        <pc:spChg chg="mod">
          <ac:chgData name="Pramod Naik" userId="ceb6df04-ef15-4d9b-a141-998a03559d75" providerId="ADAL" clId="{651BAC71-7343-484D-BD8F-9D1BA4F7D925}" dt="2025-07-19T11:59:11.496" v="612" actId="27636"/>
          <ac:spMkLst>
            <pc:docMk/>
            <pc:sldMk cId="3062957756" sldId="447"/>
            <ac:spMk id="3" creationId="{B4ABC05C-C472-854F-6386-FA9C45CD01C4}"/>
          </ac:spMkLst>
        </pc:spChg>
      </pc:sldChg>
      <pc:sldChg chg="addSp modSp add mod">
        <pc:chgData name="Pramod Naik" userId="ceb6df04-ef15-4d9b-a141-998a03559d75" providerId="ADAL" clId="{651BAC71-7343-484D-BD8F-9D1BA4F7D925}" dt="2025-07-19T11:49:52.275" v="490" actId="14100"/>
        <pc:sldMkLst>
          <pc:docMk/>
          <pc:sldMk cId="1154351029" sldId="448"/>
        </pc:sldMkLst>
        <pc:spChg chg="mod">
          <ac:chgData name="Pramod Naik" userId="ceb6df04-ef15-4d9b-a141-998a03559d75" providerId="ADAL" clId="{651BAC71-7343-484D-BD8F-9D1BA4F7D925}" dt="2025-07-19T11:49:11.940" v="481" actId="12"/>
          <ac:spMkLst>
            <pc:docMk/>
            <pc:sldMk cId="1154351029" sldId="448"/>
            <ac:spMk id="3" creationId="{A81B1978-EBBC-1B8F-6AFD-7FACC4AEA239}"/>
          </ac:spMkLst>
        </pc:spChg>
        <pc:graphicFrameChg chg="add mod modGraphic">
          <ac:chgData name="Pramod Naik" userId="ceb6df04-ef15-4d9b-a141-998a03559d75" providerId="ADAL" clId="{651BAC71-7343-484D-BD8F-9D1BA4F7D925}" dt="2025-07-19T11:49:52.275" v="490" actId="14100"/>
          <ac:graphicFrameMkLst>
            <pc:docMk/>
            <pc:sldMk cId="1154351029" sldId="448"/>
            <ac:graphicFrameMk id="2" creationId="{423F7319-CC29-E9EB-FB2F-ED164CCABD7D}"/>
          </ac:graphicFrameMkLst>
        </pc:graphicFrameChg>
      </pc:sldChg>
      <pc:sldChg chg="modSp add mod">
        <pc:chgData name="Pramod Naik" userId="ceb6df04-ef15-4d9b-a141-998a03559d75" providerId="ADAL" clId="{651BAC71-7343-484D-BD8F-9D1BA4F7D925}" dt="2025-07-19T11:52:41.787" v="558" actId="403"/>
        <pc:sldMkLst>
          <pc:docMk/>
          <pc:sldMk cId="1358195369" sldId="449"/>
        </pc:sldMkLst>
        <pc:spChg chg="mod">
          <ac:chgData name="Pramod Naik" userId="ceb6df04-ef15-4d9b-a141-998a03559d75" providerId="ADAL" clId="{651BAC71-7343-484D-BD8F-9D1BA4F7D925}" dt="2025-07-19T11:52:41.787" v="558" actId="403"/>
          <ac:spMkLst>
            <pc:docMk/>
            <pc:sldMk cId="1358195369" sldId="449"/>
            <ac:spMk id="3" creationId="{38D06164-AFCF-38B6-3467-97D70DCA9AC9}"/>
          </ac:spMkLst>
        </pc:spChg>
      </pc:sldChg>
      <pc:sldChg chg="delSp modSp new mod">
        <pc:chgData name="Pramod Naik" userId="ceb6df04-ef15-4d9b-a141-998a03559d75" providerId="ADAL" clId="{651BAC71-7343-484D-BD8F-9D1BA4F7D925}" dt="2025-07-19T11:53:27.209" v="580" actId="20577"/>
        <pc:sldMkLst>
          <pc:docMk/>
          <pc:sldMk cId="3866971712" sldId="450"/>
        </pc:sldMkLst>
        <pc:spChg chg="mod">
          <ac:chgData name="Pramod Naik" userId="ceb6df04-ef15-4d9b-a141-998a03559d75" providerId="ADAL" clId="{651BAC71-7343-484D-BD8F-9D1BA4F7D925}" dt="2025-07-19T11:53:27.209" v="580" actId="20577"/>
          <ac:spMkLst>
            <pc:docMk/>
            <pc:sldMk cId="3866971712" sldId="450"/>
            <ac:spMk id="3" creationId="{166A3349-F54F-276E-5E17-8602E845AEF1}"/>
          </ac:spMkLst>
        </pc:spChg>
      </pc:sldChg>
      <pc:sldChg chg="addSp delSp modSp add mod">
        <pc:chgData name="Pramod Naik" userId="ceb6df04-ef15-4d9b-a141-998a03559d75" providerId="ADAL" clId="{651BAC71-7343-484D-BD8F-9D1BA4F7D925}" dt="2025-07-19T11:55:42.212" v="608" actId="5793"/>
        <pc:sldMkLst>
          <pc:docMk/>
          <pc:sldMk cId="3718289603" sldId="451"/>
        </pc:sldMkLst>
        <pc:spChg chg="add del mod">
          <ac:chgData name="Pramod Naik" userId="ceb6df04-ef15-4d9b-a141-998a03559d75" providerId="ADAL" clId="{651BAC71-7343-484D-BD8F-9D1BA4F7D925}" dt="2025-07-19T11:55:42.212" v="608" actId="5793"/>
          <ac:spMkLst>
            <pc:docMk/>
            <pc:sldMk cId="3718289603" sldId="451"/>
            <ac:spMk id="3" creationId="{FD9D3F7B-0C83-2BC0-B313-7CB64827BE0E}"/>
          </ac:spMkLst>
        </pc:spChg>
      </pc:sldChg>
      <pc:sldChg chg="addSp modSp add mod">
        <pc:chgData name="Pramod Naik" userId="ceb6df04-ef15-4d9b-a141-998a03559d75" providerId="ADAL" clId="{651BAC71-7343-484D-BD8F-9D1BA4F7D925}" dt="2025-07-19T12:05:37.827" v="678" actId="6549"/>
        <pc:sldMkLst>
          <pc:docMk/>
          <pc:sldMk cId="2722021082" sldId="452"/>
        </pc:sldMkLst>
        <pc:spChg chg="mod">
          <ac:chgData name="Pramod Naik" userId="ceb6df04-ef15-4d9b-a141-998a03559d75" providerId="ADAL" clId="{651BAC71-7343-484D-BD8F-9D1BA4F7D925}" dt="2025-07-19T12:05:37.827" v="678" actId="6549"/>
          <ac:spMkLst>
            <pc:docMk/>
            <pc:sldMk cId="2722021082" sldId="452"/>
            <ac:spMk id="3" creationId="{3B613BFD-3661-64BE-8467-157553A50E4C}"/>
          </ac:spMkLst>
        </pc:spChg>
      </pc:sldChg>
      <pc:sldChg chg="modSp add mod">
        <pc:chgData name="Pramod Naik" userId="ceb6df04-ef15-4d9b-a141-998a03559d75" providerId="ADAL" clId="{651BAC71-7343-484D-BD8F-9D1BA4F7D925}" dt="2025-07-26T13:48:19.081" v="722" actId="20577"/>
        <pc:sldMkLst>
          <pc:docMk/>
          <pc:sldMk cId="2129997935" sldId="453"/>
        </pc:sldMkLst>
        <pc:spChg chg="mod">
          <ac:chgData name="Pramod Naik" userId="ceb6df04-ef15-4d9b-a141-998a03559d75" providerId="ADAL" clId="{651BAC71-7343-484D-BD8F-9D1BA4F7D925}" dt="2025-07-26T13:48:19.081" v="722" actId="20577"/>
          <ac:spMkLst>
            <pc:docMk/>
            <pc:sldMk cId="2129997935" sldId="453"/>
            <ac:spMk id="3" creationId="{43697421-A3A8-4407-F730-4C66F4982E30}"/>
          </ac:spMkLst>
        </pc:spChg>
      </pc:sldChg>
      <pc:sldChg chg="modSp add mod">
        <pc:chgData name="Pramod Naik" userId="ceb6df04-ef15-4d9b-a141-998a03559d75" providerId="ADAL" clId="{651BAC71-7343-484D-BD8F-9D1BA4F7D925}" dt="2025-07-19T12:06:39.034" v="683" actId="6549"/>
        <pc:sldMkLst>
          <pc:docMk/>
          <pc:sldMk cId="2520928680" sldId="454"/>
        </pc:sldMkLst>
        <pc:spChg chg="mod">
          <ac:chgData name="Pramod Naik" userId="ceb6df04-ef15-4d9b-a141-998a03559d75" providerId="ADAL" clId="{651BAC71-7343-484D-BD8F-9D1BA4F7D925}" dt="2025-07-19T12:06:39.034" v="683" actId="6549"/>
          <ac:spMkLst>
            <pc:docMk/>
            <pc:sldMk cId="2520928680" sldId="454"/>
            <ac:spMk id="3" creationId="{6A645820-AF18-089D-E91C-BBE5342EADFC}"/>
          </ac:spMkLst>
        </pc:spChg>
      </pc:sldChg>
      <pc:sldChg chg="addSp modSp add mod">
        <pc:chgData name="Pramod Naik" userId="ceb6df04-ef15-4d9b-a141-998a03559d75" providerId="ADAL" clId="{651BAC71-7343-484D-BD8F-9D1BA4F7D925}" dt="2025-07-19T12:07:26.836" v="698" actId="403"/>
        <pc:sldMkLst>
          <pc:docMk/>
          <pc:sldMk cId="3536964367" sldId="455"/>
        </pc:sldMkLst>
        <pc:spChg chg="mod">
          <ac:chgData name="Pramod Naik" userId="ceb6df04-ef15-4d9b-a141-998a03559d75" providerId="ADAL" clId="{651BAC71-7343-484D-BD8F-9D1BA4F7D925}" dt="2025-07-19T12:07:14.505" v="691" actId="403"/>
          <ac:spMkLst>
            <pc:docMk/>
            <pc:sldMk cId="3536964367" sldId="455"/>
            <ac:spMk id="3" creationId="{0BE1F914-87FF-5C9B-EB52-C7DD6E42876D}"/>
          </ac:spMkLst>
        </pc:spChg>
        <pc:graphicFrameChg chg="add mod modGraphic">
          <ac:chgData name="Pramod Naik" userId="ceb6df04-ef15-4d9b-a141-998a03559d75" providerId="ADAL" clId="{651BAC71-7343-484D-BD8F-9D1BA4F7D925}" dt="2025-07-19T12:07:26.836" v="698" actId="403"/>
          <ac:graphicFrameMkLst>
            <pc:docMk/>
            <pc:sldMk cId="3536964367" sldId="455"/>
            <ac:graphicFrameMk id="2" creationId="{F71A05C1-A51D-42D5-65DB-CB7504104F35}"/>
          </ac:graphicFrameMkLst>
        </pc:graphicFrameChg>
      </pc:sldChg>
      <pc:sldChg chg="delSp modSp new mod">
        <pc:chgData name="Pramod Naik" userId="ceb6df04-ef15-4d9b-a141-998a03559d75" providerId="ADAL" clId="{651BAC71-7343-484D-BD8F-9D1BA4F7D925}" dt="2025-07-19T12:08:06.907" v="714" actId="403"/>
        <pc:sldMkLst>
          <pc:docMk/>
          <pc:sldMk cId="3379659045" sldId="456"/>
        </pc:sldMkLst>
        <pc:spChg chg="mod">
          <ac:chgData name="Pramod Naik" userId="ceb6df04-ef15-4d9b-a141-998a03559d75" providerId="ADAL" clId="{651BAC71-7343-484D-BD8F-9D1BA4F7D925}" dt="2025-07-19T12:08:06.907" v="714" actId="403"/>
          <ac:spMkLst>
            <pc:docMk/>
            <pc:sldMk cId="3379659045" sldId="456"/>
            <ac:spMk id="3" creationId="{871D2590-4E87-DEAA-3A1E-4128875D8F79}"/>
          </ac:spMkLst>
        </pc:spChg>
      </pc:sldChg>
      <pc:sldChg chg="modSp add mod">
        <pc:chgData name="Pramod Naik" userId="ceb6df04-ef15-4d9b-a141-998a03559d75" providerId="ADAL" clId="{651BAC71-7343-484D-BD8F-9D1BA4F7D925}" dt="2025-07-26T14:05:11.084" v="891" actId="14100"/>
        <pc:sldMkLst>
          <pc:docMk/>
          <pc:sldMk cId="2621460673" sldId="457"/>
        </pc:sldMkLst>
        <pc:spChg chg="mod">
          <ac:chgData name="Pramod Naik" userId="ceb6df04-ef15-4d9b-a141-998a03559d75" providerId="ADAL" clId="{651BAC71-7343-484D-BD8F-9D1BA4F7D925}" dt="2025-07-26T14:05:11.084" v="891" actId="14100"/>
          <ac:spMkLst>
            <pc:docMk/>
            <pc:sldMk cId="2621460673" sldId="457"/>
            <ac:spMk id="3" creationId="{6E30E437-6AA9-0635-D124-62473039BBF5}"/>
          </ac:spMkLst>
        </pc:spChg>
      </pc:sldChg>
      <pc:sldChg chg="modSp add mod">
        <pc:chgData name="Pramod Naik" userId="ceb6df04-ef15-4d9b-a141-998a03559d75" providerId="ADAL" clId="{651BAC71-7343-484D-BD8F-9D1BA4F7D925}" dt="2025-07-26T14:06:18.115" v="904" actId="207"/>
        <pc:sldMkLst>
          <pc:docMk/>
          <pc:sldMk cId="1291788486" sldId="458"/>
        </pc:sldMkLst>
        <pc:spChg chg="mod">
          <ac:chgData name="Pramod Naik" userId="ceb6df04-ef15-4d9b-a141-998a03559d75" providerId="ADAL" clId="{651BAC71-7343-484D-BD8F-9D1BA4F7D925}" dt="2025-07-26T14:06:18.115" v="904" actId="207"/>
          <ac:spMkLst>
            <pc:docMk/>
            <pc:sldMk cId="1291788486" sldId="458"/>
            <ac:spMk id="3" creationId="{40AFCC03-BED4-5A78-A0B3-1D3C6B5BE552}"/>
          </ac:spMkLst>
        </pc:spChg>
      </pc:sldChg>
      <pc:sldChg chg="addSp modSp add mod">
        <pc:chgData name="Pramod Naik" userId="ceb6df04-ef15-4d9b-a141-998a03559d75" providerId="ADAL" clId="{651BAC71-7343-484D-BD8F-9D1BA4F7D925}" dt="2025-07-26T14:24:11.064" v="1146" actId="403"/>
        <pc:sldMkLst>
          <pc:docMk/>
          <pc:sldMk cId="1732385389" sldId="459"/>
        </pc:sldMkLst>
        <pc:spChg chg="add">
          <ac:chgData name="Pramod Naik" userId="ceb6df04-ef15-4d9b-a141-998a03559d75" providerId="ADAL" clId="{651BAC71-7343-484D-BD8F-9D1BA4F7D925}" dt="2025-07-26T14:23:04.504" v="1114"/>
          <ac:spMkLst>
            <pc:docMk/>
            <pc:sldMk cId="1732385389" sldId="459"/>
            <ac:spMk id="2" creationId="{526E87E3-9B3F-B6CE-E4F5-E0EE9681E8D5}"/>
          </ac:spMkLst>
        </pc:spChg>
        <pc:spChg chg="mod">
          <ac:chgData name="Pramod Naik" userId="ceb6df04-ef15-4d9b-a141-998a03559d75" providerId="ADAL" clId="{651BAC71-7343-484D-BD8F-9D1BA4F7D925}" dt="2025-07-26T14:23:42.134" v="1138" actId="404"/>
          <ac:spMkLst>
            <pc:docMk/>
            <pc:sldMk cId="1732385389" sldId="459"/>
            <ac:spMk id="3" creationId="{A8FCD941-E122-8226-F9B6-9C8C5555C00E}"/>
          </ac:spMkLst>
        </pc:spChg>
        <pc:spChg chg="add">
          <ac:chgData name="Pramod Naik" userId="ceb6df04-ef15-4d9b-a141-998a03559d75" providerId="ADAL" clId="{651BAC71-7343-484D-BD8F-9D1BA4F7D925}" dt="2025-07-26T14:23:04.504" v="1114"/>
          <ac:spMkLst>
            <pc:docMk/>
            <pc:sldMk cId="1732385389" sldId="459"/>
            <ac:spMk id="4" creationId="{31A8BFB7-B2AA-4209-3493-C0771AED2359}"/>
          </ac:spMkLst>
        </pc:spChg>
        <pc:spChg chg="add">
          <ac:chgData name="Pramod Naik" userId="ceb6df04-ef15-4d9b-a141-998a03559d75" providerId="ADAL" clId="{651BAC71-7343-484D-BD8F-9D1BA4F7D925}" dt="2025-07-26T14:23:04.504" v="1114"/>
          <ac:spMkLst>
            <pc:docMk/>
            <pc:sldMk cId="1732385389" sldId="459"/>
            <ac:spMk id="5" creationId="{97C995B1-F54D-3B9C-C26F-72C2E6555E9C}"/>
          </ac:spMkLst>
        </pc:spChg>
        <pc:graphicFrameChg chg="add mod modGraphic">
          <ac:chgData name="Pramod Naik" userId="ceb6df04-ef15-4d9b-a141-998a03559d75" providerId="ADAL" clId="{651BAC71-7343-484D-BD8F-9D1BA4F7D925}" dt="2025-07-26T14:24:11.064" v="1146" actId="403"/>
          <ac:graphicFrameMkLst>
            <pc:docMk/>
            <pc:sldMk cId="1732385389" sldId="459"/>
            <ac:graphicFrameMk id="6" creationId="{4089D4E2-F00B-99FE-A14E-D6A0BD5572FC}"/>
          </ac:graphicFrameMkLst>
        </pc:graphicFrameChg>
      </pc:sldChg>
      <pc:sldChg chg="addSp modSp add mod">
        <pc:chgData name="Pramod Naik" userId="ceb6df04-ef15-4d9b-a141-998a03559d75" providerId="ADAL" clId="{651BAC71-7343-484D-BD8F-9D1BA4F7D925}" dt="2025-07-26T14:27:14.389" v="1168" actId="207"/>
        <pc:sldMkLst>
          <pc:docMk/>
          <pc:sldMk cId="1052013540" sldId="460"/>
        </pc:sldMkLst>
        <pc:spChg chg="mod">
          <ac:chgData name="Pramod Naik" userId="ceb6df04-ef15-4d9b-a141-998a03559d75" providerId="ADAL" clId="{651BAC71-7343-484D-BD8F-9D1BA4F7D925}" dt="2025-07-26T14:27:14.389" v="1168" actId="207"/>
          <ac:spMkLst>
            <pc:docMk/>
            <pc:sldMk cId="1052013540" sldId="460"/>
            <ac:spMk id="3" creationId="{AB767852-AFE1-D781-CDCE-015EEE2B4730}"/>
          </ac:spMkLst>
        </pc:spChg>
        <pc:spChg chg="add">
          <ac:chgData name="Pramod Naik" userId="ceb6df04-ef15-4d9b-a141-998a03559d75" providerId="ADAL" clId="{651BAC71-7343-484D-BD8F-9D1BA4F7D925}" dt="2025-07-26T14:26:33.881" v="1156"/>
          <ac:spMkLst>
            <pc:docMk/>
            <pc:sldMk cId="1052013540" sldId="460"/>
            <ac:spMk id="5" creationId="{521DD92C-7220-178B-FD11-0B2109AC62FF}"/>
          </ac:spMkLst>
        </pc:spChg>
        <pc:picChg chg="add mod">
          <ac:chgData name="Pramod Naik" userId="ceb6df04-ef15-4d9b-a141-998a03559d75" providerId="ADAL" clId="{651BAC71-7343-484D-BD8F-9D1BA4F7D925}" dt="2025-07-26T14:26:54.971" v="1162" actId="1076"/>
          <ac:picMkLst>
            <pc:docMk/>
            <pc:sldMk cId="1052013540" sldId="460"/>
            <ac:picMk id="4" creationId="{E98B3C50-8A96-6F52-75B3-32293E15AD6D}"/>
          </ac:picMkLst>
        </pc:picChg>
      </pc:sldChg>
      <pc:sldChg chg="modSp add mod ord">
        <pc:chgData name="Pramod Naik" userId="ceb6df04-ef15-4d9b-a141-998a03559d75" providerId="ADAL" clId="{651BAC71-7343-484D-BD8F-9D1BA4F7D925}" dt="2025-07-26T14:33:40.640" v="1202" actId="404"/>
        <pc:sldMkLst>
          <pc:docMk/>
          <pc:sldMk cId="980298274" sldId="461"/>
        </pc:sldMkLst>
        <pc:spChg chg="mod">
          <ac:chgData name="Pramod Naik" userId="ceb6df04-ef15-4d9b-a141-998a03559d75" providerId="ADAL" clId="{651BAC71-7343-484D-BD8F-9D1BA4F7D925}" dt="2025-07-26T14:33:40.640" v="1202" actId="404"/>
          <ac:spMkLst>
            <pc:docMk/>
            <pc:sldMk cId="980298274" sldId="461"/>
            <ac:spMk id="3" creationId="{3FCAD18F-B898-57AF-52B9-E71EB84D5327}"/>
          </ac:spMkLst>
        </pc:spChg>
      </pc:sldChg>
      <pc:sldChg chg="addSp modSp add mod">
        <pc:chgData name="Pramod Naik" userId="ceb6df04-ef15-4d9b-a141-998a03559d75" providerId="ADAL" clId="{651BAC71-7343-484D-BD8F-9D1BA4F7D925}" dt="2025-07-26T14:15:15.032" v="1083"/>
        <pc:sldMkLst>
          <pc:docMk/>
          <pc:sldMk cId="3001421746" sldId="462"/>
        </pc:sldMkLst>
        <pc:spChg chg="add">
          <ac:chgData name="Pramod Naik" userId="ceb6df04-ef15-4d9b-a141-998a03559d75" providerId="ADAL" clId="{651BAC71-7343-484D-BD8F-9D1BA4F7D925}" dt="2025-07-26T14:12:49.239" v="937"/>
          <ac:spMkLst>
            <pc:docMk/>
            <pc:sldMk cId="3001421746" sldId="462"/>
            <ac:spMk id="2" creationId="{4F7335AA-A6C6-7F88-3D87-AABC897DF654}"/>
          </ac:spMkLst>
        </pc:spChg>
        <pc:spChg chg="mod">
          <ac:chgData name="Pramod Naik" userId="ceb6df04-ef15-4d9b-a141-998a03559d75" providerId="ADAL" clId="{651BAC71-7343-484D-BD8F-9D1BA4F7D925}" dt="2025-07-26T14:15:15.032" v="1083"/>
          <ac:spMkLst>
            <pc:docMk/>
            <pc:sldMk cId="3001421746" sldId="462"/>
            <ac:spMk id="3" creationId="{DBA2CE4B-7356-F1BC-8070-BACA11E2AE2E}"/>
          </ac:spMkLst>
        </pc:spChg>
        <pc:spChg chg="add">
          <ac:chgData name="Pramod Naik" userId="ceb6df04-ef15-4d9b-a141-998a03559d75" providerId="ADAL" clId="{651BAC71-7343-484D-BD8F-9D1BA4F7D925}" dt="2025-07-26T14:12:49.239" v="937"/>
          <ac:spMkLst>
            <pc:docMk/>
            <pc:sldMk cId="3001421746" sldId="462"/>
            <ac:spMk id="4" creationId="{27022F6E-5D51-9916-DD5E-529394F0260E}"/>
          </ac:spMkLst>
        </pc:spChg>
        <pc:spChg chg="add">
          <ac:chgData name="Pramod Naik" userId="ceb6df04-ef15-4d9b-a141-998a03559d75" providerId="ADAL" clId="{651BAC71-7343-484D-BD8F-9D1BA4F7D925}" dt="2025-07-26T14:12:49.239" v="937"/>
          <ac:spMkLst>
            <pc:docMk/>
            <pc:sldMk cId="3001421746" sldId="462"/>
            <ac:spMk id="5" creationId="{1242B2F8-2C01-BE46-8CD1-A2BECCF82B2B}"/>
          </ac:spMkLst>
        </pc:spChg>
        <pc:graphicFrameChg chg="add mod modGraphic">
          <ac:chgData name="Pramod Naik" userId="ceb6df04-ef15-4d9b-a141-998a03559d75" providerId="ADAL" clId="{651BAC71-7343-484D-BD8F-9D1BA4F7D925}" dt="2025-07-26T14:15:01.047" v="1067" actId="1076"/>
          <ac:graphicFrameMkLst>
            <pc:docMk/>
            <pc:sldMk cId="3001421746" sldId="462"/>
            <ac:graphicFrameMk id="6" creationId="{2B95F75B-2179-4DDB-88FF-8930264731EB}"/>
          </ac:graphicFrameMkLst>
        </pc:graphicFrameChg>
      </pc:sldChg>
      <pc:sldChg chg="addSp delSp modSp add mod setBg">
        <pc:chgData name="Pramod Naik" userId="ceb6df04-ef15-4d9b-a141-998a03559d75" providerId="ADAL" clId="{651BAC71-7343-484D-BD8F-9D1BA4F7D925}" dt="2025-07-26T14:19:25.487" v="1111" actId="27636"/>
        <pc:sldMkLst>
          <pc:docMk/>
          <pc:sldMk cId="1623994993" sldId="463"/>
        </pc:sldMkLst>
        <pc:spChg chg="mod">
          <ac:chgData name="Pramod Naik" userId="ceb6df04-ef15-4d9b-a141-998a03559d75" providerId="ADAL" clId="{651BAC71-7343-484D-BD8F-9D1BA4F7D925}" dt="2025-07-26T14:19:25.487" v="1111" actId="27636"/>
          <ac:spMkLst>
            <pc:docMk/>
            <pc:sldMk cId="1623994993" sldId="463"/>
            <ac:spMk id="3" creationId="{44FCEF53-22ED-BA5D-D809-895FC80982E5}"/>
          </ac:spMkLst>
        </pc:spChg>
        <pc:spChg chg="add del">
          <ac:chgData name="Pramod Naik" userId="ceb6df04-ef15-4d9b-a141-998a03559d75" providerId="ADAL" clId="{651BAC71-7343-484D-BD8F-9D1BA4F7D925}" dt="2025-07-26T14:18:18.135" v="1087" actId="26606"/>
          <ac:spMkLst>
            <pc:docMk/>
            <pc:sldMk cId="1623994993" sldId="463"/>
            <ac:spMk id="9" creationId="{4F8E18AC-903E-4B46-8CC0-FE20E612CE37}"/>
          </ac:spMkLst>
        </pc:spChg>
        <pc:spChg chg="add del">
          <ac:chgData name="Pramod Naik" userId="ceb6df04-ef15-4d9b-a141-998a03559d75" providerId="ADAL" clId="{651BAC71-7343-484D-BD8F-9D1BA4F7D925}" dt="2025-07-26T14:18:18.135" v="1087" actId="26606"/>
          <ac:spMkLst>
            <pc:docMk/>
            <pc:sldMk cId="1623994993" sldId="463"/>
            <ac:spMk id="11" creationId="{3DEE38FB-0763-470C-8A5E-44456B5130D7}"/>
          </ac:spMkLst>
        </pc:spChg>
        <pc:spChg chg="add del">
          <ac:chgData name="Pramod Naik" userId="ceb6df04-ef15-4d9b-a141-998a03559d75" providerId="ADAL" clId="{651BAC71-7343-484D-BD8F-9D1BA4F7D925}" dt="2025-07-26T14:18:18.135" v="1087" actId="26606"/>
          <ac:spMkLst>
            <pc:docMk/>
            <pc:sldMk cId="1623994993" sldId="463"/>
            <ac:spMk id="13" creationId="{F1D6E6C0-11C7-4A38-BD12-80741960B53C}"/>
          </ac:spMkLst>
        </pc:spChg>
        <pc:spChg chg="add del">
          <ac:chgData name="Pramod Naik" userId="ceb6df04-ef15-4d9b-a141-998a03559d75" providerId="ADAL" clId="{651BAC71-7343-484D-BD8F-9D1BA4F7D925}" dt="2025-07-26T14:18:18.876" v="1089" actId="26606"/>
          <ac:spMkLst>
            <pc:docMk/>
            <pc:sldMk cId="1623994993" sldId="463"/>
            <ac:spMk id="25" creationId="{8427DF8B-AF40-4916-BF81-7B4B1D6A063D}"/>
          </ac:spMkLst>
        </pc:spChg>
        <pc:spChg chg="add del">
          <ac:chgData name="Pramod Naik" userId="ceb6df04-ef15-4d9b-a141-998a03559d75" providerId="ADAL" clId="{651BAC71-7343-484D-BD8F-9D1BA4F7D925}" dt="2025-07-26T14:18:18.876" v="1089" actId="26606"/>
          <ac:spMkLst>
            <pc:docMk/>
            <pc:sldMk cId="1623994993" sldId="463"/>
            <ac:spMk id="26" creationId="{6AE0E191-47BD-46BD-846E-E994713F2C91}"/>
          </ac:spMkLst>
        </pc:spChg>
        <pc:spChg chg="add del">
          <ac:chgData name="Pramod Naik" userId="ceb6df04-ef15-4d9b-a141-998a03559d75" providerId="ADAL" clId="{651BAC71-7343-484D-BD8F-9D1BA4F7D925}" dt="2025-07-26T14:18:18.876" v="1089" actId="26606"/>
          <ac:spMkLst>
            <pc:docMk/>
            <pc:sldMk cId="1623994993" sldId="463"/>
            <ac:spMk id="27" creationId="{D60DC0FE-B192-4898-9A42-DD3CA1061184}"/>
          </ac:spMkLst>
        </pc:spChg>
        <pc:spChg chg="add">
          <ac:chgData name="Pramod Naik" userId="ceb6df04-ef15-4d9b-a141-998a03559d75" providerId="ADAL" clId="{651BAC71-7343-484D-BD8F-9D1BA4F7D925}" dt="2025-07-26T14:18:18.881" v="1090" actId="26606"/>
          <ac:spMkLst>
            <pc:docMk/>
            <pc:sldMk cId="1623994993" sldId="463"/>
            <ac:spMk id="35" creationId="{4F8E18AC-903E-4B46-8CC0-FE20E612CE37}"/>
          </ac:spMkLst>
        </pc:spChg>
        <pc:spChg chg="add">
          <ac:chgData name="Pramod Naik" userId="ceb6df04-ef15-4d9b-a141-998a03559d75" providerId="ADAL" clId="{651BAC71-7343-484D-BD8F-9D1BA4F7D925}" dt="2025-07-26T14:18:18.881" v="1090" actId="26606"/>
          <ac:spMkLst>
            <pc:docMk/>
            <pc:sldMk cId="1623994993" sldId="463"/>
            <ac:spMk id="36" creationId="{3DEE38FB-0763-470C-8A5E-44456B5130D7}"/>
          </ac:spMkLst>
        </pc:spChg>
        <pc:spChg chg="add">
          <ac:chgData name="Pramod Naik" userId="ceb6df04-ef15-4d9b-a141-998a03559d75" providerId="ADAL" clId="{651BAC71-7343-484D-BD8F-9D1BA4F7D925}" dt="2025-07-26T14:18:18.881" v="1090" actId="26606"/>
          <ac:spMkLst>
            <pc:docMk/>
            <pc:sldMk cId="1623994993" sldId="463"/>
            <ac:spMk id="37" creationId="{F1D6E6C0-11C7-4A38-BD12-80741960B53C}"/>
          </ac:spMkLst>
        </pc:spChg>
        <pc:grpChg chg="add del">
          <ac:chgData name="Pramod Naik" userId="ceb6df04-ef15-4d9b-a141-998a03559d75" providerId="ADAL" clId="{651BAC71-7343-484D-BD8F-9D1BA4F7D925}" dt="2025-07-26T14:18:18.135" v="1087" actId="26606"/>
          <ac:grpSpMkLst>
            <pc:docMk/>
            <pc:sldMk cId="1623994993" sldId="463"/>
            <ac:grpSpMk id="15" creationId="{2B16E781-E64A-4007-B0F1-5A50135A4276}"/>
          </ac:grpSpMkLst>
        </pc:grpChg>
        <pc:grpChg chg="add del">
          <ac:chgData name="Pramod Naik" userId="ceb6df04-ef15-4d9b-a141-998a03559d75" providerId="ADAL" clId="{651BAC71-7343-484D-BD8F-9D1BA4F7D925}" dt="2025-07-26T14:18:18.876" v="1089" actId="26606"/>
          <ac:grpSpMkLst>
            <pc:docMk/>
            <pc:sldMk cId="1623994993" sldId="463"/>
            <ac:grpSpMk id="28" creationId="{47154ABD-A760-4C29-A394-422706C2C032}"/>
          </ac:grpSpMkLst>
        </pc:grpChg>
        <pc:grpChg chg="add">
          <ac:chgData name="Pramod Naik" userId="ceb6df04-ef15-4d9b-a141-998a03559d75" providerId="ADAL" clId="{651BAC71-7343-484D-BD8F-9D1BA4F7D925}" dt="2025-07-26T14:18:18.881" v="1090" actId="26606"/>
          <ac:grpSpMkLst>
            <pc:docMk/>
            <pc:sldMk cId="1623994993" sldId="463"/>
            <ac:grpSpMk id="38" creationId="{2B16E781-E64A-4007-B0F1-5A50135A4276}"/>
          </ac:grpSpMkLst>
        </pc:grpChg>
        <pc:picChg chg="add mod">
          <ac:chgData name="Pramod Naik" userId="ceb6df04-ef15-4d9b-a141-998a03559d75" providerId="ADAL" clId="{651BAC71-7343-484D-BD8F-9D1BA4F7D925}" dt="2025-07-26T14:18:29.403" v="1092" actId="27614"/>
          <ac:picMkLst>
            <pc:docMk/>
            <pc:sldMk cId="1623994993" sldId="463"/>
            <ac:picMk id="4" creationId="{3F1C134A-14D5-982B-A0A0-8C1549BD8C04}"/>
          </ac:picMkLst>
        </pc:picChg>
      </pc:sldChg>
      <pc:sldChg chg="addSp delSp modSp new mod setBg">
        <pc:chgData name="Pramod Naik" userId="ceb6df04-ef15-4d9b-a141-998a03559d75" providerId="ADAL" clId="{651BAC71-7343-484D-BD8F-9D1BA4F7D925}" dt="2025-07-26T14:00:37.130" v="857" actId="207"/>
        <pc:sldMkLst>
          <pc:docMk/>
          <pc:sldMk cId="965580324" sldId="464"/>
        </pc:sldMkLst>
        <pc:spChg chg="del">
          <ac:chgData name="Pramod Naik" userId="ceb6df04-ef15-4d9b-a141-998a03559d75" providerId="ADAL" clId="{651BAC71-7343-484D-BD8F-9D1BA4F7D925}" dt="2025-07-26T13:54:45.487" v="766" actId="478"/>
          <ac:spMkLst>
            <pc:docMk/>
            <pc:sldMk cId="965580324" sldId="464"/>
            <ac:spMk id="2" creationId="{4591A287-6502-793F-4972-CA0056016C80}"/>
          </ac:spMkLst>
        </pc:spChg>
        <pc:spChg chg="mod">
          <ac:chgData name="Pramod Naik" userId="ceb6df04-ef15-4d9b-a141-998a03559d75" providerId="ADAL" clId="{651BAC71-7343-484D-BD8F-9D1BA4F7D925}" dt="2025-07-26T14:00:37.130" v="857" actId="207"/>
          <ac:spMkLst>
            <pc:docMk/>
            <pc:sldMk cId="965580324" sldId="464"/>
            <ac:spMk id="3" creationId="{2E828F99-300F-2093-4EA7-5435B9E042B0}"/>
          </ac:spMkLst>
        </pc:spChg>
        <pc:spChg chg="add del">
          <ac:chgData name="Pramod Naik" userId="ceb6df04-ef15-4d9b-a141-998a03559d75" providerId="ADAL" clId="{651BAC71-7343-484D-BD8F-9D1BA4F7D925}" dt="2025-07-26T13:56:30.172" v="799" actId="26606"/>
          <ac:spMkLst>
            <pc:docMk/>
            <pc:sldMk cId="965580324" sldId="464"/>
            <ac:spMk id="1034" creationId="{4F8E18AC-903E-4B46-8CC0-FE20E612CE37}"/>
          </ac:spMkLst>
        </pc:spChg>
        <pc:spChg chg="add del">
          <ac:chgData name="Pramod Naik" userId="ceb6df04-ef15-4d9b-a141-998a03559d75" providerId="ADAL" clId="{651BAC71-7343-484D-BD8F-9D1BA4F7D925}" dt="2025-07-26T13:56:30.172" v="799" actId="26606"/>
          <ac:spMkLst>
            <pc:docMk/>
            <pc:sldMk cId="965580324" sldId="464"/>
            <ac:spMk id="1036" creationId="{3DEE38FB-0763-470C-8A5E-44456B5130D7}"/>
          </ac:spMkLst>
        </pc:spChg>
        <pc:spChg chg="add del">
          <ac:chgData name="Pramod Naik" userId="ceb6df04-ef15-4d9b-a141-998a03559d75" providerId="ADAL" clId="{651BAC71-7343-484D-BD8F-9D1BA4F7D925}" dt="2025-07-26T13:56:30.172" v="799" actId="26606"/>
          <ac:spMkLst>
            <pc:docMk/>
            <pc:sldMk cId="965580324" sldId="464"/>
            <ac:spMk id="1038" creationId="{F1D6E6C0-11C7-4A38-BD12-80741960B53C}"/>
          </ac:spMkLst>
        </pc:spChg>
        <pc:grpChg chg="add del">
          <ac:chgData name="Pramod Naik" userId="ceb6df04-ef15-4d9b-a141-998a03559d75" providerId="ADAL" clId="{651BAC71-7343-484D-BD8F-9D1BA4F7D925}" dt="2025-07-26T13:56:30.172" v="799" actId="26606"/>
          <ac:grpSpMkLst>
            <pc:docMk/>
            <pc:sldMk cId="965580324" sldId="464"/>
            <ac:grpSpMk id="1040" creationId="{2B16E781-E64A-4007-B0F1-5A50135A4276}"/>
          </ac:grpSpMkLst>
        </pc:grpChg>
        <pc:picChg chg="add mod">
          <ac:chgData name="Pramod Naik" userId="ceb6df04-ef15-4d9b-a141-998a03559d75" providerId="ADAL" clId="{651BAC71-7343-484D-BD8F-9D1BA4F7D925}" dt="2025-07-26T13:56:38.226" v="802" actId="1076"/>
          <ac:picMkLst>
            <pc:docMk/>
            <pc:sldMk cId="965580324" sldId="464"/>
            <ac:picMk id="1029" creationId="{1453DF99-D4E8-29D6-5DB9-CAFEBC1FAE60}"/>
          </ac:picMkLst>
        </pc:picChg>
      </pc:sldChg>
      <pc:sldChg chg="modSp add mod">
        <pc:chgData name="Pramod Naik" userId="ceb6df04-ef15-4d9b-a141-998a03559d75" providerId="ADAL" clId="{651BAC71-7343-484D-BD8F-9D1BA4F7D925}" dt="2025-07-26T14:10:15.141" v="907" actId="255"/>
        <pc:sldMkLst>
          <pc:docMk/>
          <pc:sldMk cId="2728091263" sldId="465"/>
        </pc:sldMkLst>
        <pc:spChg chg="mod">
          <ac:chgData name="Pramod Naik" userId="ceb6df04-ef15-4d9b-a141-998a03559d75" providerId="ADAL" clId="{651BAC71-7343-484D-BD8F-9D1BA4F7D925}" dt="2025-07-26T14:10:15.141" v="907" actId="255"/>
          <ac:spMkLst>
            <pc:docMk/>
            <pc:sldMk cId="2728091263" sldId="465"/>
            <ac:spMk id="5" creationId="{18861E9A-8B72-7EC4-1875-5051F0DAB5DD}"/>
          </ac:spMkLst>
        </pc:spChg>
      </pc:sldChg>
      <pc:sldChg chg="modSp add mod">
        <pc:chgData name="Pramod Naik" userId="ceb6df04-ef15-4d9b-a141-998a03559d75" providerId="ADAL" clId="{651BAC71-7343-484D-BD8F-9D1BA4F7D925}" dt="2025-07-26T14:11:43.614" v="936" actId="207"/>
        <pc:sldMkLst>
          <pc:docMk/>
          <pc:sldMk cId="4233632200" sldId="466"/>
        </pc:sldMkLst>
        <pc:spChg chg="mod">
          <ac:chgData name="Pramod Naik" userId="ceb6df04-ef15-4d9b-a141-998a03559d75" providerId="ADAL" clId="{651BAC71-7343-484D-BD8F-9D1BA4F7D925}" dt="2025-07-26T14:11:43.614" v="936" actId="207"/>
          <ac:spMkLst>
            <pc:docMk/>
            <pc:sldMk cId="4233632200" sldId="466"/>
            <ac:spMk id="5" creationId="{0E2A9487-177A-95DF-814B-6AF6FA6E2E9C}"/>
          </ac:spMkLst>
        </pc:spChg>
      </pc:sldChg>
      <pc:sldChg chg="delSp modSp new mod">
        <pc:chgData name="Pramod Naik" userId="ceb6df04-ef15-4d9b-a141-998a03559d75" providerId="ADAL" clId="{651BAC71-7343-484D-BD8F-9D1BA4F7D925}" dt="2025-07-26T14:11:08.738" v="927" actId="14"/>
        <pc:sldMkLst>
          <pc:docMk/>
          <pc:sldMk cId="1747655399" sldId="467"/>
        </pc:sldMkLst>
        <pc:spChg chg="del">
          <ac:chgData name="Pramod Naik" userId="ceb6df04-ef15-4d9b-a141-998a03559d75" providerId="ADAL" clId="{651BAC71-7343-484D-BD8F-9D1BA4F7D925}" dt="2025-07-26T14:10:24.523" v="909" actId="478"/>
          <ac:spMkLst>
            <pc:docMk/>
            <pc:sldMk cId="1747655399" sldId="467"/>
            <ac:spMk id="2" creationId="{B2DC2EEA-5AB4-5B3B-EB75-5DE42A9E1CB7}"/>
          </ac:spMkLst>
        </pc:spChg>
        <pc:spChg chg="mod">
          <ac:chgData name="Pramod Naik" userId="ceb6df04-ef15-4d9b-a141-998a03559d75" providerId="ADAL" clId="{651BAC71-7343-484D-BD8F-9D1BA4F7D925}" dt="2025-07-26T14:11:08.738" v="927" actId="14"/>
          <ac:spMkLst>
            <pc:docMk/>
            <pc:sldMk cId="1747655399" sldId="467"/>
            <ac:spMk id="3" creationId="{4ECD737F-59E1-E3F8-4D59-F1211D48448A}"/>
          </ac:spMkLst>
        </pc:spChg>
      </pc:sldChg>
      <pc:sldChg chg="addSp modSp add mod">
        <pc:chgData name="Pramod Naik" userId="ceb6df04-ef15-4d9b-a141-998a03559d75" providerId="ADAL" clId="{651BAC71-7343-484D-BD8F-9D1BA4F7D925}" dt="2025-07-26T14:44:29.237" v="1321" actId="20577"/>
        <pc:sldMkLst>
          <pc:docMk/>
          <pc:sldMk cId="1048363682" sldId="468"/>
        </pc:sldMkLst>
        <pc:spChg chg="mod">
          <ac:chgData name="Pramod Naik" userId="ceb6df04-ef15-4d9b-a141-998a03559d75" providerId="ADAL" clId="{651BAC71-7343-484D-BD8F-9D1BA4F7D925}" dt="2025-07-26T14:41:26.976" v="1265" actId="113"/>
          <ac:spMkLst>
            <pc:docMk/>
            <pc:sldMk cId="1048363682" sldId="468"/>
            <ac:spMk id="3" creationId="{10B0AE03-F199-2542-1393-93909261C19D}"/>
          </ac:spMkLst>
        </pc:spChg>
        <pc:graphicFrameChg chg="add mod modGraphic">
          <ac:chgData name="Pramod Naik" userId="ceb6df04-ef15-4d9b-a141-998a03559d75" providerId="ADAL" clId="{651BAC71-7343-484D-BD8F-9D1BA4F7D925}" dt="2025-07-26T14:44:29.237" v="1321" actId="20577"/>
          <ac:graphicFrameMkLst>
            <pc:docMk/>
            <pc:sldMk cId="1048363682" sldId="468"/>
            <ac:graphicFrameMk id="2" creationId="{E100C536-AE86-1CB7-4A7B-E9E13D822B82}"/>
          </ac:graphicFrameMkLst>
        </pc:graphicFrameChg>
        <pc:picChg chg="add mod modCrop">
          <ac:chgData name="Pramod Naik" userId="ceb6df04-ef15-4d9b-a141-998a03559d75" providerId="ADAL" clId="{651BAC71-7343-484D-BD8F-9D1BA4F7D925}" dt="2025-07-26T14:44:04.561" v="1319" actId="1035"/>
          <ac:picMkLst>
            <pc:docMk/>
            <pc:sldMk cId="1048363682" sldId="468"/>
            <ac:picMk id="5" creationId="{320E8976-0498-0109-9370-7089CAEA9196}"/>
          </ac:picMkLst>
        </pc:picChg>
        <pc:picChg chg="add mod modCrop">
          <ac:chgData name="Pramod Naik" userId="ceb6df04-ef15-4d9b-a141-998a03559d75" providerId="ADAL" clId="{651BAC71-7343-484D-BD8F-9D1BA4F7D925}" dt="2025-07-26T14:44:04.561" v="1319" actId="1035"/>
          <ac:picMkLst>
            <pc:docMk/>
            <pc:sldMk cId="1048363682" sldId="468"/>
            <ac:picMk id="7" creationId="{9F1F73F3-8F35-F94D-4F14-1CA56DFA6293}"/>
          </ac:picMkLst>
        </pc:picChg>
        <pc:picChg chg="add mod modCrop">
          <ac:chgData name="Pramod Naik" userId="ceb6df04-ef15-4d9b-a141-998a03559d75" providerId="ADAL" clId="{651BAC71-7343-484D-BD8F-9D1BA4F7D925}" dt="2025-07-26T14:44:04.561" v="1319" actId="1035"/>
          <ac:picMkLst>
            <pc:docMk/>
            <pc:sldMk cId="1048363682" sldId="468"/>
            <ac:picMk id="9" creationId="{29B8FB20-D876-EC95-B59A-6B3C3728FB74}"/>
          </ac:picMkLst>
        </pc:picChg>
        <pc:picChg chg="add mod modCrop">
          <ac:chgData name="Pramod Naik" userId="ceb6df04-ef15-4d9b-a141-998a03559d75" providerId="ADAL" clId="{651BAC71-7343-484D-BD8F-9D1BA4F7D925}" dt="2025-07-26T14:44:04.561" v="1319" actId="1035"/>
          <ac:picMkLst>
            <pc:docMk/>
            <pc:sldMk cId="1048363682" sldId="468"/>
            <ac:picMk id="11" creationId="{0648CC9B-A93C-BB47-60D1-1488AE3FF825}"/>
          </ac:picMkLst>
        </pc:picChg>
      </pc:sldChg>
      <pc:sldChg chg="addSp delSp add del setBg delDesignElem">
        <pc:chgData name="Pramod Naik" userId="ceb6df04-ef15-4d9b-a141-998a03559d75" providerId="ADAL" clId="{651BAC71-7343-484D-BD8F-9D1BA4F7D925}" dt="2025-07-26T14:24:29.022" v="1151"/>
        <pc:sldMkLst>
          <pc:docMk/>
          <pc:sldMk cId="1649208557" sldId="468"/>
        </pc:sldMkLst>
        <pc:spChg chg="add del">
          <ac:chgData name="Pramod Naik" userId="ceb6df04-ef15-4d9b-a141-998a03559d75" providerId="ADAL" clId="{651BAC71-7343-484D-BD8F-9D1BA4F7D925}" dt="2025-07-26T14:24:29.022" v="1151"/>
          <ac:spMkLst>
            <pc:docMk/>
            <pc:sldMk cId="1649208557" sldId="468"/>
            <ac:spMk id="35" creationId="{BACE0DB3-50CD-1018-16CE-BF1D42C9B9BD}"/>
          </ac:spMkLst>
        </pc:spChg>
        <pc:spChg chg="add del">
          <ac:chgData name="Pramod Naik" userId="ceb6df04-ef15-4d9b-a141-998a03559d75" providerId="ADAL" clId="{651BAC71-7343-484D-BD8F-9D1BA4F7D925}" dt="2025-07-26T14:24:29.022" v="1151"/>
          <ac:spMkLst>
            <pc:docMk/>
            <pc:sldMk cId="1649208557" sldId="468"/>
            <ac:spMk id="36" creationId="{398BC429-D849-5AEE-09EB-1A721458E5A7}"/>
          </ac:spMkLst>
        </pc:spChg>
        <pc:spChg chg="add del">
          <ac:chgData name="Pramod Naik" userId="ceb6df04-ef15-4d9b-a141-998a03559d75" providerId="ADAL" clId="{651BAC71-7343-484D-BD8F-9D1BA4F7D925}" dt="2025-07-26T14:24:29.022" v="1151"/>
          <ac:spMkLst>
            <pc:docMk/>
            <pc:sldMk cId="1649208557" sldId="468"/>
            <ac:spMk id="37" creationId="{CF8A1CCA-4AD3-BFEF-E9E2-6877FD886FB8}"/>
          </ac:spMkLst>
        </pc:spChg>
        <pc:grpChg chg="add del">
          <ac:chgData name="Pramod Naik" userId="ceb6df04-ef15-4d9b-a141-998a03559d75" providerId="ADAL" clId="{651BAC71-7343-484D-BD8F-9D1BA4F7D925}" dt="2025-07-26T14:24:29.022" v="1151"/>
          <ac:grpSpMkLst>
            <pc:docMk/>
            <pc:sldMk cId="1649208557" sldId="468"/>
            <ac:grpSpMk id="38" creationId="{F5273EBE-7834-4DB5-C7C5-11C760E5DBF7}"/>
          </ac:grpSpMkLst>
        </pc:grpChg>
      </pc:sldChg>
      <pc:sldChg chg="addSp modSp add mod">
        <pc:chgData name="Pramod Naik" userId="ceb6df04-ef15-4d9b-a141-998a03559d75" providerId="ADAL" clId="{651BAC71-7343-484D-BD8F-9D1BA4F7D925}" dt="2025-07-26T14:54:14.367" v="1360" actId="27636"/>
        <pc:sldMkLst>
          <pc:docMk/>
          <pc:sldMk cId="1583001717" sldId="469"/>
        </pc:sldMkLst>
        <pc:spChg chg="mod">
          <ac:chgData name="Pramod Naik" userId="ceb6df04-ef15-4d9b-a141-998a03559d75" providerId="ADAL" clId="{651BAC71-7343-484D-BD8F-9D1BA4F7D925}" dt="2025-07-26T14:54:14.367" v="1360" actId="27636"/>
          <ac:spMkLst>
            <pc:docMk/>
            <pc:sldMk cId="1583001717" sldId="469"/>
            <ac:spMk id="3" creationId="{5EB4C6E3-FFFA-998A-867F-DF0B091D7117}"/>
          </ac:spMkLst>
        </pc:spChg>
        <pc:picChg chg="add mod">
          <ac:chgData name="Pramod Naik" userId="ceb6df04-ef15-4d9b-a141-998a03559d75" providerId="ADAL" clId="{651BAC71-7343-484D-BD8F-9D1BA4F7D925}" dt="2025-07-26T14:54:13.050" v="1358" actId="14100"/>
          <ac:picMkLst>
            <pc:docMk/>
            <pc:sldMk cId="1583001717" sldId="469"/>
            <ac:picMk id="4" creationId="{6F3703C9-5E43-469F-72C0-5A11102AF6DA}"/>
          </ac:picMkLst>
        </pc:picChg>
      </pc:sldChg>
      <pc:sldChg chg="modSp add mod">
        <pc:chgData name="Pramod Naik" userId="ceb6df04-ef15-4d9b-a141-998a03559d75" providerId="ADAL" clId="{651BAC71-7343-484D-BD8F-9D1BA4F7D925}" dt="2025-07-26T14:54:49.309" v="1369" actId="403"/>
        <pc:sldMkLst>
          <pc:docMk/>
          <pc:sldMk cId="2982039556" sldId="470"/>
        </pc:sldMkLst>
        <pc:spChg chg="mod">
          <ac:chgData name="Pramod Naik" userId="ceb6df04-ef15-4d9b-a141-998a03559d75" providerId="ADAL" clId="{651BAC71-7343-484D-BD8F-9D1BA4F7D925}" dt="2025-07-26T14:54:49.309" v="1369" actId="403"/>
          <ac:spMkLst>
            <pc:docMk/>
            <pc:sldMk cId="2982039556" sldId="470"/>
            <ac:spMk id="3" creationId="{596E22A9-C2FE-A277-AFB4-1346398627AA}"/>
          </ac:spMkLst>
        </pc:spChg>
      </pc:sldChg>
      <pc:sldChg chg="modSp add mod">
        <pc:chgData name="Pramod Naik" userId="ceb6df04-ef15-4d9b-a141-998a03559d75" providerId="ADAL" clId="{651BAC71-7343-484D-BD8F-9D1BA4F7D925}" dt="2025-07-26T14:55:12.433" v="1375" actId="12"/>
        <pc:sldMkLst>
          <pc:docMk/>
          <pc:sldMk cId="3051258636" sldId="471"/>
        </pc:sldMkLst>
        <pc:spChg chg="mod">
          <ac:chgData name="Pramod Naik" userId="ceb6df04-ef15-4d9b-a141-998a03559d75" providerId="ADAL" clId="{651BAC71-7343-484D-BD8F-9D1BA4F7D925}" dt="2025-07-26T14:55:12.433" v="1375" actId="12"/>
          <ac:spMkLst>
            <pc:docMk/>
            <pc:sldMk cId="3051258636" sldId="471"/>
            <ac:spMk id="3" creationId="{C131A145-1D58-98D5-98BC-A4D88F2A9D54}"/>
          </ac:spMkLst>
        </pc:spChg>
      </pc:sldChg>
      <pc:sldChg chg="addSp delSp modSp add mod">
        <pc:chgData name="Pramod Naik" userId="ceb6df04-ef15-4d9b-a141-998a03559d75" providerId="ADAL" clId="{651BAC71-7343-484D-BD8F-9D1BA4F7D925}" dt="2025-07-26T15:02:01.055" v="1447" actId="404"/>
        <pc:sldMkLst>
          <pc:docMk/>
          <pc:sldMk cId="425432386" sldId="472"/>
        </pc:sldMkLst>
        <pc:spChg chg="add mod">
          <ac:chgData name="Pramod Naik" userId="ceb6df04-ef15-4d9b-a141-998a03559d75" providerId="ADAL" clId="{651BAC71-7343-484D-BD8F-9D1BA4F7D925}" dt="2025-07-26T14:59:37.290" v="1380"/>
          <ac:spMkLst>
            <pc:docMk/>
            <pc:sldMk cId="425432386" sldId="472"/>
            <ac:spMk id="2" creationId="{C80F1236-4415-DA87-7815-2B4A2526A80C}"/>
          </ac:spMkLst>
        </pc:spChg>
        <pc:spChg chg="add del mod">
          <ac:chgData name="Pramod Naik" userId="ceb6df04-ef15-4d9b-a141-998a03559d75" providerId="ADAL" clId="{651BAC71-7343-484D-BD8F-9D1BA4F7D925}" dt="2025-07-26T15:02:01.055" v="1447" actId="404"/>
          <ac:spMkLst>
            <pc:docMk/>
            <pc:sldMk cId="425432386" sldId="472"/>
            <ac:spMk id="3" creationId="{31DF38D9-4E54-8F08-952F-D3D73D9A9C91}"/>
          </ac:spMkLst>
        </pc:spChg>
      </pc:sldChg>
      <pc:sldChg chg="add">
        <pc:chgData name="Pramod Naik" userId="ceb6df04-ef15-4d9b-a141-998a03559d75" providerId="ADAL" clId="{651BAC71-7343-484D-BD8F-9D1BA4F7D925}" dt="2025-07-26T14:31:56.088" v="1177"/>
        <pc:sldMkLst>
          <pc:docMk/>
          <pc:sldMk cId="4081877237" sldId="473"/>
        </pc:sldMkLst>
      </pc:sldChg>
      <pc:sldChg chg="add">
        <pc:chgData name="Pramod Naik" userId="ceb6df04-ef15-4d9b-a141-998a03559d75" providerId="ADAL" clId="{651BAC71-7343-484D-BD8F-9D1BA4F7D925}" dt="2025-07-26T14:31:56.274" v="1178"/>
        <pc:sldMkLst>
          <pc:docMk/>
          <pc:sldMk cId="2453457549" sldId="474"/>
        </pc:sldMkLst>
      </pc:sldChg>
      <pc:sldChg chg="add">
        <pc:chgData name="Pramod Naik" userId="ceb6df04-ef15-4d9b-a141-998a03559d75" providerId="ADAL" clId="{651BAC71-7343-484D-BD8F-9D1BA4F7D925}" dt="2025-07-26T14:31:56.422" v="1179"/>
        <pc:sldMkLst>
          <pc:docMk/>
          <pc:sldMk cId="1695309701" sldId="475"/>
        </pc:sldMkLst>
      </pc:sldChg>
      <pc:sldChg chg="add">
        <pc:chgData name="Pramod Naik" userId="ceb6df04-ef15-4d9b-a141-998a03559d75" providerId="ADAL" clId="{651BAC71-7343-484D-BD8F-9D1BA4F7D925}" dt="2025-07-26T14:31:56.582" v="1180"/>
        <pc:sldMkLst>
          <pc:docMk/>
          <pc:sldMk cId="1755531748" sldId="476"/>
        </pc:sldMkLst>
      </pc:sldChg>
      <pc:sldChg chg="add">
        <pc:chgData name="Pramod Naik" userId="ceb6df04-ef15-4d9b-a141-998a03559d75" providerId="ADAL" clId="{651BAC71-7343-484D-BD8F-9D1BA4F7D925}" dt="2025-07-26T14:31:56.719" v="1181"/>
        <pc:sldMkLst>
          <pc:docMk/>
          <pc:sldMk cId="738342721" sldId="477"/>
        </pc:sldMkLst>
      </pc:sldChg>
      <pc:sldChg chg="add">
        <pc:chgData name="Pramod Naik" userId="ceb6df04-ef15-4d9b-a141-998a03559d75" providerId="ADAL" clId="{651BAC71-7343-484D-BD8F-9D1BA4F7D925}" dt="2025-07-26T14:31:56.866" v="1182"/>
        <pc:sldMkLst>
          <pc:docMk/>
          <pc:sldMk cId="2588920475" sldId="478"/>
        </pc:sldMkLst>
      </pc:sldChg>
      <pc:sldChg chg="add">
        <pc:chgData name="Pramod Naik" userId="ceb6df04-ef15-4d9b-a141-998a03559d75" providerId="ADAL" clId="{651BAC71-7343-484D-BD8F-9D1BA4F7D925}" dt="2025-07-26T14:31:57.007" v="1183"/>
        <pc:sldMkLst>
          <pc:docMk/>
          <pc:sldMk cId="3327637455" sldId="479"/>
        </pc:sldMkLst>
      </pc:sldChg>
      <pc:sldChg chg="addSp modSp add mod">
        <pc:chgData name="Pramod Naik" userId="ceb6df04-ef15-4d9b-a141-998a03559d75" providerId="ADAL" clId="{651BAC71-7343-484D-BD8F-9D1BA4F7D925}" dt="2025-07-26T14:38:22.218" v="1260" actId="113"/>
        <pc:sldMkLst>
          <pc:docMk/>
          <pc:sldMk cId="1359164303" sldId="480"/>
        </pc:sldMkLst>
        <pc:spChg chg="mod">
          <ac:chgData name="Pramod Naik" userId="ceb6df04-ef15-4d9b-a141-998a03559d75" providerId="ADAL" clId="{651BAC71-7343-484D-BD8F-9D1BA4F7D925}" dt="2025-07-26T14:38:22.218" v="1260" actId="113"/>
          <ac:spMkLst>
            <pc:docMk/>
            <pc:sldMk cId="1359164303" sldId="480"/>
            <ac:spMk id="3" creationId="{12F1A04A-8084-6B1C-255A-BE17B3756367}"/>
          </ac:spMkLst>
        </pc:spChg>
        <pc:picChg chg="add mod">
          <ac:chgData name="Pramod Naik" userId="ceb6df04-ef15-4d9b-a141-998a03559d75" providerId="ADAL" clId="{651BAC71-7343-484D-BD8F-9D1BA4F7D925}" dt="2025-07-26T14:37:47.546" v="1242" actId="1076"/>
          <ac:picMkLst>
            <pc:docMk/>
            <pc:sldMk cId="1359164303" sldId="480"/>
            <ac:picMk id="4" creationId="{5C13363E-90E0-40D4-01FC-10FBC736895C}"/>
          </ac:picMkLst>
        </pc:picChg>
      </pc:sldChg>
      <pc:sldChg chg="addSp modSp add mod">
        <pc:chgData name="Pramod Naik" userId="ceb6df04-ef15-4d9b-a141-998a03559d75" providerId="ADAL" clId="{651BAC71-7343-484D-BD8F-9D1BA4F7D925}" dt="2025-07-26T14:36:52.590" v="1236" actId="113"/>
        <pc:sldMkLst>
          <pc:docMk/>
          <pc:sldMk cId="747504179" sldId="481"/>
        </pc:sldMkLst>
        <pc:spChg chg="add">
          <ac:chgData name="Pramod Naik" userId="ceb6df04-ef15-4d9b-a141-998a03559d75" providerId="ADAL" clId="{651BAC71-7343-484D-BD8F-9D1BA4F7D925}" dt="2025-07-26T14:35:56.364" v="1211"/>
          <ac:spMkLst>
            <pc:docMk/>
            <pc:sldMk cId="747504179" sldId="481"/>
            <ac:spMk id="2" creationId="{22F6F892-BC4E-9E65-4EAF-6BF5DA7DCF9B}"/>
          </ac:spMkLst>
        </pc:spChg>
        <pc:spChg chg="mod">
          <ac:chgData name="Pramod Naik" userId="ceb6df04-ef15-4d9b-a141-998a03559d75" providerId="ADAL" clId="{651BAC71-7343-484D-BD8F-9D1BA4F7D925}" dt="2025-07-26T14:36:52.590" v="1236" actId="113"/>
          <ac:spMkLst>
            <pc:docMk/>
            <pc:sldMk cId="747504179" sldId="481"/>
            <ac:spMk id="3" creationId="{2484983F-FBCD-62C3-DF0B-771927DD4A43}"/>
          </ac:spMkLst>
        </pc:spChg>
        <pc:picChg chg="mod">
          <ac:chgData name="Pramod Naik" userId="ceb6df04-ef15-4d9b-a141-998a03559d75" providerId="ADAL" clId="{651BAC71-7343-484D-BD8F-9D1BA4F7D925}" dt="2025-07-26T14:36:09.940" v="1215" actId="1076"/>
          <ac:picMkLst>
            <pc:docMk/>
            <pc:sldMk cId="747504179" sldId="481"/>
            <ac:picMk id="4" creationId="{51598F3D-E792-C2FB-07DD-56386B67FE1C}"/>
          </ac:picMkLst>
        </pc:picChg>
      </pc:sldChg>
      <pc:sldChg chg="add">
        <pc:chgData name="Pramod Naik" userId="ceb6df04-ef15-4d9b-a141-998a03559d75" providerId="ADAL" clId="{651BAC71-7343-484D-BD8F-9D1BA4F7D925}" dt="2025-07-26T14:57:50.436" v="1377"/>
        <pc:sldMkLst>
          <pc:docMk/>
          <pc:sldMk cId="1770753870" sldId="894"/>
        </pc:sldMkLst>
      </pc:sldChg>
      <pc:sldChg chg="add">
        <pc:chgData name="Pramod Naik" userId="ceb6df04-ef15-4d9b-a141-998a03559d75" providerId="ADAL" clId="{651BAC71-7343-484D-BD8F-9D1BA4F7D925}" dt="2025-07-26T15:02:33.571" v="1448"/>
        <pc:sldMkLst>
          <pc:docMk/>
          <pc:sldMk cId="1978932007" sldId="91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532AF1-4615-4667-912A-829B12F8C4D2}" type="datetimeFigureOut">
              <a:rPr lang="en-IN" smtClean="0"/>
              <a:t>26-07-2025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38A8E6-D4B7-4286-B37C-5D755B8E2C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648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058BF-C5E1-4B52-BD8A-FD1AD57793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CD51F7-3CC3-4BB7-8291-B1789482E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20447-D6C7-43E1-AE88-1FB66CC9C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A76A3-ADC8-4477-8FC1-B9DD55D84908}" type="datetime1">
              <a:rPr lang="en-US" smtClean="0"/>
              <a:t>7/26/2025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E17B6-E7FC-473A-8D5F-0E6B838EA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4AF4E0-FDDB-42B9-862C-7BBC501CD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5523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736C8-0B4F-4655-A630-0B1D2540B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8B888-85E0-4D92-903E-C3FE7E870D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648916-250B-4232-BD7D-571FDE79F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F49BE-398D-479A-8A7E-5DDBCA61EDCB}" type="datetime1">
              <a:rPr lang="en-US" smtClean="0"/>
              <a:t>7/26/2025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A8BFB4-647C-4104-B6D4-3346051C3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FA73F-2BE8-4370-AE90-58F4CE5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027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1446D-9FAC-4157-A41A-51675C8BE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1709738"/>
            <a:ext cx="10570210" cy="275889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AF8D4A-8F93-4399-9546-64F286400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4589463"/>
            <a:ext cx="1057021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9C2FD4-BF96-470C-8247-20DFAE1CF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0C193-4974-4A1F-9C63-07D595E30D66}" type="datetime1">
              <a:rPr lang="en-US" smtClean="0"/>
              <a:t>7/26/2025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175A2D-86C4-4467-BAB8-E9ED004D2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42A4D-D9B2-4C82-95E4-B86F9F5F3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474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6B3AA-8C30-429E-B934-AF1220438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5834E-691F-4728-88F5-A0C4696695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77240" y="1825625"/>
            <a:ext cx="52425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876374-880F-4E25-9F88-79E3C1AB1F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9BD69-B509-4FCE-95A8-ED03FFC8C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AA87F-28D4-4BF0-B81F-877A89DFD5AC}" type="datetime1">
              <a:rPr lang="en-US" smtClean="0"/>
              <a:t>7/26/2025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7C287B-AE5B-490B-BF81-A50D7A2E8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C2246-303C-4A29-B6EA-E62CEDE6C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602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2FE79-D5BE-43E8-B6C5-2675B7F4D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57814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9D3A07-BA51-4113-902E-830A887D23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01812"/>
            <a:ext cx="5220335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320A9-E274-4E1B-B02D-9A3F510A1F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77240" y="2825749"/>
            <a:ext cx="5220335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E80D3A-C2A8-4B78-B7E2-4908C74B1C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01812"/>
            <a:ext cx="5183188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5D84DD-9460-4B08-86AD-27486A9400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25749"/>
            <a:ext cx="5183188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B0B7F8-282C-4210-AE7D-F35228BA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9F1F3-208B-49A3-B337-9C8ACEB3E0E1}" type="datetime1">
              <a:rPr lang="en-US" smtClean="0"/>
              <a:t>7/26/2025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E343A9-1067-4DCF-BACC-1F7F38050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84E471-04DB-4DB5-8CC5-16B3FC885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55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D87C0-272E-4E50-A316-78079B2B9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06C1C9-1F69-432A-858C-D828B56E1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F6CA6-7293-4AA2-A0E0-A3BF4416E786}" type="datetime1">
              <a:rPr lang="en-US" smtClean="0"/>
              <a:t>7/26/2025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6D9A1B-D149-4B97-B161-3D7C9ADBC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B3722F-8C88-4E54-8CD6-12D31A05F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7842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E1B4EE-6DFC-45F3-9174-D913EB57C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87016-7BCD-46FB-8EE3-AB6C369108B4}" type="datetime1">
              <a:rPr lang="en-US" smtClean="0"/>
              <a:t>7/26/2025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7F7DC-6DDE-4337-AD27-BBE7D5422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58EA9-3AC4-421E-B133-1FA7757DF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2627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035BB-74CC-43E9-B71F-A5C05D17E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190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ADC9E-7845-4DB1-87E3-6FBFB2B03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C925A8-2A07-43B9-B549-061F368498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92450"/>
            <a:ext cx="3994785" cy="277653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1A9037-0564-43A1-8156-1D9932E1F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47011-1FFC-4EF8-9A2E-53B4AD2ADBD4}" type="datetime1">
              <a:rPr lang="en-US" smtClean="0"/>
              <a:t>7/26/2025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FF0D40-D0E1-49C9-BE47-91BBC50AB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D129BD-890D-412E-9805-D29F4A0D3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523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8ADB4-BA7B-42C2-9C6C-58B2763F8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5456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519B58-B546-4E6B-BE00-3D1D64DA86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AA0AB8-41A9-4548-9B83-3EFF79A00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81275"/>
            <a:ext cx="3994785" cy="2779776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B33ED-A015-4992-A004-33D41CFFA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2EB47-45B4-4EF5-A743-B4885DD2F060}" type="datetime1">
              <a:rPr lang="en-US" smtClean="0"/>
              <a:t>7/26/2025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C29CDA-E85F-47D1-83B7-02A50DEBF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49625F-5352-4136-8AC4-F8899D00A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3301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922F-6166-4009-A42D-027DC7180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7791CF-167D-446D-9F99-6976C986E2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CA422-E040-4DE1-9DA5-C8D37C116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762538-DC4D-4667-96E5-B3278DDF8B12}" type="datetime1">
              <a:rPr lang="en-US" smtClean="0"/>
              <a:t>7/26/2025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13B0B-60E7-494E-91CB-055BC2690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48C554-7C1B-4D8F-9B6B-044926569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035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C66EF0-6ED8-49A7-BDAD-E20A143FAE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FCE9CD-90A9-44BA-B293-0662E077DD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7DAE0-05C4-460B-B96D-BD183ED0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80548-5C08-4BE3-B63E-F2BB63B0B00C}" type="datetime1">
              <a:rPr lang="en-US" smtClean="0"/>
              <a:t>7/26/2025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3CA93-55C9-4AA3-89A0-55490F745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FD820-FF26-4325-816F-310C30F80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5991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99B5B3C5-A599-465B-B2B9-866E8B2087CE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5C84982-7DD0-43B1-8A2D-BFA4DF1B4E60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8" name="Decorative Circles">
            <a:extLst>
              <a:ext uri="{FF2B5EF4-FFF2-40B4-BE49-F238E27FC236}">
                <a16:creationId xmlns:a16="http://schemas.microsoft.com/office/drawing/2014/main" id="{1D912E1C-3BBA-42F0-A3EE-FEC382E7230A}"/>
              </a:ext>
            </a:extLst>
          </p:cNvPr>
          <p:cNvGrpSpPr/>
          <p:nvPr/>
        </p:nvGrpSpPr>
        <p:grpSpPr>
          <a:xfrm>
            <a:off x="-1" y="-1"/>
            <a:ext cx="12192001" cy="6858001"/>
            <a:chOff x="-1" y="-1"/>
            <a:chExt cx="12192001" cy="6858001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FEEAC76-E273-46A8-8F8E-CE59860FE70D}"/>
                </a:ext>
              </a:extLst>
            </p:cNvPr>
            <p:cNvSpPr/>
            <p:nvPr/>
          </p:nvSpPr>
          <p:spPr>
            <a:xfrm>
              <a:off x="209098" y="727602"/>
              <a:ext cx="172408" cy="172408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6594A0E-9400-45AD-A431-1DA1C0B28966}"/>
                </a:ext>
              </a:extLst>
            </p:cNvPr>
            <p:cNvSpPr/>
            <p:nvPr/>
          </p:nvSpPr>
          <p:spPr>
            <a:xfrm>
              <a:off x="949947" y="136523"/>
              <a:ext cx="113367" cy="113367"/>
            </a:xfrm>
            <a:prstGeom prst="ellipse">
              <a:avLst/>
            </a:prstGeom>
            <a:solidFill>
              <a:srgbClr val="F39E29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0916D6C-D32F-42B6-8512-CD5EDB8F2B9B}"/>
                </a:ext>
              </a:extLst>
            </p:cNvPr>
            <p:cNvSpPr/>
            <p:nvPr/>
          </p:nvSpPr>
          <p:spPr>
            <a:xfrm>
              <a:off x="11575290" y="5859047"/>
              <a:ext cx="305780" cy="30578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834846D-59C6-40F4-907C-F1A4689B58F1}"/>
                </a:ext>
              </a:extLst>
            </p:cNvPr>
            <p:cNvSpPr/>
            <p:nvPr/>
          </p:nvSpPr>
          <p:spPr>
            <a:xfrm>
              <a:off x="95730" y="1133938"/>
              <a:ext cx="226735" cy="226735"/>
            </a:xfrm>
            <a:prstGeom prst="ellipse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A257CDF-2E36-4DC7-8EE4-5CD8F8ECAC87}"/>
                </a:ext>
              </a:extLst>
            </p:cNvPr>
            <p:cNvSpPr/>
            <p:nvPr/>
          </p:nvSpPr>
          <p:spPr>
            <a:xfrm>
              <a:off x="11536830" y="554419"/>
              <a:ext cx="382700" cy="382700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5B26E0E-A115-4AE2-82D8-76BB93CC494F}"/>
                </a:ext>
              </a:extLst>
            </p:cNvPr>
            <p:cNvSpPr/>
            <p:nvPr/>
          </p:nvSpPr>
          <p:spPr>
            <a:xfrm>
              <a:off x="11224303" y="299808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755058DB-7E01-4E95-BF59-983AA1BBB38E}"/>
                </a:ext>
              </a:extLst>
            </p:cNvPr>
            <p:cNvSpPr/>
            <p:nvPr/>
          </p:nvSpPr>
          <p:spPr>
            <a:xfrm>
              <a:off x="11629630" y="5482355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A810F7E2-23F3-44D6-B09E-71E556536052}"/>
                </a:ext>
              </a:extLst>
            </p:cNvPr>
            <p:cNvSpPr/>
            <p:nvPr/>
          </p:nvSpPr>
          <p:spPr>
            <a:xfrm>
              <a:off x="10415328" y="6124958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9D5C391-E1DB-410A-A78C-ED3BBDFF0758}"/>
                </a:ext>
              </a:extLst>
            </p:cNvPr>
            <p:cNvSpPr/>
            <p:nvPr/>
          </p:nvSpPr>
          <p:spPr>
            <a:xfrm>
              <a:off x="10120382" y="6255986"/>
              <a:ext cx="305780" cy="30578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7C4944D-9373-4283-BCAA-927A0316659E}"/>
                </a:ext>
              </a:extLst>
            </p:cNvPr>
            <p:cNvSpPr/>
            <p:nvPr/>
          </p:nvSpPr>
          <p:spPr>
            <a:xfrm>
              <a:off x="9934343" y="6204350"/>
              <a:ext cx="113367" cy="11336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6804C521-2D9F-4CE4-AFD3-D4F1551FEC6A}"/>
                </a:ext>
              </a:extLst>
            </p:cNvPr>
            <p:cNvSpPr/>
            <p:nvPr/>
          </p:nvSpPr>
          <p:spPr>
            <a:xfrm>
              <a:off x="11642244" y="6317718"/>
              <a:ext cx="549756" cy="540282"/>
            </a:xfrm>
            <a:custGeom>
              <a:avLst/>
              <a:gdLst>
                <a:gd name="connsiteX0" fmla="*/ 1224540 w 2115556"/>
                <a:gd name="connsiteY0" fmla="*/ 0 h 2079100"/>
                <a:gd name="connsiteX1" fmla="*/ 2090421 w 2115556"/>
                <a:gd name="connsiteY1" fmla="*/ 358660 h 2079100"/>
                <a:gd name="connsiteX2" fmla="*/ 2115556 w 2115556"/>
                <a:gd name="connsiteY2" fmla="*/ 386315 h 2079100"/>
                <a:gd name="connsiteX3" fmla="*/ 2115556 w 2115556"/>
                <a:gd name="connsiteY3" fmla="*/ 2062765 h 2079100"/>
                <a:gd name="connsiteX4" fmla="*/ 2100710 w 2115556"/>
                <a:gd name="connsiteY4" fmla="*/ 2079100 h 2079100"/>
                <a:gd name="connsiteX5" fmla="*/ 348370 w 2115556"/>
                <a:gd name="connsiteY5" fmla="*/ 2079100 h 2079100"/>
                <a:gd name="connsiteX6" fmla="*/ 279625 w 2115556"/>
                <a:gd name="connsiteY6" fmla="*/ 2003461 h 2079100"/>
                <a:gd name="connsiteX7" fmla="*/ 0 w 2115556"/>
                <a:gd name="connsiteY7" fmla="*/ 1224540 h 2079100"/>
                <a:gd name="connsiteX8" fmla="*/ 1224540 w 2115556"/>
                <a:gd name="connsiteY8" fmla="*/ 0 h 207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15556" h="2079100">
                  <a:moveTo>
                    <a:pt x="1224540" y="0"/>
                  </a:moveTo>
                  <a:cubicBezTo>
                    <a:pt x="1562687" y="0"/>
                    <a:pt x="1868823" y="137062"/>
                    <a:pt x="2090421" y="358660"/>
                  </a:cubicBezTo>
                  <a:lnTo>
                    <a:pt x="2115556" y="386315"/>
                  </a:lnTo>
                  <a:lnTo>
                    <a:pt x="2115556" y="2062765"/>
                  </a:lnTo>
                  <a:lnTo>
                    <a:pt x="2100710" y="2079100"/>
                  </a:lnTo>
                  <a:lnTo>
                    <a:pt x="348370" y="2079100"/>
                  </a:lnTo>
                  <a:lnTo>
                    <a:pt x="279625" y="2003461"/>
                  </a:lnTo>
                  <a:cubicBezTo>
                    <a:pt x="104938" y="1791789"/>
                    <a:pt x="0" y="1520419"/>
                    <a:pt x="0" y="1224540"/>
                  </a:cubicBezTo>
                  <a:cubicBezTo>
                    <a:pt x="0" y="548245"/>
                    <a:pt x="548245" y="0"/>
                    <a:pt x="1224540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55AC65C-13EF-4182-AA3C-62BE165CC033}"/>
                </a:ext>
              </a:extLst>
            </p:cNvPr>
            <p:cNvSpPr/>
            <p:nvPr/>
          </p:nvSpPr>
          <p:spPr>
            <a:xfrm>
              <a:off x="-1" y="-1"/>
              <a:ext cx="510196" cy="538336"/>
            </a:xfrm>
            <a:custGeom>
              <a:avLst/>
              <a:gdLst>
                <a:gd name="connsiteX0" fmla="*/ 0 w 510196"/>
                <a:gd name="connsiteY0" fmla="*/ 0 h 538336"/>
                <a:gd name="connsiteX1" fmla="*/ 459276 w 510196"/>
                <a:gd name="connsiteY1" fmla="*/ 0 h 538336"/>
                <a:gd name="connsiteX2" fmla="*/ 482126 w 510196"/>
                <a:gd name="connsiteY2" fmla="*/ 42098 h 538336"/>
                <a:gd name="connsiteX3" fmla="*/ 510196 w 510196"/>
                <a:gd name="connsiteY3" fmla="*/ 181136 h 538336"/>
                <a:gd name="connsiteX4" fmla="*/ 152996 w 510196"/>
                <a:gd name="connsiteY4" fmla="*/ 538336 h 538336"/>
                <a:gd name="connsiteX5" fmla="*/ 13958 w 510196"/>
                <a:gd name="connsiteY5" fmla="*/ 510266 h 538336"/>
                <a:gd name="connsiteX6" fmla="*/ 0 w 510196"/>
                <a:gd name="connsiteY6" fmla="*/ 502690 h 538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0196" h="538336">
                  <a:moveTo>
                    <a:pt x="0" y="0"/>
                  </a:moveTo>
                  <a:lnTo>
                    <a:pt x="459276" y="0"/>
                  </a:lnTo>
                  <a:lnTo>
                    <a:pt x="482126" y="42098"/>
                  </a:lnTo>
                  <a:cubicBezTo>
                    <a:pt x="500201" y="84833"/>
                    <a:pt x="510196" y="131817"/>
                    <a:pt x="510196" y="181136"/>
                  </a:cubicBezTo>
                  <a:cubicBezTo>
                    <a:pt x="510196" y="378412"/>
                    <a:pt x="350272" y="538336"/>
                    <a:pt x="152996" y="538336"/>
                  </a:cubicBezTo>
                  <a:cubicBezTo>
                    <a:pt x="103677" y="538336"/>
                    <a:pt x="56693" y="528341"/>
                    <a:pt x="13958" y="510266"/>
                  </a:cubicBezTo>
                  <a:lnTo>
                    <a:pt x="0" y="50269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E40DA8D2-FA4B-4282-9D44-48C27B63A153}"/>
                </a:ext>
              </a:extLst>
            </p:cNvPr>
            <p:cNvSpPr/>
            <p:nvPr/>
          </p:nvSpPr>
          <p:spPr>
            <a:xfrm>
              <a:off x="10528695" y="1"/>
              <a:ext cx="554074" cy="282754"/>
            </a:xfrm>
            <a:custGeom>
              <a:avLst/>
              <a:gdLst>
                <a:gd name="connsiteX0" fmla="*/ 644 w 309162"/>
                <a:gd name="connsiteY0" fmla="*/ 0 h 157771"/>
                <a:gd name="connsiteX1" fmla="*/ 308518 w 309162"/>
                <a:gd name="connsiteY1" fmla="*/ 0 h 157771"/>
                <a:gd name="connsiteX2" fmla="*/ 309162 w 309162"/>
                <a:gd name="connsiteY2" fmla="*/ 3190 h 157771"/>
                <a:gd name="connsiteX3" fmla="*/ 154581 w 309162"/>
                <a:gd name="connsiteY3" fmla="*/ 157771 h 157771"/>
                <a:gd name="connsiteX4" fmla="*/ 0 w 309162"/>
                <a:gd name="connsiteY4" fmla="*/ 3190 h 157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9162" h="157771">
                  <a:moveTo>
                    <a:pt x="644" y="0"/>
                  </a:moveTo>
                  <a:lnTo>
                    <a:pt x="308518" y="0"/>
                  </a:lnTo>
                  <a:lnTo>
                    <a:pt x="309162" y="3190"/>
                  </a:lnTo>
                  <a:cubicBezTo>
                    <a:pt x="309162" y="88563"/>
                    <a:pt x="239954" y="157771"/>
                    <a:pt x="154581" y="157771"/>
                  </a:cubicBezTo>
                  <a:cubicBezTo>
                    <a:pt x="69208" y="157771"/>
                    <a:pt x="0" y="88563"/>
                    <a:pt x="0" y="319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9065014-CB18-414D-A527-31ECC45700AB}"/>
                </a:ext>
              </a:extLst>
            </p:cNvPr>
            <p:cNvSpPr/>
            <p:nvPr/>
          </p:nvSpPr>
          <p:spPr>
            <a:xfrm>
              <a:off x="504140" y="1132500"/>
              <a:ext cx="84680" cy="846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8F39E27A-56C1-4328-8DF1-2DA147C78483}"/>
                </a:ext>
              </a:extLst>
            </p:cNvPr>
            <p:cNvSpPr/>
            <p:nvPr/>
          </p:nvSpPr>
          <p:spPr>
            <a:xfrm>
              <a:off x="12051348" y="5576515"/>
              <a:ext cx="137603" cy="210490"/>
            </a:xfrm>
            <a:custGeom>
              <a:avLst/>
              <a:gdLst>
                <a:gd name="connsiteX0" fmla="*/ 105245 w 137603"/>
                <a:gd name="connsiteY0" fmla="*/ 0 h 210490"/>
                <a:gd name="connsiteX1" fmla="*/ 137603 w 137603"/>
                <a:gd name="connsiteY1" fmla="*/ 6533 h 210490"/>
                <a:gd name="connsiteX2" fmla="*/ 137603 w 137603"/>
                <a:gd name="connsiteY2" fmla="*/ 203957 h 210490"/>
                <a:gd name="connsiteX3" fmla="*/ 105245 w 137603"/>
                <a:gd name="connsiteY3" fmla="*/ 210490 h 210490"/>
                <a:gd name="connsiteX4" fmla="*/ 0 w 137603"/>
                <a:gd name="connsiteY4" fmla="*/ 105245 h 210490"/>
                <a:gd name="connsiteX5" fmla="*/ 105245 w 137603"/>
                <a:gd name="connsiteY5" fmla="*/ 0 h 210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603" h="210490">
                  <a:moveTo>
                    <a:pt x="105245" y="0"/>
                  </a:moveTo>
                  <a:lnTo>
                    <a:pt x="137603" y="6533"/>
                  </a:lnTo>
                  <a:lnTo>
                    <a:pt x="137603" y="203957"/>
                  </a:lnTo>
                  <a:lnTo>
                    <a:pt x="105245" y="210490"/>
                  </a:lnTo>
                  <a:cubicBezTo>
                    <a:pt x="47120" y="210490"/>
                    <a:pt x="0" y="163370"/>
                    <a:pt x="0" y="105245"/>
                  </a:cubicBezTo>
                  <a:cubicBezTo>
                    <a:pt x="0" y="47120"/>
                    <a:pt x="47120" y="0"/>
                    <a:pt x="105245" y="0"/>
                  </a:cubicBezTo>
                  <a:close/>
                </a:path>
              </a:pathLst>
            </a:cu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C5EC6-E331-4312-AC12-56D55F7D2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724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8D24A4-5FEC-4062-8995-EB21925B3B40}" type="datetime1">
              <a:rPr lang="en-US" smtClean="0"/>
              <a:t>7/26/2025</a:t>
            </a:fld>
            <a:endParaRPr lang="en-US" sz="10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7FC5D-92B2-4B4D-8111-6EDEF28069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8268"/>
            <a:ext cx="41148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sz="10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A104D-C777-4A6E-8A43-F94028E5E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9315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747434-7036-48DB-A148-6B3D8EE75CDA}" type="slidenum">
              <a:rPr lang="en-US" smtClean="0"/>
              <a:pPr/>
              <a:t>‹#›</a:t>
            </a:fld>
            <a:endParaRPr lang="en-US" sz="1000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D3A74F-6169-4D30-A245-B46D738BE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77E64-7A05-44DA-81FA-6EF4806BBF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25625"/>
            <a:ext cx="1065911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281849D-54CA-C13E-3D84-DB247AB9A268}"/>
              </a:ext>
            </a:extLst>
          </p:cNvPr>
          <p:cNvGrpSpPr/>
          <p:nvPr userDrawn="1"/>
        </p:nvGrpSpPr>
        <p:grpSpPr>
          <a:xfrm>
            <a:off x="130629" y="6291189"/>
            <a:ext cx="2743201" cy="495445"/>
            <a:chOff x="195943" y="6091967"/>
            <a:chExt cx="3506755" cy="629508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401CC4C-E0EC-38D2-F7AA-61FC22E4D90D}"/>
                </a:ext>
              </a:extLst>
            </p:cNvPr>
            <p:cNvSpPr/>
            <p:nvPr userDrawn="1"/>
          </p:nvSpPr>
          <p:spPr>
            <a:xfrm>
              <a:off x="195943" y="6091967"/>
              <a:ext cx="642257" cy="629508"/>
            </a:xfrm>
            <a:prstGeom prst="ellipse">
              <a:avLst/>
            </a:prstGeom>
            <a:blipFill dpi="0"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875BEBF-DA68-8945-6205-DE7DE602B3BD}"/>
                </a:ext>
              </a:extLst>
            </p:cNvPr>
            <p:cNvSpPr txBox="1"/>
            <p:nvPr userDrawn="1"/>
          </p:nvSpPr>
          <p:spPr>
            <a:xfrm>
              <a:off x="838200" y="6163561"/>
              <a:ext cx="28644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PRAMOD NAIK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02753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03" r:id="rId6"/>
    <p:sldLayoutId id="2147483699" r:id="rId7"/>
    <p:sldLayoutId id="2147483700" r:id="rId8"/>
    <p:sldLayoutId id="2147483701" r:id="rId9"/>
    <p:sldLayoutId id="2147483702" r:id="rId10"/>
    <p:sldLayoutId id="2147483704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E4DF1-0630-4719-F705-1D5BCA202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B8AC79-B066-BDFE-B540-761A3960D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3688" y="1001485"/>
            <a:ext cx="10900568" cy="49747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C00000"/>
                </a:solidFill>
              </a:rPr>
              <a:t>Module-4: </a:t>
            </a:r>
            <a:r>
              <a:rPr lang="en-US" sz="3200" b="1" dirty="0">
                <a:solidFill>
                  <a:schemeClr val="accent3">
                    <a:lumMod val="50000"/>
                  </a:schemeClr>
                </a:solidFill>
              </a:rPr>
              <a:t>Advanced Machine Learning Techniques: </a:t>
            </a:r>
          </a:p>
          <a:p>
            <a:pPr marL="0" indent="0">
              <a:buNone/>
            </a:pPr>
            <a:r>
              <a:rPr lang="en-US" sz="3200" b="1" dirty="0"/>
              <a:t>Ensemble Methods: </a:t>
            </a:r>
            <a:r>
              <a:rPr lang="en-US" sz="3200" dirty="0"/>
              <a:t>Bagging and Boosting, Gradient Boosting Machines (GBM), Extreme Gradient Boosting (</a:t>
            </a:r>
            <a:r>
              <a:rPr lang="en-US" sz="3200" dirty="0" err="1"/>
              <a:t>XGBoost</a:t>
            </a:r>
            <a:r>
              <a:rPr lang="en-US" sz="3200" dirty="0"/>
              <a:t>).  </a:t>
            </a:r>
          </a:p>
          <a:p>
            <a:pPr marL="0" indent="0">
              <a:buNone/>
            </a:pPr>
            <a:r>
              <a:rPr lang="en-US" sz="3200" b="1" dirty="0"/>
              <a:t>Support Vector Machines (SVM): </a:t>
            </a:r>
            <a:r>
              <a:rPr lang="en-US" sz="3200" dirty="0"/>
              <a:t>Linear and non-linear SVM, Kernel trick, Model evaluation and tuning.  </a:t>
            </a:r>
          </a:p>
          <a:p>
            <a:pPr marL="0" indent="0">
              <a:buNone/>
            </a:pPr>
            <a:r>
              <a:rPr lang="en-US" sz="3200" b="1" dirty="0"/>
              <a:t>Neural Networks and Deep Learning: </a:t>
            </a:r>
            <a:r>
              <a:rPr lang="en-US" sz="3200" dirty="0"/>
              <a:t>Introduction to neural networks, Building and training neural networks using TensorFlow and </a:t>
            </a:r>
            <a:r>
              <a:rPr lang="en-US" sz="3200" dirty="0" err="1"/>
              <a:t>Keras</a:t>
            </a:r>
            <a:r>
              <a:rPr lang="en-US" sz="3200" dirty="0"/>
              <a:t>, Convolutional Neural Networks (CNN) and Recurrent Neural Networks (RNN). </a:t>
            </a: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36195336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AB0DF8-8C3D-1F9C-124B-2AEA1D438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D16AD6D-7FC0-435B-AB5F-98DA2190C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B727F3-FF58-4343-ACEE-2174D59891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lumMod val="9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CEEC95-AC81-BB56-7CBC-8D2F914A6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9885" y="2786948"/>
            <a:ext cx="8406806" cy="1260430"/>
          </a:xfrm>
        </p:spPr>
        <p:txBody>
          <a:bodyPr anchor="t">
            <a:normAutofit/>
          </a:bodyPr>
          <a:lstStyle/>
          <a:p>
            <a:pPr marL="0" indent="0" algn="ctr">
              <a:buNone/>
            </a:pPr>
            <a:r>
              <a:rPr lang="en-US" sz="8000" b="1" dirty="0"/>
              <a:t>Ensemble Methods</a:t>
            </a:r>
            <a:endParaRPr lang="en-IN" sz="8000" dirty="0"/>
          </a:p>
        </p:txBody>
      </p:sp>
      <p:grpSp>
        <p:nvGrpSpPr>
          <p:cNvPr id="12" name="Decorative Circles">
            <a:extLst>
              <a:ext uri="{FF2B5EF4-FFF2-40B4-BE49-F238E27FC236}">
                <a16:creationId xmlns:a16="http://schemas.microsoft.com/office/drawing/2014/main" id="{4DB68B21-F855-4148-AD7C-795E902A7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67484" y="236341"/>
            <a:ext cx="10677791" cy="4262956"/>
            <a:chOff x="767484" y="236341"/>
            <a:chExt cx="10677791" cy="4262956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8FE8A9D-61A5-4729-A73B-267B9BE585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49767" y="3283228"/>
              <a:ext cx="226735" cy="226735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E3399E0-5F4E-4D62-8091-A0AA8DAA7B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413359" y="386135"/>
              <a:ext cx="466441" cy="466441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1781BEF-3C20-4A56-889B-BB417F6A38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290699" y="236341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08F0DD55-BEC3-46E7-84ED-00CB94AC04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67484" y="2755518"/>
              <a:ext cx="466441" cy="466441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8FFEF100-17D7-4C78-A7C3-B6C8B72E85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31908" y="3813254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294263B-2870-4828-96FD-00C2A36282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75095" y="3592374"/>
              <a:ext cx="305780" cy="30578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8A94EBD-B5CB-4D31-A42E-E68B0D25BF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494104" y="4385930"/>
              <a:ext cx="113367" cy="113367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Oval 2">
            <a:extLst>
              <a:ext uri="{FF2B5EF4-FFF2-40B4-BE49-F238E27FC236}">
                <a16:creationId xmlns:a16="http://schemas.microsoft.com/office/drawing/2014/main" id="{5F7F20D7-57B2-4CF8-AF7D-90D6A5E1FF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474" y="305966"/>
            <a:ext cx="2051331" cy="205133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Graphic 22">
            <a:extLst>
              <a:ext uri="{FF2B5EF4-FFF2-40B4-BE49-F238E27FC236}">
                <a16:creationId xmlns:a16="http://schemas.microsoft.com/office/drawing/2014/main" id="{05AC83E9-3498-4F8F-84F8-2E22FE72E3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6399" y="319698"/>
            <a:ext cx="2037600" cy="2037600"/>
          </a:xfrm>
          <a:prstGeom prst="rect">
            <a:avLst/>
          </a:prstGeom>
        </p:spPr>
      </p:pic>
      <p:sp>
        <p:nvSpPr>
          <p:cNvPr id="25" name="Oval 1">
            <a:extLst>
              <a:ext uri="{FF2B5EF4-FFF2-40B4-BE49-F238E27FC236}">
                <a16:creationId xmlns:a16="http://schemas.microsoft.com/office/drawing/2014/main" id="{6832CB48-19E2-438E-B5D1-126B6228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478580" y="0"/>
            <a:ext cx="2733089" cy="2357297"/>
          </a:xfrm>
          <a:custGeom>
            <a:avLst/>
            <a:gdLst>
              <a:gd name="connsiteX0" fmla="*/ 288659 w 3192131"/>
              <a:gd name="connsiteY0" fmla="*/ 0 h 2753222"/>
              <a:gd name="connsiteX1" fmla="*/ 3192131 w 3192131"/>
              <a:gd name="connsiteY1" fmla="*/ 0 h 2753222"/>
              <a:gd name="connsiteX2" fmla="*/ 3192131 w 3192131"/>
              <a:gd name="connsiteY2" fmla="*/ 2058956 h 2753222"/>
              <a:gd name="connsiteX3" fmla="*/ 3158043 w 3192131"/>
              <a:gd name="connsiteY3" fmla="*/ 2104541 h 2753222"/>
              <a:gd name="connsiteX4" fmla="*/ 1782545 w 3192131"/>
              <a:gd name="connsiteY4" fmla="*/ 2753222 h 2753222"/>
              <a:gd name="connsiteX5" fmla="*/ 0 w 3192131"/>
              <a:gd name="connsiteY5" fmla="*/ 970677 h 2753222"/>
              <a:gd name="connsiteX6" fmla="*/ 215144 w 3192131"/>
              <a:gd name="connsiteY6" fmla="*/ 121011 h 27532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192131" h="2753222">
                <a:moveTo>
                  <a:pt x="288659" y="0"/>
                </a:moveTo>
                <a:lnTo>
                  <a:pt x="3192131" y="0"/>
                </a:lnTo>
                <a:lnTo>
                  <a:pt x="3192131" y="2058956"/>
                </a:lnTo>
                <a:lnTo>
                  <a:pt x="3158043" y="2104541"/>
                </a:lnTo>
                <a:cubicBezTo>
                  <a:pt x="2831098" y="2500707"/>
                  <a:pt x="2336311" y="2753222"/>
                  <a:pt x="1782545" y="2753222"/>
                </a:cubicBezTo>
                <a:cubicBezTo>
                  <a:pt x="798073" y="2753222"/>
                  <a:pt x="0" y="1955149"/>
                  <a:pt x="0" y="970677"/>
                </a:cubicBezTo>
                <a:cubicBezTo>
                  <a:pt x="0" y="663030"/>
                  <a:pt x="77937" y="373585"/>
                  <a:pt x="215144" y="121011"/>
                </a:cubicBezTo>
                <a:close/>
              </a:path>
            </a:pathLst>
          </a:cu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548560FE-8DD7-4FBB-A597-9902F385AA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8631" t="30907" r="23362" b="17441"/>
          <a:stretch/>
        </p:blipFill>
        <p:spPr>
          <a:xfrm>
            <a:off x="9573575" y="-4327"/>
            <a:ext cx="2668147" cy="2375897"/>
          </a:xfrm>
          <a:prstGeom prst="rect">
            <a:avLst/>
          </a:prstGeom>
        </p:spPr>
      </p:pic>
      <p:sp>
        <p:nvSpPr>
          <p:cNvPr id="29" name="Oval 3">
            <a:extLst>
              <a:ext uri="{FF2B5EF4-FFF2-40B4-BE49-F238E27FC236}">
                <a16:creationId xmlns:a16="http://schemas.microsoft.com/office/drawing/2014/main" id="{F4B85B88-409F-4670-A4FF-5C58623B7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 rot="16200000">
            <a:off x="-639576" y="4068576"/>
            <a:ext cx="2914772" cy="1635620"/>
          </a:xfrm>
          <a:custGeom>
            <a:avLst/>
            <a:gdLst>
              <a:gd name="connsiteX0" fmla="*/ 18128 w 4408870"/>
              <a:gd name="connsiteY0" fmla="*/ 0 h 2474031"/>
              <a:gd name="connsiteX1" fmla="*/ 4390742 w 4408870"/>
              <a:gd name="connsiteY1" fmla="*/ 0 h 2474031"/>
              <a:gd name="connsiteX2" fmla="*/ 4397489 w 4408870"/>
              <a:gd name="connsiteY2" fmla="*/ 44205 h 2474031"/>
              <a:gd name="connsiteX3" fmla="*/ 4408870 w 4408870"/>
              <a:gd name="connsiteY3" fmla="*/ 269596 h 2474031"/>
              <a:gd name="connsiteX4" fmla="*/ 2204435 w 4408870"/>
              <a:gd name="connsiteY4" fmla="*/ 2474031 h 2474031"/>
              <a:gd name="connsiteX5" fmla="*/ 0 w 4408870"/>
              <a:gd name="connsiteY5" fmla="*/ 269596 h 2474031"/>
              <a:gd name="connsiteX6" fmla="*/ 11381 w 4408870"/>
              <a:gd name="connsiteY6" fmla="*/ 44205 h 24740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8870" h="2474031">
                <a:moveTo>
                  <a:pt x="18128" y="0"/>
                </a:moveTo>
                <a:lnTo>
                  <a:pt x="4390742" y="0"/>
                </a:lnTo>
                <a:lnTo>
                  <a:pt x="4397489" y="44205"/>
                </a:lnTo>
                <a:cubicBezTo>
                  <a:pt x="4405015" y="118312"/>
                  <a:pt x="4408870" y="193504"/>
                  <a:pt x="4408870" y="269596"/>
                </a:cubicBezTo>
                <a:cubicBezTo>
                  <a:pt x="4408870" y="1487072"/>
                  <a:pt x="3421911" y="2474031"/>
                  <a:pt x="2204435" y="2474031"/>
                </a:cubicBezTo>
                <a:cubicBezTo>
                  <a:pt x="986959" y="2474031"/>
                  <a:pt x="0" y="1487072"/>
                  <a:pt x="0" y="269596"/>
                </a:cubicBezTo>
                <a:cubicBezTo>
                  <a:pt x="0" y="193504"/>
                  <a:pt x="3855" y="118312"/>
                  <a:pt x="11381" y="44205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Graphic 30">
            <a:extLst>
              <a:ext uri="{FF2B5EF4-FFF2-40B4-BE49-F238E27FC236}">
                <a16:creationId xmlns:a16="http://schemas.microsoft.com/office/drawing/2014/main" id="{66265FF8-949A-452A-882B-BDD3320900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45737" t="12146" r="12288" b="12942"/>
          <a:stretch/>
        </p:blipFill>
        <p:spPr>
          <a:xfrm>
            <a:off x="0" y="3409035"/>
            <a:ext cx="1633210" cy="2914772"/>
          </a:xfrm>
          <a:prstGeom prst="rect">
            <a:avLst/>
          </a:prstGeom>
        </p:spPr>
      </p:pic>
      <p:sp>
        <p:nvSpPr>
          <p:cNvPr id="33" name="Oval 4">
            <a:extLst>
              <a:ext uri="{FF2B5EF4-FFF2-40B4-BE49-F238E27FC236}">
                <a16:creationId xmlns:a16="http://schemas.microsoft.com/office/drawing/2014/main" id="{52B7F1A1-8894-44DC-8FCC-6CE9F127AA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9994790" y="4395252"/>
            <a:ext cx="2216879" cy="2462747"/>
          </a:xfrm>
          <a:custGeom>
            <a:avLst/>
            <a:gdLst>
              <a:gd name="connsiteX0" fmla="*/ 2133985 w 3086667"/>
              <a:gd name="connsiteY0" fmla="*/ 0 h 3429000"/>
              <a:gd name="connsiteX1" fmla="*/ 2964628 w 3086667"/>
              <a:gd name="connsiteY1" fmla="*/ 167699 h 3429000"/>
              <a:gd name="connsiteX2" fmla="*/ 3086667 w 3086667"/>
              <a:gd name="connsiteY2" fmla="*/ 226489 h 3429000"/>
              <a:gd name="connsiteX3" fmla="*/ 3086667 w 3086667"/>
              <a:gd name="connsiteY3" fmla="*/ 3429000 h 3429000"/>
              <a:gd name="connsiteX4" fmla="*/ 440639 w 3086667"/>
              <a:gd name="connsiteY4" fmla="*/ 3429000 h 3429000"/>
              <a:gd name="connsiteX5" fmla="*/ 364451 w 3086667"/>
              <a:gd name="connsiteY5" fmla="*/ 3327116 h 3429000"/>
              <a:gd name="connsiteX6" fmla="*/ 0 w 3086667"/>
              <a:gd name="connsiteY6" fmla="*/ 2133985 h 3429000"/>
              <a:gd name="connsiteX7" fmla="*/ 2133985 w 3086667"/>
              <a:gd name="connsiteY7" fmla="*/ 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086667" h="3429000">
                <a:moveTo>
                  <a:pt x="2133985" y="0"/>
                </a:moveTo>
                <a:cubicBezTo>
                  <a:pt x="2428627" y="0"/>
                  <a:pt x="2709322" y="59714"/>
                  <a:pt x="2964628" y="167699"/>
                </a:cubicBezTo>
                <a:lnTo>
                  <a:pt x="3086667" y="226489"/>
                </a:lnTo>
                <a:lnTo>
                  <a:pt x="3086667" y="3429000"/>
                </a:lnTo>
                <a:lnTo>
                  <a:pt x="440639" y="3429000"/>
                </a:lnTo>
                <a:lnTo>
                  <a:pt x="364451" y="3327116"/>
                </a:lnTo>
                <a:cubicBezTo>
                  <a:pt x="134356" y="2986530"/>
                  <a:pt x="0" y="2575948"/>
                  <a:pt x="0" y="2133985"/>
                </a:cubicBezTo>
                <a:cubicBezTo>
                  <a:pt x="0" y="955418"/>
                  <a:pt x="955418" y="0"/>
                  <a:pt x="2133985" y="0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90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35" name="Graphic 34">
            <a:extLst>
              <a:ext uri="{FF2B5EF4-FFF2-40B4-BE49-F238E27FC236}">
                <a16:creationId xmlns:a16="http://schemas.microsoft.com/office/drawing/2014/main" id="{6FEF5495-925E-4DBE-A677-EF910F8266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8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l="11935" t="10861" r="33955" b="27347"/>
          <a:stretch/>
        </p:blipFill>
        <p:spPr>
          <a:xfrm>
            <a:off x="9972468" y="4341999"/>
            <a:ext cx="2239201" cy="252532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BF9F843-C83B-1766-A78B-D65C53641C75}"/>
              </a:ext>
            </a:extLst>
          </p:cNvPr>
          <p:cNvSpPr txBox="1"/>
          <p:nvPr/>
        </p:nvSpPr>
        <p:spPr>
          <a:xfrm>
            <a:off x="1884243" y="3896598"/>
            <a:ext cx="922748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Google Sans"/>
              </a:rPr>
              <a:t>Ensemble</a:t>
            </a:r>
            <a:r>
              <a:rPr lang="en-US" sz="2400" b="1" dirty="0">
                <a:solidFill>
                  <a:srgbClr val="1F1F1F"/>
                </a:solidFill>
                <a:latin typeface="Google Sans"/>
              </a:rPr>
              <a:t>: </a:t>
            </a:r>
            <a:r>
              <a:rPr lang="en-US" sz="2400" dirty="0">
                <a:solidFill>
                  <a:srgbClr val="1F1F1F"/>
                </a:solidFill>
                <a:latin typeface="Google Sans"/>
              </a:rPr>
              <a:t>A</a:t>
            </a:r>
            <a:r>
              <a:rPr lang="en-US" sz="2400" b="0" i="0" dirty="0">
                <a:solidFill>
                  <a:srgbClr val="1F1F1F"/>
                </a:solidFill>
                <a:effectLst/>
                <a:latin typeface="Google Sans"/>
              </a:rPr>
              <a:t> group of items viewed as a whole rather than individually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534625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47644-137C-722A-B29C-9F102A4A5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446314"/>
            <a:ext cx="10659110" cy="573064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800" b="1" dirty="0"/>
              <a:t>🌟 What Are Ensemble Methods?</a:t>
            </a:r>
          </a:p>
          <a:p>
            <a:pPr marL="0" indent="0">
              <a:buNone/>
            </a:pPr>
            <a:r>
              <a:rPr lang="en-US" sz="2400" dirty="0"/>
              <a:t>Ensemble methods are like </a:t>
            </a:r>
            <a:r>
              <a:rPr lang="en-US" sz="2400" b="1" dirty="0">
                <a:solidFill>
                  <a:srgbClr val="C00000"/>
                </a:solidFill>
              </a:rPr>
              <a:t>asking multiple experts </a:t>
            </a:r>
            <a:r>
              <a:rPr lang="en-US" sz="2400" b="1" dirty="0">
                <a:solidFill>
                  <a:srgbClr val="002060"/>
                </a:solidFill>
              </a:rPr>
              <a:t>instead of relying on just one</a:t>
            </a:r>
            <a:r>
              <a:rPr lang="en-US" sz="2400" dirty="0"/>
              <a:t>. The idea is:</a:t>
            </a:r>
          </a:p>
          <a:p>
            <a:pPr marL="0" indent="0">
              <a:buNone/>
            </a:pPr>
            <a:r>
              <a:rPr lang="en-US" sz="2400" dirty="0"/>
              <a:t>	"</a:t>
            </a:r>
            <a:r>
              <a:rPr lang="en-US" sz="2400" b="1" dirty="0">
                <a:solidFill>
                  <a:srgbClr val="0070C0"/>
                </a:solidFill>
              </a:rPr>
              <a:t>Many weak models combined together can give a strong model</a:t>
            </a:r>
            <a:r>
              <a:rPr lang="en-US" sz="2400" dirty="0"/>
              <a:t>.“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400" dirty="0"/>
              <a:t>In machine learning, an ensemble </a:t>
            </a:r>
            <a:r>
              <a:rPr lang="en-US" sz="2400" b="1" dirty="0"/>
              <a:t>combines the predictions of several models </a:t>
            </a:r>
            <a:r>
              <a:rPr lang="en-US" sz="2400" dirty="0"/>
              <a:t>to make a better overall prediction.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2400" b="1" dirty="0"/>
              <a:t>Simple Real-Life Example:</a:t>
            </a:r>
          </a:p>
          <a:p>
            <a:r>
              <a:rPr lang="en-US" sz="2400" dirty="0"/>
              <a:t>Imagine you want to decide whether to watch a movie.</a:t>
            </a:r>
          </a:p>
          <a:p>
            <a:r>
              <a:rPr lang="en-US" sz="2400" dirty="0"/>
              <a:t>You ask 1 friend: They say, "Maybe it's good."</a:t>
            </a:r>
          </a:p>
          <a:p>
            <a:r>
              <a:rPr lang="en-US" sz="2400" dirty="0"/>
              <a:t>But if you ask </a:t>
            </a:r>
            <a:r>
              <a:rPr lang="en-US" sz="2400" b="1" dirty="0"/>
              <a:t>10 friends</a:t>
            </a:r>
            <a:r>
              <a:rPr lang="en-US" sz="2400" dirty="0"/>
              <a:t>, and </a:t>
            </a:r>
            <a:r>
              <a:rPr lang="en-US" sz="2400" b="1" dirty="0"/>
              <a:t>7 say it's great</a:t>
            </a:r>
            <a:r>
              <a:rPr lang="en-US" sz="2400" dirty="0"/>
              <a:t>, you're more confident.</a:t>
            </a:r>
          </a:p>
          <a:p>
            <a:r>
              <a:rPr lang="en-US" sz="2400" dirty="0"/>
              <a:t>This is exactly what ensemble methods do — </a:t>
            </a:r>
            <a:r>
              <a:rPr lang="en-US" sz="2400" b="1" dirty="0"/>
              <a:t>combine multiple opinions (models)</a:t>
            </a:r>
            <a:r>
              <a:rPr lang="en-US" sz="2400" dirty="0"/>
              <a:t> to make a better decision.</a:t>
            </a:r>
          </a:p>
        </p:txBody>
      </p:sp>
    </p:spTree>
    <p:extLst>
      <p:ext uri="{BB962C8B-B14F-4D97-AF65-F5344CB8AC3E}">
        <p14:creationId xmlns:p14="http://schemas.microsoft.com/office/powerpoint/2010/main" val="20334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4DED7-453C-5981-620B-CE7F1746B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A71564-5992-DED5-30F3-53E93DF71C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18457"/>
            <a:ext cx="10659110" cy="54585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/>
              <a:t>Why Use Ensemble Methods?</a:t>
            </a:r>
          </a:p>
          <a:p>
            <a:r>
              <a:rPr lang="en-US" sz="3200" dirty="0"/>
              <a:t>Reduce </a:t>
            </a:r>
            <a:r>
              <a:rPr lang="en-US" sz="3200" b="1" dirty="0"/>
              <a:t>errors</a:t>
            </a:r>
            <a:endParaRPr lang="en-US" sz="3200" dirty="0"/>
          </a:p>
          <a:p>
            <a:r>
              <a:rPr lang="en-US" sz="3200" dirty="0"/>
              <a:t>Improve </a:t>
            </a:r>
            <a:r>
              <a:rPr lang="en-US" sz="3200" b="1" dirty="0"/>
              <a:t>accuracy</a:t>
            </a:r>
            <a:endParaRPr lang="en-US" sz="3200" dirty="0"/>
          </a:p>
          <a:p>
            <a:r>
              <a:rPr lang="en-US" sz="3200" dirty="0"/>
              <a:t>Handle </a:t>
            </a:r>
            <a:r>
              <a:rPr lang="en-US" sz="3200" b="1" dirty="0"/>
              <a:t>overfitting</a:t>
            </a:r>
            <a:r>
              <a:rPr lang="en-US" sz="3200" dirty="0"/>
              <a:t> and </a:t>
            </a:r>
            <a:r>
              <a:rPr lang="en-US" sz="3200" b="1" dirty="0"/>
              <a:t>underfitting</a:t>
            </a:r>
            <a:endParaRPr lang="en-US" sz="3200" dirty="0"/>
          </a:p>
          <a:p>
            <a:pPr marL="0" indent="0">
              <a:buNone/>
            </a:pP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11353509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159CB9-1B49-9628-D6AC-11A36D5C2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14" name="Rectangle 2113">
            <a:extLst>
              <a:ext uri="{FF2B5EF4-FFF2-40B4-BE49-F238E27FC236}">
                <a16:creationId xmlns:a16="http://schemas.microsoft.com/office/drawing/2014/main" id="{99B5B3C5-A599-465B-B2B9-866E8B2087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12192001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15" name="Rectangle 2114">
            <a:extLst>
              <a:ext uri="{FF2B5EF4-FFF2-40B4-BE49-F238E27FC236}">
                <a16:creationId xmlns:a16="http://schemas.microsoft.com/office/drawing/2014/main" id="{25C84982-7DD0-43B1-8A2D-BFA4DF1B4E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12192001" cy="6858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2116" name="Decorative Circles">
            <a:extLst>
              <a:ext uri="{FF2B5EF4-FFF2-40B4-BE49-F238E27FC236}">
                <a16:creationId xmlns:a16="http://schemas.microsoft.com/office/drawing/2014/main" id="{1D912E1C-3BBA-42F0-A3EE-FEC382E723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-1"/>
            <a:ext cx="12192001" cy="6858001"/>
            <a:chOff x="-1" y="-1"/>
            <a:chExt cx="12192001" cy="6858001"/>
          </a:xfrm>
        </p:grpSpPr>
        <p:sp>
          <p:nvSpPr>
            <p:cNvPr id="2117" name="Oval 2116">
              <a:extLst>
                <a:ext uri="{FF2B5EF4-FFF2-40B4-BE49-F238E27FC236}">
                  <a16:creationId xmlns:a16="http://schemas.microsoft.com/office/drawing/2014/main" id="{2FEEAC76-E273-46A8-8F8E-CE59860FE7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09098" y="727602"/>
              <a:ext cx="172408" cy="172408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18" name="Oval 2117">
              <a:extLst>
                <a:ext uri="{FF2B5EF4-FFF2-40B4-BE49-F238E27FC236}">
                  <a16:creationId xmlns:a16="http://schemas.microsoft.com/office/drawing/2014/main" id="{76594A0E-9400-45AD-A431-1DA1C0B28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49947" y="136523"/>
              <a:ext cx="113367" cy="113367"/>
            </a:xfrm>
            <a:prstGeom prst="ellipse">
              <a:avLst/>
            </a:prstGeom>
            <a:solidFill>
              <a:srgbClr val="F39E29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19" name="Oval 2118">
              <a:extLst>
                <a:ext uri="{FF2B5EF4-FFF2-40B4-BE49-F238E27FC236}">
                  <a16:creationId xmlns:a16="http://schemas.microsoft.com/office/drawing/2014/main" id="{20916D6C-D32F-42B6-8512-CD5EDB8F2B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575290" y="5859047"/>
              <a:ext cx="305780" cy="30578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20" name="Oval 2119">
              <a:extLst>
                <a:ext uri="{FF2B5EF4-FFF2-40B4-BE49-F238E27FC236}">
                  <a16:creationId xmlns:a16="http://schemas.microsoft.com/office/drawing/2014/main" id="{3834846D-59C6-40F4-907C-F1A4689B58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5730" y="1133938"/>
              <a:ext cx="226735" cy="226735"/>
            </a:xfrm>
            <a:prstGeom prst="ellipse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21" name="Oval 2120">
              <a:extLst>
                <a:ext uri="{FF2B5EF4-FFF2-40B4-BE49-F238E27FC236}">
                  <a16:creationId xmlns:a16="http://schemas.microsoft.com/office/drawing/2014/main" id="{5A257CDF-2E36-4DC7-8EE4-5CD8F8ECAC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536830" y="554419"/>
              <a:ext cx="382700" cy="382700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22" name="Oval 2121">
              <a:extLst>
                <a:ext uri="{FF2B5EF4-FFF2-40B4-BE49-F238E27FC236}">
                  <a16:creationId xmlns:a16="http://schemas.microsoft.com/office/drawing/2014/main" id="{D5B26E0E-A115-4AE2-82D8-76BB93CC4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224303" y="299808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23" name="Oval 2122">
              <a:extLst>
                <a:ext uri="{FF2B5EF4-FFF2-40B4-BE49-F238E27FC236}">
                  <a16:creationId xmlns:a16="http://schemas.microsoft.com/office/drawing/2014/main" id="{755058DB-7E01-4E95-BF59-983AA1BBB3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29630" y="5482355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24" name="Oval 2123">
              <a:extLst>
                <a:ext uri="{FF2B5EF4-FFF2-40B4-BE49-F238E27FC236}">
                  <a16:creationId xmlns:a16="http://schemas.microsoft.com/office/drawing/2014/main" id="{A810F7E2-23F3-44D6-B09E-71E5565360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415328" y="6124958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25" name="Oval 2124">
              <a:extLst>
                <a:ext uri="{FF2B5EF4-FFF2-40B4-BE49-F238E27FC236}">
                  <a16:creationId xmlns:a16="http://schemas.microsoft.com/office/drawing/2014/main" id="{59D5C391-E1DB-410A-A78C-ED3BBDFF07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20382" y="6255986"/>
              <a:ext cx="305780" cy="30578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26" name="Oval 2125">
              <a:extLst>
                <a:ext uri="{FF2B5EF4-FFF2-40B4-BE49-F238E27FC236}">
                  <a16:creationId xmlns:a16="http://schemas.microsoft.com/office/drawing/2014/main" id="{77C4944D-9373-4283-BCAA-927A031665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34343" y="6204350"/>
              <a:ext cx="113367" cy="11336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27" name="Freeform: Shape 2126">
              <a:extLst>
                <a:ext uri="{FF2B5EF4-FFF2-40B4-BE49-F238E27FC236}">
                  <a16:creationId xmlns:a16="http://schemas.microsoft.com/office/drawing/2014/main" id="{6804C521-2D9F-4CE4-AFD3-D4F1551FEC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42244" y="6317718"/>
              <a:ext cx="549756" cy="540282"/>
            </a:xfrm>
            <a:custGeom>
              <a:avLst/>
              <a:gdLst>
                <a:gd name="connsiteX0" fmla="*/ 1224540 w 2115556"/>
                <a:gd name="connsiteY0" fmla="*/ 0 h 2079100"/>
                <a:gd name="connsiteX1" fmla="*/ 2090421 w 2115556"/>
                <a:gd name="connsiteY1" fmla="*/ 358660 h 2079100"/>
                <a:gd name="connsiteX2" fmla="*/ 2115556 w 2115556"/>
                <a:gd name="connsiteY2" fmla="*/ 386315 h 2079100"/>
                <a:gd name="connsiteX3" fmla="*/ 2115556 w 2115556"/>
                <a:gd name="connsiteY3" fmla="*/ 2062765 h 2079100"/>
                <a:gd name="connsiteX4" fmla="*/ 2100710 w 2115556"/>
                <a:gd name="connsiteY4" fmla="*/ 2079100 h 2079100"/>
                <a:gd name="connsiteX5" fmla="*/ 348370 w 2115556"/>
                <a:gd name="connsiteY5" fmla="*/ 2079100 h 2079100"/>
                <a:gd name="connsiteX6" fmla="*/ 279625 w 2115556"/>
                <a:gd name="connsiteY6" fmla="*/ 2003461 h 2079100"/>
                <a:gd name="connsiteX7" fmla="*/ 0 w 2115556"/>
                <a:gd name="connsiteY7" fmla="*/ 1224540 h 2079100"/>
                <a:gd name="connsiteX8" fmla="*/ 1224540 w 2115556"/>
                <a:gd name="connsiteY8" fmla="*/ 0 h 207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15556" h="2079100">
                  <a:moveTo>
                    <a:pt x="1224540" y="0"/>
                  </a:moveTo>
                  <a:cubicBezTo>
                    <a:pt x="1562687" y="0"/>
                    <a:pt x="1868823" y="137062"/>
                    <a:pt x="2090421" y="358660"/>
                  </a:cubicBezTo>
                  <a:lnTo>
                    <a:pt x="2115556" y="386315"/>
                  </a:lnTo>
                  <a:lnTo>
                    <a:pt x="2115556" y="2062765"/>
                  </a:lnTo>
                  <a:lnTo>
                    <a:pt x="2100710" y="2079100"/>
                  </a:lnTo>
                  <a:lnTo>
                    <a:pt x="348370" y="2079100"/>
                  </a:lnTo>
                  <a:lnTo>
                    <a:pt x="279625" y="2003461"/>
                  </a:lnTo>
                  <a:cubicBezTo>
                    <a:pt x="104938" y="1791789"/>
                    <a:pt x="0" y="1520419"/>
                    <a:pt x="0" y="1224540"/>
                  </a:cubicBezTo>
                  <a:cubicBezTo>
                    <a:pt x="0" y="548245"/>
                    <a:pt x="548245" y="0"/>
                    <a:pt x="1224540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2128" name="Freeform: Shape 2127">
              <a:extLst>
                <a:ext uri="{FF2B5EF4-FFF2-40B4-BE49-F238E27FC236}">
                  <a16:creationId xmlns:a16="http://schemas.microsoft.com/office/drawing/2014/main" id="{755AC65C-13EF-4182-AA3C-62BE165CC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" y="-1"/>
              <a:ext cx="510196" cy="538336"/>
            </a:xfrm>
            <a:custGeom>
              <a:avLst/>
              <a:gdLst>
                <a:gd name="connsiteX0" fmla="*/ 0 w 510196"/>
                <a:gd name="connsiteY0" fmla="*/ 0 h 538336"/>
                <a:gd name="connsiteX1" fmla="*/ 459276 w 510196"/>
                <a:gd name="connsiteY1" fmla="*/ 0 h 538336"/>
                <a:gd name="connsiteX2" fmla="*/ 482126 w 510196"/>
                <a:gd name="connsiteY2" fmla="*/ 42098 h 538336"/>
                <a:gd name="connsiteX3" fmla="*/ 510196 w 510196"/>
                <a:gd name="connsiteY3" fmla="*/ 181136 h 538336"/>
                <a:gd name="connsiteX4" fmla="*/ 152996 w 510196"/>
                <a:gd name="connsiteY4" fmla="*/ 538336 h 538336"/>
                <a:gd name="connsiteX5" fmla="*/ 13958 w 510196"/>
                <a:gd name="connsiteY5" fmla="*/ 510266 h 538336"/>
                <a:gd name="connsiteX6" fmla="*/ 0 w 510196"/>
                <a:gd name="connsiteY6" fmla="*/ 502690 h 538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0196" h="538336">
                  <a:moveTo>
                    <a:pt x="0" y="0"/>
                  </a:moveTo>
                  <a:lnTo>
                    <a:pt x="459276" y="0"/>
                  </a:lnTo>
                  <a:lnTo>
                    <a:pt x="482126" y="42098"/>
                  </a:lnTo>
                  <a:cubicBezTo>
                    <a:pt x="500201" y="84833"/>
                    <a:pt x="510196" y="131817"/>
                    <a:pt x="510196" y="181136"/>
                  </a:cubicBezTo>
                  <a:cubicBezTo>
                    <a:pt x="510196" y="378412"/>
                    <a:pt x="350272" y="538336"/>
                    <a:pt x="152996" y="538336"/>
                  </a:cubicBezTo>
                  <a:cubicBezTo>
                    <a:pt x="103677" y="538336"/>
                    <a:pt x="56693" y="528341"/>
                    <a:pt x="13958" y="510266"/>
                  </a:cubicBezTo>
                  <a:lnTo>
                    <a:pt x="0" y="50269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2129" name="Freeform: Shape 2128">
              <a:extLst>
                <a:ext uri="{FF2B5EF4-FFF2-40B4-BE49-F238E27FC236}">
                  <a16:creationId xmlns:a16="http://schemas.microsoft.com/office/drawing/2014/main" id="{E40DA8D2-FA4B-4282-9D44-48C27B63A1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528695" y="1"/>
              <a:ext cx="554074" cy="282754"/>
            </a:xfrm>
            <a:custGeom>
              <a:avLst/>
              <a:gdLst>
                <a:gd name="connsiteX0" fmla="*/ 644 w 309162"/>
                <a:gd name="connsiteY0" fmla="*/ 0 h 157771"/>
                <a:gd name="connsiteX1" fmla="*/ 308518 w 309162"/>
                <a:gd name="connsiteY1" fmla="*/ 0 h 157771"/>
                <a:gd name="connsiteX2" fmla="*/ 309162 w 309162"/>
                <a:gd name="connsiteY2" fmla="*/ 3190 h 157771"/>
                <a:gd name="connsiteX3" fmla="*/ 154581 w 309162"/>
                <a:gd name="connsiteY3" fmla="*/ 157771 h 157771"/>
                <a:gd name="connsiteX4" fmla="*/ 0 w 309162"/>
                <a:gd name="connsiteY4" fmla="*/ 3190 h 157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9162" h="157771">
                  <a:moveTo>
                    <a:pt x="644" y="0"/>
                  </a:moveTo>
                  <a:lnTo>
                    <a:pt x="308518" y="0"/>
                  </a:lnTo>
                  <a:lnTo>
                    <a:pt x="309162" y="3190"/>
                  </a:lnTo>
                  <a:cubicBezTo>
                    <a:pt x="309162" y="88563"/>
                    <a:pt x="239954" y="157771"/>
                    <a:pt x="154581" y="157771"/>
                  </a:cubicBezTo>
                  <a:cubicBezTo>
                    <a:pt x="69208" y="157771"/>
                    <a:pt x="0" y="88563"/>
                    <a:pt x="0" y="319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2130" name="Oval 2129">
              <a:extLst>
                <a:ext uri="{FF2B5EF4-FFF2-40B4-BE49-F238E27FC236}">
                  <a16:creationId xmlns:a16="http://schemas.microsoft.com/office/drawing/2014/main" id="{99065014-CB18-414D-A527-31ECC45700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04140" y="1132500"/>
              <a:ext cx="84680" cy="846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31" name="Freeform: Shape 2130">
              <a:extLst>
                <a:ext uri="{FF2B5EF4-FFF2-40B4-BE49-F238E27FC236}">
                  <a16:creationId xmlns:a16="http://schemas.microsoft.com/office/drawing/2014/main" id="{8F39E27A-56C1-4328-8DF1-2DA147C784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51348" y="5576515"/>
              <a:ext cx="137603" cy="210490"/>
            </a:xfrm>
            <a:custGeom>
              <a:avLst/>
              <a:gdLst>
                <a:gd name="connsiteX0" fmla="*/ 105245 w 137603"/>
                <a:gd name="connsiteY0" fmla="*/ 0 h 210490"/>
                <a:gd name="connsiteX1" fmla="*/ 137603 w 137603"/>
                <a:gd name="connsiteY1" fmla="*/ 6533 h 210490"/>
                <a:gd name="connsiteX2" fmla="*/ 137603 w 137603"/>
                <a:gd name="connsiteY2" fmla="*/ 203957 h 210490"/>
                <a:gd name="connsiteX3" fmla="*/ 105245 w 137603"/>
                <a:gd name="connsiteY3" fmla="*/ 210490 h 210490"/>
                <a:gd name="connsiteX4" fmla="*/ 0 w 137603"/>
                <a:gd name="connsiteY4" fmla="*/ 105245 h 210490"/>
                <a:gd name="connsiteX5" fmla="*/ 105245 w 137603"/>
                <a:gd name="connsiteY5" fmla="*/ 0 h 210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603" h="210490">
                  <a:moveTo>
                    <a:pt x="105245" y="0"/>
                  </a:moveTo>
                  <a:lnTo>
                    <a:pt x="137603" y="6533"/>
                  </a:lnTo>
                  <a:lnTo>
                    <a:pt x="137603" y="203957"/>
                  </a:lnTo>
                  <a:lnTo>
                    <a:pt x="105245" y="210490"/>
                  </a:lnTo>
                  <a:cubicBezTo>
                    <a:pt x="47120" y="210490"/>
                    <a:pt x="0" y="163370"/>
                    <a:pt x="0" y="105245"/>
                  </a:cubicBezTo>
                  <a:cubicBezTo>
                    <a:pt x="0" y="47120"/>
                    <a:pt x="47120" y="0"/>
                    <a:pt x="105245" y="0"/>
                  </a:cubicBezTo>
                  <a:close/>
                </a:path>
              </a:pathLst>
            </a:cu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</p:grpSp>
      <p:sp useBgFill="1">
        <p:nvSpPr>
          <p:cNvPr id="2132" name="Rectangle 2131">
            <a:extLst>
              <a:ext uri="{FF2B5EF4-FFF2-40B4-BE49-F238E27FC236}">
                <a16:creationId xmlns:a16="http://schemas.microsoft.com/office/drawing/2014/main" id="{B7818AA9-82F7-46F6-8A83-1A6258163B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50" name="Picture 2" descr="Ensemble Methods of Data Mining">
            <a:extLst>
              <a:ext uri="{FF2B5EF4-FFF2-40B4-BE49-F238E27FC236}">
                <a16:creationId xmlns:a16="http://schemas.microsoft.com/office/drawing/2014/main" id="{87C874CA-08E6-867A-EE76-C29F2DC51D8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659" r="18452"/>
          <a:stretch>
            <a:fillRect/>
          </a:stretch>
        </p:blipFill>
        <p:spPr bwMode="auto">
          <a:xfrm>
            <a:off x="-1" y="10"/>
            <a:ext cx="12192001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33" name="Group 2132">
            <a:extLst>
              <a:ext uri="{FF2B5EF4-FFF2-40B4-BE49-F238E27FC236}">
                <a16:creationId xmlns:a16="http://schemas.microsoft.com/office/drawing/2014/main" id="{FCEBDFAC-E3E5-4883-8BE7-B43474AE3B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10450" y="236341"/>
            <a:ext cx="11410891" cy="5901949"/>
            <a:chOff x="310450" y="236341"/>
            <a:chExt cx="11410891" cy="5901949"/>
          </a:xfrm>
        </p:grpSpPr>
        <p:sp>
          <p:nvSpPr>
            <p:cNvPr id="2079" name="Oval 2078">
              <a:extLst>
                <a:ext uri="{FF2B5EF4-FFF2-40B4-BE49-F238E27FC236}">
                  <a16:creationId xmlns:a16="http://schemas.microsoft.com/office/drawing/2014/main" id="{526A544A-3C76-4502-A741-F4DB0E2CD2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5328" y="1050301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80" name="Oval 2079">
              <a:extLst>
                <a:ext uri="{FF2B5EF4-FFF2-40B4-BE49-F238E27FC236}">
                  <a16:creationId xmlns:a16="http://schemas.microsoft.com/office/drawing/2014/main" id="{017B8593-D171-47B5-8D1A-E34E7B1384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10450" y="1144461"/>
              <a:ext cx="226735" cy="226735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81" name="Oval 2080">
              <a:extLst>
                <a:ext uri="{FF2B5EF4-FFF2-40B4-BE49-F238E27FC236}">
                  <a16:creationId xmlns:a16="http://schemas.microsoft.com/office/drawing/2014/main" id="{1FEF60D4-64F6-450F-B86D-383EEA1C84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88374" y="386135"/>
              <a:ext cx="466441" cy="466441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82" name="Oval 2081">
              <a:extLst>
                <a:ext uri="{FF2B5EF4-FFF2-40B4-BE49-F238E27FC236}">
                  <a16:creationId xmlns:a16="http://schemas.microsoft.com/office/drawing/2014/main" id="{A97D4A7C-B520-46CB-9A94-711F53997B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065714" y="236341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83" name="Oval 2082">
              <a:extLst>
                <a:ext uri="{FF2B5EF4-FFF2-40B4-BE49-F238E27FC236}">
                  <a16:creationId xmlns:a16="http://schemas.microsoft.com/office/drawing/2014/main" id="{2B7B976F-E84B-4936-90D7-C8298A5E7B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37185" y="538093"/>
              <a:ext cx="466441" cy="46644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84" name="Oval 2083">
              <a:extLst>
                <a:ext uri="{FF2B5EF4-FFF2-40B4-BE49-F238E27FC236}">
                  <a16:creationId xmlns:a16="http://schemas.microsoft.com/office/drawing/2014/main" id="{DC91FFEC-59DF-4D22-A925-F515207692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98320" y="5269378"/>
              <a:ext cx="223021" cy="22302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85" name="Oval 2084">
              <a:extLst>
                <a:ext uri="{FF2B5EF4-FFF2-40B4-BE49-F238E27FC236}">
                  <a16:creationId xmlns:a16="http://schemas.microsoft.com/office/drawing/2014/main" id="{58931E95-0847-47E4-8AEC-312312A032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279878" y="5832510"/>
              <a:ext cx="305780" cy="30578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86" name="Oval 2085">
              <a:extLst>
                <a:ext uri="{FF2B5EF4-FFF2-40B4-BE49-F238E27FC236}">
                  <a16:creationId xmlns:a16="http://schemas.microsoft.com/office/drawing/2014/main" id="{3C094915-EF93-49A0-9B90-C44FB9B500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86119" y="5492399"/>
              <a:ext cx="113367" cy="113367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583869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A2DB1-65A6-676A-42C4-6F048D89B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53F7B-F048-86FF-A697-C775D42B2A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18457"/>
            <a:ext cx="10659110" cy="5458506"/>
          </a:xfrm>
        </p:spPr>
        <p:txBody>
          <a:bodyPr>
            <a:normAutofit lnSpcReduction="10000"/>
          </a:bodyPr>
          <a:lstStyle/>
          <a:p>
            <a:pPr marL="457200" indent="-457200">
              <a:buAutoNum type="arabicPeriod"/>
            </a:pPr>
            <a:r>
              <a:rPr lang="en-IN" sz="2400" b="1" dirty="0"/>
              <a:t>Bagging: (</a:t>
            </a:r>
            <a:r>
              <a:rPr lang="en-US" sz="2400" b="1" dirty="0"/>
              <a:t>Bootstrap Aggregating</a:t>
            </a:r>
            <a:r>
              <a:rPr lang="en-IN" sz="2400" b="1" dirty="0"/>
              <a:t>)</a:t>
            </a:r>
          </a:p>
          <a:p>
            <a:r>
              <a:rPr lang="en-US" sz="2400" b="1" dirty="0"/>
              <a:t>Bootstrap Aggregating is </a:t>
            </a:r>
            <a:r>
              <a:rPr lang="en-US" sz="2400" dirty="0"/>
              <a:t>a </a:t>
            </a:r>
            <a:r>
              <a:rPr lang="en-US" sz="2400" b="1" dirty="0"/>
              <a:t>machine learning ensemble method</a:t>
            </a:r>
            <a:r>
              <a:rPr lang="en-US" sz="2400" dirty="0"/>
              <a:t> that helps improve </a:t>
            </a:r>
            <a:r>
              <a:rPr lang="en-US" sz="2400" b="1" dirty="0">
                <a:solidFill>
                  <a:srgbClr val="C00000"/>
                </a:solidFill>
              </a:rPr>
              <a:t>accuracy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C00000"/>
                </a:solidFill>
              </a:rPr>
              <a:t>reduce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overfitting</a:t>
            </a:r>
            <a:r>
              <a:rPr lang="en-US" sz="2400" dirty="0"/>
              <a:t> by:</a:t>
            </a:r>
          </a:p>
          <a:p>
            <a:pPr lvl="1"/>
            <a:r>
              <a:rPr lang="en-US" sz="2400" dirty="0"/>
              <a:t>Creating </a:t>
            </a:r>
            <a:r>
              <a:rPr lang="en-US" sz="2400" b="1" dirty="0"/>
              <a:t>many versions</a:t>
            </a:r>
            <a:r>
              <a:rPr lang="en-US" sz="2400" dirty="0"/>
              <a:t> of a model (like decision trees),</a:t>
            </a:r>
          </a:p>
          <a:p>
            <a:pPr lvl="1"/>
            <a:r>
              <a:rPr lang="en-US" sz="2400" dirty="0"/>
              <a:t>Training each on a </a:t>
            </a:r>
            <a:r>
              <a:rPr lang="en-US" sz="2400" b="1" dirty="0"/>
              <a:t>random sample of the data</a:t>
            </a:r>
            <a:r>
              <a:rPr lang="en-US" sz="2400" dirty="0"/>
              <a:t>,</a:t>
            </a:r>
          </a:p>
          <a:p>
            <a:pPr lvl="1"/>
            <a:r>
              <a:rPr lang="en-US" sz="2400" b="1" dirty="0"/>
              <a:t>Combining</a:t>
            </a:r>
            <a:r>
              <a:rPr lang="en-US" sz="2400" dirty="0"/>
              <a:t> their predictions (e.g., by majority vote or averaging).</a:t>
            </a:r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r>
              <a:rPr lang="en-US" sz="2400" b="1" dirty="0"/>
              <a:t>Real-Life Analogy:</a:t>
            </a:r>
          </a:p>
          <a:p>
            <a:pPr marL="0" indent="0">
              <a:buNone/>
            </a:pPr>
            <a:r>
              <a:rPr lang="en-US" sz="2400" dirty="0"/>
              <a:t>Imagine a teacher wants to predict whether </a:t>
            </a:r>
            <a:r>
              <a:rPr lang="en-US" sz="2400" b="1" dirty="0">
                <a:solidFill>
                  <a:srgbClr val="C00000"/>
                </a:solidFill>
              </a:rPr>
              <a:t>students will pass</a:t>
            </a:r>
            <a:r>
              <a:rPr lang="en-US" sz="2400" dirty="0"/>
              <a:t> based on their </a:t>
            </a:r>
            <a:r>
              <a:rPr lang="en-US" sz="2400" b="1" dirty="0"/>
              <a:t>study hours.</a:t>
            </a:r>
          </a:p>
          <a:p>
            <a:pPr marL="0" indent="0">
              <a:buNone/>
            </a:pPr>
            <a:r>
              <a:rPr lang="en-US" sz="2400" dirty="0"/>
              <a:t>Instead of asking one tutor to guess, the teacher asks 10 different tutors, each given slightly </a:t>
            </a:r>
            <a:r>
              <a:rPr lang="en-US" sz="2400" b="1" dirty="0">
                <a:solidFill>
                  <a:srgbClr val="C00000"/>
                </a:solidFill>
              </a:rPr>
              <a:t>different groups of students </a:t>
            </a:r>
            <a:r>
              <a:rPr lang="en-US" sz="2400" dirty="0"/>
              <a:t>(with repetition allowed). Then, the teacher combines all their answers to make a final decision.</a:t>
            </a:r>
          </a:p>
          <a:p>
            <a:pPr marL="0" indent="0">
              <a:buNone/>
            </a:pPr>
            <a:r>
              <a:rPr lang="en-US" sz="2400" dirty="0"/>
              <a:t>💡 This teamwork leads to a better and more balanced prediction.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3602778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5F252C-BEC4-B611-F1B6-EC74851D1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10" name="Rectangle 7209">
            <a:extLst>
              <a:ext uri="{FF2B5EF4-FFF2-40B4-BE49-F238E27FC236}">
                <a16:creationId xmlns:a16="http://schemas.microsoft.com/office/drawing/2014/main" id="{99B5B3C5-A599-465B-B2B9-866E8B2087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12192001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211" name="Rectangle 7210">
            <a:extLst>
              <a:ext uri="{FF2B5EF4-FFF2-40B4-BE49-F238E27FC236}">
                <a16:creationId xmlns:a16="http://schemas.microsoft.com/office/drawing/2014/main" id="{25C84982-7DD0-43B1-8A2D-BFA4DF1B4E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12192001" cy="6858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7212" name="Decorative Circles">
            <a:extLst>
              <a:ext uri="{FF2B5EF4-FFF2-40B4-BE49-F238E27FC236}">
                <a16:creationId xmlns:a16="http://schemas.microsoft.com/office/drawing/2014/main" id="{1D912E1C-3BBA-42F0-A3EE-FEC382E723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-1"/>
            <a:ext cx="12192001" cy="6858001"/>
            <a:chOff x="-1" y="-1"/>
            <a:chExt cx="12192001" cy="6858001"/>
          </a:xfrm>
        </p:grpSpPr>
        <p:sp>
          <p:nvSpPr>
            <p:cNvPr id="7213" name="Oval 7212">
              <a:extLst>
                <a:ext uri="{FF2B5EF4-FFF2-40B4-BE49-F238E27FC236}">
                  <a16:creationId xmlns:a16="http://schemas.microsoft.com/office/drawing/2014/main" id="{2FEEAC76-E273-46A8-8F8E-CE59860FE7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09098" y="727602"/>
              <a:ext cx="172408" cy="172408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14" name="Oval 7213">
              <a:extLst>
                <a:ext uri="{FF2B5EF4-FFF2-40B4-BE49-F238E27FC236}">
                  <a16:creationId xmlns:a16="http://schemas.microsoft.com/office/drawing/2014/main" id="{76594A0E-9400-45AD-A431-1DA1C0B28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49947" y="136523"/>
              <a:ext cx="113367" cy="113367"/>
            </a:xfrm>
            <a:prstGeom prst="ellipse">
              <a:avLst/>
            </a:prstGeom>
            <a:solidFill>
              <a:srgbClr val="F39E29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15" name="Oval 7214">
              <a:extLst>
                <a:ext uri="{FF2B5EF4-FFF2-40B4-BE49-F238E27FC236}">
                  <a16:creationId xmlns:a16="http://schemas.microsoft.com/office/drawing/2014/main" id="{20916D6C-D32F-42B6-8512-CD5EDB8F2B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575290" y="5859047"/>
              <a:ext cx="305780" cy="30578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16" name="Oval 7215">
              <a:extLst>
                <a:ext uri="{FF2B5EF4-FFF2-40B4-BE49-F238E27FC236}">
                  <a16:creationId xmlns:a16="http://schemas.microsoft.com/office/drawing/2014/main" id="{3834846D-59C6-40F4-907C-F1A4689B58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5730" y="1133938"/>
              <a:ext cx="226735" cy="226735"/>
            </a:xfrm>
            <a:prstGeom prst="ellipse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17" name="Oval 7216">
              <a:extLst>
                <a:ext uri="{FF2B5EF4-FFF2-40B4-BE49-F238E27FC236}">
                  <a16:creationId xmlns:a16="http://schemas.microsoft.com/office/drawing/2014/main" id="{5A257CDF-2E36-4DC7-8EE4-5CD8F8ECAC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536830" y="554419"/>
              <a:ext cx="382700" cy="382700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218" name="Oval 7217">
              <a:extLst>
                <a:ext uri="{FF2B5EF4-FFF2-40B4-BE49-F238E27FC236}">
                  <a16:creationId xmlns:a16="http://schemas.microsoft.com/office/drawing/2014/main" id="{D5B26E0E-A115-4AE2-82D8-76BB93CC4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224303" y="299808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19" name="Oval 7218">
              <a:extLst>
                <a:ext uri="{FF2B5EF4-FFF2-40B4-BE49-F238E27FC236}">
                  <a16:creationId xmlns:a16="http://schemas.microsoft.com/office/drawing/2014/main" id="{755058DB-7E01-4E95-BF59-983AA1BBB3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29630" y="5482355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20" name="Oval 7219">
              <a:extLst>
                <a:ext uri="{FF2B5EF4-FFF2-40B4-BE49-F238E27FC236}">
                  <a16:creationId xmlns:a16="http://schemas.microsoft.com/office/drawing/2014/main" id="{A810F7E2-23F3-44D6-B09E-71E5565360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415328" y="6124958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21" name="Oval 7220">
              <a:extLst>
                <a:ext uri="{FF2B5EF4-FFF2-40B4-BE49-F238E27FC236}">
                  <a16:creationId xmlns:a16="http://schemas.microsoft.com/office/drawing/2014/main" id="{59D5C391-E1DB-410A-A78C-ED3BBDFF07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20382" y="6255986"/>
              <a:ext cx="305780" cy="30578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222" name="Oval 7221">
              <a:extLst>
                <a:ext uri="{FF2B5EF4-FFF2-40B4-BE49-F238E27FC236}">
                  <a16:creationId xmlns:a16="http://schemas.microsoft.com/office/drawing/2014/main" id="{77C4944D-9373-4283-BCAA-927A031665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34343" y="6204350"/>
              <a:ext cx="113367" cy="11336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23" name="Freeform: Shape 7222">
              <a:extLst>
                <a:ext uri="{FF2B5EF4-FFF2-40B4-BE49-F238E27FC236}">
                  <a16:creationId xmlns:a16="http://schemas.microsoft.com/office/drawing/2014/main" id="{6804C521-2D9F-4CE4-AFD3-D4F1551FEC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42244" y="6317718"/>
              <a:ext cx="549756" cy="540282"/>
            </a:xfrm>
            <a:custGeom>
              <a:avLst/>
              <a:gdLst>
                <a:gd name="connsiteX0" fmla="*/ 1224540 w 2115556"/>
                <a:gd name="connsiteY0" fmla="*/ 0 h 2079100"/>
                <a:gd name="connsiteX1" fmla="*/ 2090421 w 2115556"/>
                <a:gd name="connsiteY1" fmla="*/ 358660 h 2079100"/>
                <a:gd name="connsiteX2" fmla="*/ 2115556 w 2115556"/>
                <a:gd name="connsiteY2" fmla="*/ 386315 h 2079100"/>
                <a:gd name="connsiteX3" fmla="*/ 2115556 w 2115556"/>
                <a:gd name="connsiteY3" fmla="*/ 2062765 h 2079100"/>
                <a:gd name="connsiteX4" fmla="*/ 2100710 w 2115556"/>
                <a:gd name="connsiteY4" fmla="*/ 2079100 h 2079100"/>
                <a:gd name="connsiteX5" fmla="*/ 348370 w 2115556"/>
                <a:gd name="connsiteY5" fmla="*/ 2079100 h 2079100"/>
                <a:gd name="connsiteX6" fmla="*/ 279625 w 2115556"/>
                <a:gd name="connsiteY6" fmla="*/ 2003461 h 2079100"/>
                <a:gd name="connsiteX7" fmla="*/ 0 w 2115556"/>
                <a:gd name="connsiteY7" fmla="*/ 1224540 h 2079100"/>
                <a:gd name="connsiteX8" fmla="*/ 1224540 w 2115556"/>
                <a:gd name="connsiteY8" fmla="*/ 0 h 207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15556" h="2079100">
                  <a:moveTo>
                    <a:pt x="1224540" y="0"/>
                  </a:moveTo>
                  <a:cubicBezTo>
                    <a:pt x="1562687" y="0"/>
                    <a:pt x="1868823" y="137062"/>
                    <a:pt x="2090421" y="358660"/>
                  </a:cubicBezTo>
                  <a:lnTo>
                    <a:pt x="2115556" y="386315"/>
                  </a:lnTo>
                  <a:lnTo>
                    <a:pt x="2115556" y="2062765"/>
                  </a:lnTo>
                  <a:lnTo>
                    <a:pt x="2100710" y="2079100"/>
                  </a:lnTo>
                  <a:lnTo>
                    <a:pt x="348370" y="2079100"/>
                  </a:lnTo>
                  <a:lnTo>
                    <a:pt x="279625" y="2003461"/>
                  </a:lnTo>
                  <a:cubicBezTo>
                    <a:pt x="104938" y="1791789"/>
                    <a:pt x="0" y="1520419"/>
                    <a:pt x="0" y="1224540"/>
                  </a:cubicBezTo>
                  <a:cubicBezTo>
                    <a:pt x="0" y="548245"/>
                    <a:pt x="548245" y="0"/>
                    <a:pt x="1224540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7224" name="Freeform: Shape 7223">
              <a:extLst>
                <a:ext uri="{FF2B5EF4-FFF2-40B4-BE49-F238E27FC236}">
                  <a16:creationId xmlns:a16="http://schemas.microsoft.com/office/drawing/2014/main" id="{755AC65C-13EF-4182-AA3C-62BE165CC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" y="-1"/>
              <a:ext cx="510196" cy="538336"/>
            </a:xfrm>
            <a:custGeom>
              <a:avLst/>
              <a:gdLst>
                <a:gd name="connsiteX0" fmla="*/ 0 w 510196"/>
                <a:gd name="connsiteY0" fmla="*/ 0 h 538336"/>
                <a:gd name="connsiteX1" fmla="*/ 459276 w 510196"/>
                <a:gd name="connsiteY1" fmla="*/ 0 h 538336"/>
                <a:gd name="connsiteX2" fmla="*/ 482126 w 510196"/>
                <a:gd name="connsiteY2" fmla="*/ 42098 h 538336"/>
                <a:gd name="connsiteX3" fmla="*/ 510196 w 510196"/>
                <a:gd name="connsiteY3" fmla="*/ 181136 h 538336"/>
                <a:gd name="connsiteX4" fmla="*/ 152996 w 510196"/>
                <a:gd name="connsiteY4" fmla="*/ 538336 h 538336"/>
                <a:gd name="connsiteX5" fmla="*/ 13958 w 510196"/>
                <a:gd name="connsiteY5" fmla="*/ 510266 h 538336"/>
                <a:gd name="connsiteX6" fmla="*/ 0 w 510196"/>
                <a:gd name="connsiteY6" fmla="*/ 502690 h 538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0196" h="538336">
                  <a:moveTo>
                    <a:pt x="0" y="0"/>
                  </a:moveTo>
                  <a:lnTo>
                    <a:pt x="459276" y="0"/>
                  </a:lnTo>
                  <a:lnTo>
                    <a:pt x="482126" y="42098"/>
                  </a:lnTo>
                  <a:cubicBezTo>
                    <a:pt x="500201" y="84833"/>
                    <a:pt x="510196" y="131817"/>
                    <a:pt x="510196" y="181136"/>
                  </a:cubicBezTo>
                  <a:cubicBezTo>
                    <a:pt x="510196" y="378412"/>
                    <a:pt x="350272" y="538336"/>
                    <a:pt x="152996" y="538336"/>
                  </a:cubicBezTo>
                  <a:cubicBezTo>
                    <a:pt x="103677" y="538336"/>
                    <a:pt x="56693" y="528341"/>
                    <a:pt x="13958" y="510266"/>
                  </a:cubicBezTo>
                  <a:lnTo>
                    <a:pt x="0" y="50269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7225" name="Freeform: Shape 7224">
              <a:extLst>
                <a:ext uri="{FF2B5EF4-FFF2-40B4-BE49-F238E27FC236}">
                  <a16:creationId xmlns:a16="http://schemas.microsoft.com/office/drawing/2014/main" id="{E40DA8D2-FA4B-4282-9D44-48C27B63A1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528695" y="1"/>
              <a:ext cx="554074" cy="282754"/>
            </a:xfrm>
            <a:custGeom>
              <a:avLst/>
              <a:gdLst>
                <a:gd name="connsiteX0" fmla="*/ 644 w 309162"/>
                <a:gd name="connsiteY0" fmla="*/ 0 h 157771"/>
                <a:gd name="connsiteX1" fmla="*/ 308518 w 309162"/>
                <a:gd name="connsiteY1" fmla="*/ 0 h 157771"/>
                <a:gd name="connsiteX2" fmla="*/ 309162 w 309162"/>
                <a:gd name="connsiteY2" fmla="*/ 3190 h 157771"/>
                <a:gd name="connsiteX3" fmla="*/ 154581 w 309162"/>
                <a:gd name="connsiteY3" fmla="*/ 157771 h 157771"/>
                <a:gd name="connsiteX4" fmla="*/ 0 w 309162"/>
                <a:gd name="connsiteY4" fmla="*/ 3190 h 157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9162" h="157771">
                  <a:moveTo>
                    <a:pt x="644" y="0"/>
                  </a:moveTo>
                  <a:lnTo>
                    <a:pt x="308518" y="0"/>
                  </a:lnTo>
                  <a:lnTo>
                    <a:pt x="309162" y="3190"/>
                  </a:lnTo>
                  <a:cubicBezTo>
                    <a:pt x="309162" y="88563"/>
                    <a:pt x="239954" y="157771"/>
                    <a:pt x="154581" y="157771"/>
                  </a:cubicBezTo>
                  <a:cubicBezTo>
                    <a:pt x="69208" y="157771"/>
                    <a:pt x="0" y="88563"/>
                    <a:pt x="0" y="319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7226" name="Oval 7225">
              <a:extLst>
                <a:ext uri="{FF2B5EF4-FFF2-40B4-BE49-F238E27FC236}">
                  <a16:creationId xmlns:a16="http://schemas.microsoft.com/office/drawing/2014/main" id="{99065014-CB18-414D-A527-31ECC45700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04140" y="1132500"/>
              <a:ext cx="84680" cy="846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27" name="Freeform: Shape 7226">
              <a:extLst>
                <a:ext uri="{FF2B5EF4-FFF2-40B4-BE49-F238E27FC236}">
                  <a16:creationId xmlns:a16="http://schemas.microsoft.com/office/drawing/2014/main" id="{8F39E27A-56C1-4328-8DF1-2DA147C784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51348" y="5576515"/>
              <a:ext cx="137603" cy="210490"/>
            </a:xfrm>
            <a:custGeom>
              <a:avLst/>
              <a:gdLst>
                <a:gd name="connsiteX0" fmla="*/ 105245 w 137603"/>
                <a:gd name="connsiteY0" fmla="*/ 0 h 210490"/>
                <a:gd name="connsiteX1" fmla="*/ 137603 w 137603"/>
                <a:gd name="connsiteY1" fmla="*/ 6533 h 210490"/>
                <a:gd name="connsiteX2" fmla="*/ 137603 w 137603"/>
                <a:gd name="connsiteY2" fmla="*/ 203957 h 210490"/>
                <a:gd name="connsiteX3" fmla="*/ 105245 w 137603"/>
                <a:gd name="connsiteY3" fmla="*/ 210490 h 210490"/>
                <a:gd name="connsiteX4" fmla="*/ 0 w 137603"/>
                <a:gd name="connsiteY4" fmla="*/ 105245 h 210490"/>
                <a:gd name="connsiteX5" fmla="*/ 105245 w 137603"/>
                <a:gd name="connsiteY5" fmla="*/ 0 h 210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603" h="210490">
                  <a:moveTo>
                    <a:pt x="105245" y="0"/>
                  </a:moveTo>
                  <a:lnTo>
                    <a:pt x="137603" y="6533"/>
                  </a:lnTo>
                  <a:lnTo>
                    <a:pt x="137603" y="203957"/>
                  </a:lnTo>
                  <a:lnTo>
                    <a:pt x="105245" y="210490"/>
                  </a:lnTo>
                  <a:cubicBezTo>
                    <a:pt x="47120" y="210490"/>
                    <a:pt x="0" y="163370"/>
                    <a:pt x="0" y="105245"/>
                  </a:cubicBezTo>
                  <a:cubicBezTo>
                    <a:pt x="0" y="47120"/>
                    <a:pt x="47120" y="0"/>
                    <a:pt x="105245" y="0"/>
                  </a:cubicBezTo>
                  <a:close/>
                </a:path>
              </a:pathLst>
            </a:cu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</p:grpSp>
      <p:sp useBgFill="1">
        <p:nvSpPr>
          <p:cNvPr id="7228" name="Rectangle 7227">
            <a:extLst>
              <a:ext uri="{FF2B5EF4-FFF2-40B4-BE49-F238E27FC236}">
                <a16:creationId xmlns:a16="http://schemas.microsoft.com/office/drawing/2014/main" id="{B7818AA9-82F7-46F6-8A83-1A6258163B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172" name="Picture 4" descr="Diagram depicting bagging in the context of ensemble learning.">
            <a:extLst>
              <a:ext uri="{FF2B5EF4-FFF2-40B4-BE49-F238E27FC236}">
                <a16:creationId xmlns:a16="http://schemas.microsoft.com/office/drawing/2014/main" id="{2DC7DD2B-F2DE-C66D-4D0C-403EDDB1C79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10"/>
            <a:ext cx="12192001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7E78F94-6E75-ADFF-EC5E-4D19D2B1B859}"/>
              </a:ext>
            </a:extLst>
          </p:cNvPr>
          <p:cNvSpPr txBox="1"/>
          <p:nvPr/>
        </p:nvSpPr>
        <p:spPr>
          <a:xfrm>
            <a:off x="209097" y="453381"/>
            <a:ext cx="341276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b="1" dirty="0">
                <a:solidFill>
                  <a:srgbClr val="C00000"/>
                </a:solidFill>
              </a:rPr>
              <a:t>Bagging (Parallel)</a:t>
            </a:r>
          </a:p>
        </p:txBody>
      </p:sp>
    </p:spTree>
    <p:extLst>
      <p:ext uri="{BB962C8B-B14F-4D97-AF65-F5344CB8AC3E}">
        <p14:creationId xmlns:p14="http://schemas.microsoft.com/office/powerpoint/2010/main" val="6818107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EF015-CAB8-F356-977C-DA5BB6AA0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AC8A6-BBAA-BFF5-6E12-C3C21696FD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18457"/>
            <a:ext cx="10659110" cy="54585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3200" b="1" dirty="0"/>
              <a:t>Example:</a:t>
            </a:r>
          </a:p>
          <a:p>
            <a:pPr marL="0" indent="0">
              <a:buNone/>
            </a:pPr>
            <a:endParaRPr lang="en-IN" sz="3200" b="1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72956A6-C663-7AD0-B4E4-C90DCBD8EE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8315019"/>
              </p:ext>
            </p:extLst>
          </p:nvPr>
        </p:nvGraphicFramePr>
        <p:xfrm>
          <a:off x="1557245" y="1605456"/>
          <a:ext cx="7336383" cy="26617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45190">
                  <a:extLst>
                    <a:ext uri="{9D8B030D-6E8A-4147-A177-3AD203B41FA5}">
                      <a16:colId xmlns:a16="http://schemas.microsoft.com/office/drawing/2014/main" val="3406991581"/>
                    </a:ext>
                  </a:extLst>
                </a:gridCol>
                <a:gridCol w="2445190">
                  <a:extLst>
                    <a:ext uri="{9D8B030D-6E8A-4147-A177-3AD203B41FA5}">
                      <a16:colId xmlns:a16="http://schemas.microsoft.com/office/drawing/2014/main" val="1117715323"/>
                    </a:ext>
                  </a:extLst>
                </a:gridCol>
                <a:gridCol w="2446003">
                  <a:extLst>
                    <a:ext uri="{9D8B030D-6E8A-4147-A177-3AD203B41FA5}">
                      <a16:colId xmlns:a16="http://schemas.microsoft.com/office/drawing/2014/main" val="150302815"/>
                    </a:ext>
                  </a:extLst>
                </a:gridCol>
              </a:tblGrid>
              <a:tr h="4436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Student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Study Hours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Pass (Yes/No)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86259824"/>
                  </a:ext>
                </a:extLst>
              </a:tr>
              <a:tr h="4436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A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1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No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10814024"/>
                  </a:ext>
                </a:extLst>
              </a:tr>
              <a:tr h="4436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B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2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No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49298457"/>
                  </a:ext>
                </a:extLst>
              </a:tr>
              <a:tr h="4436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C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3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Yes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29650299"/>
                  </a:ext>
                </a:extLst>
              </a:tr>
              <a:tr h="4436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D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4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Yes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36349771"/>
                  </a:ext>
                </a:extLst>
              </a:tr>
              <a:tr h="4436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E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5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Yes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6081929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09369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4477E-CB87-445B-1E0D-E3C3860DB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1B921-6933-1E39-50E3-63A090BA1B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00743"/>
            <a:ext cx="10659110" cy="59218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Step-by-Step Bagging Process:</a:t>
            </a:r>
          </a:p>
          <a:p>
            <a:r>
              <a:rPr lang="en-US" b="1" dirty="0"/>
              <a:t>Bootstrap Sampling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Randomly create several new datasets (say, 3) </a:t>
            </a:r>
            <a:r>
              <a:rPr lang="en-US" b="1" dirty="0"/>
              <a:t>with replacement</a:t>
            </a:r>
            <a:r>
              <a:rPr lang="en-US" dirty="0"/>
              <a:t> from the original.</a:t>
            </a:r>
          </a:p>
          <a:p>
            <a:pPr lvl="1"/>
            <a:r>
              <a:rPr lang="en-US" dirty="0"/>
              <a:t>Example Samples:</a:t>
            </a:r>
          </a:p>
          <a:p>
            <a:pPr lvl="2"/>
            <a:r>
              <a:rPr lang="en-US" dirty="0"/>
              <a:t>Model 1: A, C, E, B, E</a:t>
            </a:r>
          </a:p>
          <a:p>
            <a:pPr lvl="2"/>
            <a:r>
              <a:rPr lang="en-US" dirty="0"/>
              <a:t>Model 2: D, B, B, C, A</a:t>
            </a:r>
          </a:p>
          <a:p>
            <a:pPr lvl="2"/>
            <a:r>
              <a:rPr lang="en-US" dirty="0"/>
              <a:t>Model 3: E, D, C, D, A</a:t>
            </a:r>
          </a:p>
          <a:p>
            <a:r>
              <a:rPr lang="en-US" b="1" dirty="0"/>
              <a:t>Train Models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Train a separate </a:t>
            </a:r>
            <a:r>
              <a:rPr lang="en-US" b="1" dirty="0"/>
              <a:t>Decision Tree</a:t>
            </a:r>
            <a:r>
              <a:rPr lang="en-US" dirty="0"/>
              <a:t> on each dataset.</a:t>
            </a:r>
          </a:p>
          <a:p>
            <a:r>
              <a:rPr lang="en-US" b="1" dirty="0"/>
              <a:t>Make Predictions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Let’s say we want to predict whether a student who studies for 3 hours will pass.</a:t>
            </a:r>
          </a:p>
          <a:p>
            <a:pPr lvl="1"/>
            <a:r>
              <a:rPr lang="en-US" dirty="0"/>
              <a:t>Model 1: Yes</a:t>
            </a:r>
          </a:p>
          <a:p>
            <a:pPr lvl="1"/>
            <a:r>
              <a:rPr lang="en-US" dirty="0"/>
              <a:t>Model 2: No</a:t>
            </a:r>
          </a:p>
          <a:p>
            <a:pPr lvl="1"/>
            <a:r>
              <a:rPr lang="en-US" dirty="0"/>
              <a:t>Model 3: Yes</a:t>
            </a:r>
          </a:p>
          <a:p>
            <a:r>
              <a:rPr lang="en-US" b="1" dirty="0"/>
              <a:t>Aggregate Predictions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Use </a:t>
            </a:r>
            <a:r>
              <a:rPr lang="en-US" b="1" dirty="0"/>
              <a:t>majority voting</a:t>
            </a:r>
            <a:r>
              <a:rPr lang="en-US" dirty="0"/>
              <a:t> for classification.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Final Result </a:t>
            </a:r>
            <a:r>
              <a:rPr lang="en-US" dirty="0"/>
              <a:t>= </a:t>
            </a:r>
            <a:r>
              <a:rPr lang="en-US" b="1" dirty="0"/>
              <a:t>Yes</a:t>
            </a:r>
            <a:r>
              <a:rPr lang="en-US" dirty="0"/>
              <a:t> (because 2 out of 3 say Yes)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451302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24C97-A6BC-F0C0-5845-DBF89F9EA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368A77-443D-12BE-C9DD-56F3F0FB23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1142999"/>
            <a:ext cx="10659110" cy="5033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🌳 Famous Example: Random Forest</a:t>
            </a:r>
          </a:p>
          <a:p>
            <a:r>
              <a:rPr lang="en-US" sz="2800" b="1" dirty="0"/>
              <a:t>Random Forest</a:t>
            </a:r>
            <a:r>
              <a:rPr lang="en-US" sz="2800" dirty="0"/>
              <a:t> = Bagging applied to </a:t>
            </a:r>
            <a:r>
              <a:rPr lang="en-US" sz="2800" b="1" dirty="0"/>
              <a:t>Decision Trees</a:t>
            </a:r>
            <a:endParaRPr lang="en-US" sz="2800" dirty="0"/>
          </a:p>
          <a:p>
            <a:r>
              <a:rPr lang="en-US" sz="2800" dirty="0"/>
              <a:t>It’s one of the most powerful and popular machine learning algorithms today</a:t>
            </a:r>
          </a:p>
          <a:p>
            <a:pPr marL="0" indent="0">
              <a:buNone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8430764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D77D6-C36D-BF4F-A247-69647798B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E39E3-D678-CC20-B8F2-85EECFB4D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947057"/>
            <a:ext cx="10659110" cy="52299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/>
              <a:t>2. Boosting:</a:t>
            </a:r>
          </a:p>
          <a:p>
            <a:pPr marL="0" indent="0">
              <a:buNone/>
            </a:pPr>
            <a:r>
              <a:rPr lang="en-US" sz="2800" dirty="0"/>
              <a:t>Boosting is an ensemble learning method where:</a:t>
            </a:r>
          </a:p>
          <a:p>
            <a:pPr lvl="1"/>
            <a:r>
              <a:rPr lang="en-US" sz="2800" dirty="0"/>
              <a:t>Models are built </a:t>
            </a:r>
            <a:r>
              <a:rPr lang="en-US" sz="2800" b="1" dirty="0">
                <a:solidFill>
                  <a:srgbClr val="C00000"/>
                </a:solidFill>
              </a:rPr>
              <a:t>one after another</a:t>
            </a:r>
            <a:r>
              <a:rPr lang="en-US" sz="2800" dirty="0"/>
              <a:t>, not in parallel (like in Bagging).</a:t>
            </a:r>
          </a:p>
          <a:p>
            <a:pPr lvl="1"/>
            <a:r>
              <a:rPr lang="en-US" sz="2800" dirty="0"/>
              <a:t>Each new model focuses on </a:t>
            </a:r>
            <a:r>
              <a:rPr lang="en-US" sz="2800" b="1" dirty="0">
                <a:solidFill>
                  <a:srgbClr val="C00000"/>
                </a:solidFill>
              </a:rPr>
              <a:t>correcting the mistakes made by </a:t>
            </a:r>
            <a:r>
              <a:rPr lang="en-US" sz="2800" dirty="0"/>
              <a:t>the previous models.</a:t>
            </a:r>
          </a:p>
          <a:p>
            <a:pPr lvl="1"/>
            <a:r>
              <a:rPr lang="en-US" sz="2800" dirty="0"/>
              <a:t>All models are combined to give the final strong prediction.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💡 </a:t>
            </a:r>
            <a:r>
              <a:rPr lang="en-US" sz="2800" b="1" dirty="0">
                <a:solidFill>
                  <a:srgbClr val="C00000"/>
                </a:solidFill>
              </a:rPr>
              <a:t>Goal</a:t>
            </a:r>
            <a:r>
              <a:rPr lang="en-US" sz="2800" dirty="0"/>
              <a:t>: Turn a bunch of weak learners into one strong learner.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0613482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4B431-5ED8-B355-29B8-EC013246E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E6B461-336D-57D8-4974-89E872FED8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39" y="1012371"/>
            <a:ext cx="10924903" cy="51645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Real-Life Analogy for Students:</a:t>
            </a:r>
          </a:p>
          <a:p>
            <a:r>
              <a:rPr lang="en-US" sz="2800" dirty="0"/>
              <a:t>Imagine a student is preparing for a test:</a:t>
            </a:r>
          </a:p>
          <a:p>
            <a:r>
              <a:rPr lang="en-US" sz="2800" dirty="0"/>
              <a:t>In </a:t>
            </a:r>
            <a:r>
              <a:rPr lang="en-US" sz="2800" b="1" dirty="0"/>
              <a:t>Test 1</a:t>
            </a:r>
            <a:r>
              <a:rPr lang="en-US" sz="2800" dirty="0"/>
              <a:t>, they score 40%.</a:t>
            </a:r>
          </a:p>
          <a:p>
            <a:r>
              <a:rPr lang="en-US" sz="2800" dirty="0"/>
              <a:t>They check their </a:t>
            </a:r>
            <a:r>
              <a:rPr lang="en-US" sz="2800" b="1" dirty="0"/>
              <a:t>mistakes</a:t>
            </a:r>
            <a:r>
              <a:rPr lang="en-US" sz="2800" dirty="0"/>
              <a:t>, focus more on </a:t>
            </a:r>
            <a:r>
              <a:rPr lang="en-US" sz="2800" b="1" dirty="0"/>
              <a:t>those topics</a:t>
            </a:r>
            <a:r>
              <a:rPr lang="en-US" sz="2800" dirty="0"/>
              <a:t>, and take </a:t>
            </a:r>
            <a:r>
              <a:rPr lang="en-US" sz="2800" b="1" dirty="0"/>
              <a:t>Test 2</a:t>
            </a:r>
            <a:r>
              <a:rPr lang="en-US" sz="2800" dirty="0"/>
              <a:t>.</a:t>
            </a:r>
          </a:p>
          <a:p>
            <a:r>
              <a:rPr lang="en-US" sz="2800" dirty="0"/>
              <a:t>Again, they focus on the </a:t>
            </a:r>
            <a:r>
              <a:rPr lang="en-US" sz="2800" b="1" dirty="0"/>
              <a:t>mistakes from Test 2</a:t>
            </a:r>
            <a:r>
              <a:rPr lang="en-US" sz="2800" dirty="0"/>
              <a:t>, and so on...</a:t>
            </a:r>
          </a:p>
          <a:p>
            <a:r>
              <a:rPr lang="en-US" sz="2800" dirty="0"/>
              <a:t>Eventually, their score </a:t>
            </a:r>
            <a:r>
              <a:rPr lang="en-US" sz="2800" b="1" dirty="0"/>
              <a:t>keeps improving</a:t>
            </a:r>
            <a:r>
              <a:rPr lang="en-US" sz="2800" dirty="0"/>
              <a:t>!</a:t>
            </a:r>
          </a:p>
          <a:p>
            <a:r>
              <a:rPr lang="en-US" sz="2800" dirty="0"/>
              <a:t>This is exactly how Boosting works — </a:t>
            </a:r>
            <a:r>
              <a:rPr lang="en-US" sz="2800" b="1" dirty="0"/>
              <a:t>learning from errors</a:t>
            </a:r>
            <a:r>
              <a:rPr lang="en-US" sz="2800" dirty="0"/>
              <a:t> step by step.</a:t>
            </a:r>
          </a:p>
          <a:p>
            <a:pPr marL="0" indent="0">
              <a:buNone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31307542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F8586-0C3C-EE17-EB22-0F0EEE4B2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DB4C1F-E94F-7D47-DF64-A0B0CC351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18457"/>
            <a:ext cx="10659110" cy="545850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  <p:pic>
        <p:nvPicPr>
          <p:cNvPr id="8194" name="Picture 2" descr="Diagram depicting boosting in the context of ensemble learning">
            <a:extLst>
              <a:ext uri="{FF2B5EF4-FFF2-40B4-BE49-F238E27FC236}">
                <a16:creationId xmlns:a16="http://schemas.microsoft.com/office/drawing/2014/main" id="{D2989898-2696-2378-E2D1-6EBECBA0B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C9D136-ABED-CA6C-6958-7330CF4C5757}"/>
              </a:ext>
            </a:extLst>
          </p:cNvPr>
          <p:cNvSpPr txBox="1"/>
          <p:nvPr/>
        </p:nvSpPr>
        <p:spPr>
          <a:xfrm>
            <a:off x="219982" y="0"/>
            <a:ext cx="58760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b="1" dirty="0">
                <a:solidFill>
                  <a:srgbClr val="C00000"/>
                </a:solidFill>
              </a:rPr>
              <a:t>Boosting (Sequential)</a:t>
            </a:r>
          </a:p>
        </p:txBody>
      </p:sp>
    </p:spTree>
    <p:extLst>
      <p:ext uri="{BB962C8B-B14F-4D97-AF65-F5344CB8AC3E}">
        <p14:creationId xmlns:p14="http://schemas.microsoft.com/office/powerpoint/2010/main" val="40837763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8DFAD-CBBC-B30D-F78B-E9E4EC6A9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2AA16-DC48-3FED-25B4-28569D65C2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18457"/>
            <a:ext cx="10659110" cy="54585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Simple Example</a:t>
            </a:r>
          </a:p>
          <a:p>
            <a:r>
              <a:rPr lang="en-US" sz="2400" dirty="0"/>
              <a:t>Let’s say you're trying to predict if a person will buy a product based on features like: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E0B99AD-DB1D-D948-2D60-BE258E139E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2895255"/>
              </p:ext>
            </p:extLst>
          </p:nvPr>
        </p:nvGraphicFramePr>
        <p:xfrm>
          <a:off x="2014446" y="1997342"/>
          <a:ext cx="7521440" cy="23460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80360">
                  <a:extLst>
                    <a:ext uri="{9D8B030D-6E8A-4147-A177-3AD203B41FA5}">
                      <a16:colId xmlns:a16="http://schemas.microsoft.com/office/drawing/2014/main" val="1461707530"/>
                    </a:ext>
                  </a:extLst>
                </a:gridCol>
                <a:gridCol w="1880360">
                  <a:extLst>
                    <a:ext uri="{9D8B030D-6E8A-4147-A177-3AD203B41FA5}">
                      <a16:colId xmlns:a16="http://schemas.microsoft.com/office/drawing/2014/main" val="3878346843"/>
                    </a:ext>
                  </a:extLst>
                </a:gridCol>
                <a:gridCol w="1880360">
                  <a:extLst>
                    <a:ext uri="{9D8B030D-6E8A-4147-A177-3AD203B41FA5}">
                      <a16:colId xmlns:a16="http://schemas.microsoft.com/office/drawing/2014/main" val="994726931"/>
                    </a:ext>
                  </a:extLst>
                </a:gridCol>
                <a:gridCol w="1880360">
                  <a:extLst>
                    <a:ext uri="{9D8B030D-6E8A-4147-A177-3AD203B41FA5}">
                      <a16:colId xmlns:a16="http://schemas.microsoft.com/office/drawing/2014/main" val="474260303"/>
                    </a:ext>
                  </a:extLst>
                </a:gridCol>
              </a:tblGrid>
              <a:tr h="39101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Person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 dirty="0">
                          <a:effectLst/>
                        </a:rPr>
                        <a:t>Age</a:t>
                      </a:r>
                      <a:endParaRPr lang="en-IN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Income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Buys (Yes/No)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90138254"/>
                  </a:ext>
                </a:extLst>
              </a:tr>
              <a:tr h="39101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A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25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Low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No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09214984"/>
                  </a:ext>
                </a:extLst>
              </a:tr>
              <a:tr h="39101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B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30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 dirty="0">
                          <a:effectLst/>
                        </a:rPr>
                        <a:t>Medium</a:t>
                      </a:r>
                      <a:endParaRPr lang="en-IN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Yes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23444936"/>
                  </a:ext>
                </a:extLst>
              </a:tr>
              <a:tr h="39101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C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35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High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Yes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74561410"/>
                  </a:ext>
                </a:extLst>
              </a:tr>
              <a:tr h="39101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D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22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Low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No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20986313"/>
                  </a:ext>
                </a:extLst>
              </a:tr>
              <a:tr h="39101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E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40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High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 dirty="0">
                          <a:effectLst/>
                        </a:rPr>
                        <a:t>Yes</a:t>
                      </a:r>
                      <a:endParaRPr lang="en-IN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870983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316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A4AB8-C883-7722-7156-6D2C9087B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E7F3D-DA8E-84C6-6E9D-AB479A97C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18457"/>
            <a:ext cx="10659110" cy="54585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/>
              <a:t>Step-by-Step Boosting Process:</a:t>
            </a:r>
          </a:p>
          <a:p>
            <a:r>
              <a:rPr lang="en-US" sz="2400" dirty="0"/>
              <a:t>Start with equal weights for all data points. Equal weights  means </a:t>
            </a:r>
            <a:r>
              <a:rPr lang="en-US" sz="2400" b="1" dirty="0"/>
              <a:t>each training data point is initially considered equally important</a:t>
            </a:r>
            <a:r>
              <a:rPr lang="en-US" sz="2400" dirty="0"/>
              <a:t> when training the first model.</a:t>
            </a:r>
          </a:p>
          <a:p>
            <a:r>
              <a:rPr lang="en-US" sz="2400" dirty="0"/>
              <a:t>Train a weak model (e.g., a shallow decision tree):</a:t>
            </a:r>
          </a:p>
          <a:p>
            <a:pPr lvl="1"/>
            <a:r>
              <a:rPr lang="en-US" sz="2200" dirty="0"/>
              <a:t>Suppose it </a:t>
            </a:r>
            <a:r>
              <a:rPr lang="en-US" sz="2200" b="1" dirty="0">
                <a:solidFill>
                  <a:srgbClr val="C00000"/>
                </a:solidFill>
              </a:rPr>
              <a:t>makes mistakes </a:t>
            </a:r>
            <a:r>
              <a:rPr lang="en-US" sz="2200" dirty="0"/>
              <a:t>on Person </a:t>
            </a:r>
            <a:r>
              <a:rPr lang="en-US" sz="2200" b="1" dirty="0">
                <a:solidFill>
                  <a:srgbClr val="C00000"/>
                </a:solidFill>
              </a:rPr>
              <a:t>B</a:t>
            </a:r>
            <a:r>
              <a:rPr lang="en-US" sz="2200" dirty="0"/>
              <a:t> and </a:t>
            </a:r>
            <a:r>
              <a:rPr lang="en-US" sz="2200" b="1" dirty="0">
                <a:solidFill>
                  <a:srgbClr val="C00000"/>
                </a:solidFill>
              </a:rPr>
              <a:t>E</a:t>
            </a:r>
            <a:r>
              <a:rPr lang="en-US" sz="2200" dirty="0"/>
              <a:t>.</a:t>
            </a:r>
          </a:p>
          <a:p>
            <a:r>
              <a:rPr lang="en-US" sz="2400" b="1" dirty="0"/>
              <a:t>Increase the weight </a:t>
            </a:r>
            <a:r>
              <a:rPr lang="en-US" sz="2400" dirty="0"/>
              <a:t>of those wrongly predicted examples.</a:t>
            </a:r>
          </a:p>
          <a:p>
            <a:r>
              <a:rPr lang="en-US" sz="2400" b="1" dirty="0"/>
              <a:t>Train a new model </a:t>
            </a:r>
            <a:r>
              <a:rPr lang="en-US" sz="2400" dirty="0"/>
              <a:t>focusing more on B and E.</a:t>
            </a:r>
          </a:p>
          <a:p>
            <a:r>
              <a:rPr lang="en-US" sz="2400" b="1" dirty="0"/>
              <a:t>Repeat</a:t>
            </a:r>
            <a:r>
              <a:rPr lang="en-US" sz="2400" dirty="0"/>
              <a:t> this process for a few rounds.</a:t>
            </a:r>
          </a:p>
          <a:p>
            <a:r>
              <a:rPr lang="en-US" sz="2400" dirty="0"/>
              <a:t>Combine all models’ predictions using a weighted vote or sum.</a:t>
            </a:r>
          </a:p>
          <a:p>
            <a:r>
              <a:rPr lang="en-US" sz="2400" dirty="0"/>
              <a:t>Each model gets a say — better models get more say.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462189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356C2-1B8E-30A0-567F-EC209F1E4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89017B-4AC5-737E-F839-55EF1D61F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18457"/>
            <a:ext cx="10659110" cy="54585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🔥 Popular Boosting Algorithms:</a:t>
            </a:r>
            <a:endParaRPr lang="en-IN" sz="2800" dirty="0"/>
          </a:p>
          <a:p>
            <a:pPr marL="0" indent="0">
              <a:buNone/>
            </a:pPr>
            <a:endParaRPr lang="en-IN" sz="320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047740B-29DB-DF67-9B54-E9F4A3FE86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1874667"/>
              </p:ext>
            </p:extLst>
          </p:nvPr>
        </p:nvGraphicFramePr>
        <p:xfrm>
          <a:off x="1164772" y="1354380"/>
          <a:ext cx="10047514" cy="431707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363685">
                  <a:extLst>
                    <a:ext uri="{9D8B030D-6E8A-4147-A177-3AD203B41FA5}">
                      <a16:colId xmlns:a16="http://schemas.microsoft.com/office/drawing/2014/main" val="2028551119"/>
                    </a:ext>
                  </a:extLst>
                </a:gridCol>
                <a:gridCol w="6683829">
                  <a:extLst>
                    <a:ext uri="{9D8B030D-6E8A-4147-A177-3AD203B41FA5}">
                      <a16:colId xmlns:a16="http://schemas.microsoft.com/office/drawing/2014/main" val="921452784"/>
                    </a:ext>
                  </a:extLst>
                </a:gridCol>
              </a:tblGrid>
              <a:tr h="60727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800" kern="100">
                          <a:effectLst/>
                        </a:rPr>
                        <a:t>Algorithm</a:t>
                      </a:r>
                      <a:endParaRPr lang="en-IN" sz="2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800" kern="100">
                          <a:effectLst/>
                        </a:rPr>
                        <a:t>Description</a:t>
                      </a:r>
                      <a:endParaRPr lang="en-IN" sz="2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85713344"/>
                  </a:ext>
                </a:extLst>
              </a:tr>
              <a:tr h="124761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800" kern="100" dirty="0">
                          <a:effectLst/>
                        </a:rPr>
                        <a:t>AdaBoost</a:t>
                      </a:r>
                      <a:endParaRPr lang="en-IN" sz="2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800" kern="100" dirty="0">
                          <a:effectLst/>
                        </a:rPr>
                        <a:t>Adjusts weights of data points after every model</a:t>
                      </a:r>
                      <a:endParaRPr lang="en-IN" sz="2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26867559"/>
                  </a:ext>
                </a:extLst>
              </a:tr>
              <a:tr h="60727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800" kern="100" dirty="0">
                          <a:solidFill>
                            <a:srgbClr val="002060"/>
                          </a:solidFill>
                          <a:effectLst/>
                        </a:rPr>
                        <a:t>Gradient Boosting</a:t>
                      </a:r>
                      <a:endParaRPr lang="en-IN" sz="2800" kern="100" dirty="0">
                        <a:solidFill>
                          <a:srgbClr val="00206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800" kern="100" dirty="0">
                          <a:effectLst/>
                        </a:rPr>
                        <a:t>Minimizes the error using gradient descent</a:t>
                      </a:r>
                      <a:endParaRPr lang="en-IN" sz="2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888761180"/>
                  </a:ext>
                </a:extLst>
              </a:tr>
              <a:tr h="124761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800" kern="100" dirty="0">
                          <a:solidFill>
                            <a:srgbClr val="002060"/>
                          </a:solidFill>
                          <a:effectLst/>
                        </a:rPr>
                        <a:t>XGBoost</a:t>
                      </a:r>
                      <a:endParaRPr lang="en-IN" sz="2800" kern="100" dirty="0">
                        <a:solidFill>
                          <a:srgbClr val="00206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800" kern="100">
                          <a:effectLst/>
                        </a:rPr>
                        <a:t>A very fast and optimized version of gradient boosting</a:t>
                      </a:r>
                      <a:endParaRPr lang="en-IN" sz="2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69539899"/>
                  </a:ext>
                </a:extLst>
              </a:tr>
              <a:tr h="60727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800" kern="100">
                          <a:effectLst/>
                        </a:rPr>
                        <a:t>LightGBM, CatBoost</a:t>
                      </a:r>
                      <a:endParaRPr lang="en-IN" sz="2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800" kern="100" dirty="0">
                          <a:effectLst/>
                        </a:rPr>
                        <a:t>Other fast and efficient boosting algorithms</a:t>
                      </a:r>
                      <a:endParaRPr lang="en-IN" sz="2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114836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228958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FE5E7-0B30-7E75-5FA7-F926EE25D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2E8BA-C5A0-0346-E60B-07DE8BD8F9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66057"/>
            <a:ext cx="10659110" cy="5610906"/>
          </a:xfrm>
        </p:spPr>
        <p:txBody>
          <a:bodyPr>
            <a:normAutofit fontScale="92500"/>
          </a:bodyPr>
          <a:lstStyle/>
          <a:p>
            <a:pPr marL="514350" indent="-514350">
              <a:buAutoNum type="arabicPeriod"/>
            </a:pPr>
            <a:r>
              <a:rPr lang="en-US" sz="3000" b="1" dirty="0"/>
              <a:t>Gradient Boosting Machines (GBM):</a:t>
            </a:r>
          </a:p>
          <a:p>
            <a:pPr marL="0" indent="0">
              <a:buNone/>
            </a:pPr>
            <a:r>
              <a:rPr lang="en-US" sz="2400" dirty="0"/>
              <a:t>Gradient Boosting Machine (GBM) is a powerful </a:t>
            </a:r>
            <a:r>
              <a:rPr lang="en-US" sz="2400" b="1" dirty="0">
                <a:solidFill>
                  <a:srgbClr val="C00000"/>
                </a:solidFill>
              </a:rPr>
              <a:t>boosting technique </a:t>
            </a:r>
            <a:r>
              <a:rPr lang="en-US" sz="2400" b="1" dirty="0">
                <a:solidFill>
                  <a:srgbClr val="002060"/>
                </a:solidFill>
              </a:rPr>
              <a:t>used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002060"/>
                </a:solidFill>
              </a:rPr>
              <a:t>to build strong prediction models</a:t>
            </a:r>
            <a:r>
              <a:rPr lang="en-US" sz="2400" dirty="0"/>
              <a:t> by: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Building models </a:t>
            </a:r>
            <a:r>
              <a:rPr lang="en-US" sz="2400" b="1" dirty="0">
                <a:solidFill>
                  <a:srgbClr val="C00000"/>
                </a:solidFill>
              </a:rPr>
              <a:t>sequentially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Each model tries to </a:t>
            </a:r>
            <a:r>
              <a:rPr lang="en-US" sz="2400" b="1" dirty="0">
                <a:solidFill>
                  <a:srgbClr val="C00000"/>
                </a:solidFill>
              </a:rPr>
              <a:t>fix the errors of the previous one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It uses gradient descent to minimize the error step-by-step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What is Gradient Descent?</a:t>
            </a:r>
          </a:p>
          <a:p>
            <a:pPr marL="0" indent="0">
              <a:buNone/>
            </a:pPr>
            <a:r>
              <a:rPr lang="en-US" sz="2400" b="1" dirty="0"/>
              <a:t>Gradient Descent</a:t>
            </a:r>
            <a:r>
              <a:rPr lang="en-US" sz="2400" dirty="0"/>
              <a:t> is an </a:t>
            </a:r>
            <a:r>
              <a:rPr lang="en-US" sz="2400" b="1" dirty="0">
                <a:solidFill>
                  <a:srgbClr val="C00000"/>
                </a:solidFill>
              </a:rPr>
              <a:t>optimization algorithm </a:t>
            </a:r>
            <a:r>
              <a:rPr lang="en-US" sz="2400" dirty="0"/>
              <a:t>used to </a:t>
            </a:r>
            <a:r>
              <a:rPr lang="en-US" sz="2400" b="1" dirty="0"/>
              <a:t>minimize a loss (error) function</a:t>
            </a:r>
            <a:r>
              <a:rPr lang="en-US" sz="2400" dirty="0"/>
              <a:t> by adjusting the model's parameters (like weights in linear regression or neural networks).</a:t>
            </a:r>
          </a:p>
          <a:p>
            <a:r>
              <a:rPr lang="en-US" sz="2400" dirty="0"/>
              <a:t>We are trying to find the </a:t>
            </a:r>
            <a:r>
              <a:rPr lang="en-US" sz="2400" b="1" dirty="0">
                <a:solidFill>
                  <a:srgbClr val="C00000"/>
                </a:solidFill>
              </a:rPr>
              <a:t>best model parameters </a:t>
            </a:r>
            <a:r>
              <a:rPr lang="en-US" sz="2400" dirty="0"/>
              <a:t>that result in the least error on training data.</a:t>
            </a:r>
          </a:p>
          <a:p>
            <a:r>
              <a:rPr lang="en-US" sz="2400" dirty="0"/>
              <a:t>Gradient Descent helps by </a:t>
            </a:r>
            <a:r>
              <a:rPr lang="en-US" sz="2400" b="1" dirty="0">
                <a:solidFill>
                  <a:srgbClr val="C00000"/>
                </a:solidFill>
              </a:rPr>
              <a:t>taking small steps </a:t>
            </a:r>
            <a:r>
              <a:rPr lang="en-US" sz="2400" b="1" dirty="0">
                <a:solidFill>
                  <a:srgbClr val="002060"/>
                </a:solidFill>
              </a:rPr>
              <a:t>in the direction where the error decreases</a:t>
            </a:r>
            <a:r>
              <a:rPr lang="en-US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372148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3D48C-4CBC-0AD0-ED3F-EBD2E10DC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ABC05C-C472-854F-6386-FA9C45CD01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18457"/>
            <a:ext cx="10659110" cy="545850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800" b="1" dirty="0"/>
              <a:t>💡 Easy Analogy (Real-Life)</a:t>
            </a:r>
          </a:p>
          <a:p>
            <a:pPr marL="0" indent="0">
              <a:buNone/>
            </a:pPr>
            <a:r>
              <a:rPr lang="en-US" sz="2800" dirty="0"/>
              <a:t>Think of a student improving their test score:</a:t>
            </a:r>
          </a:p>
          <a:p>
            <a:pPr lvl="1"/>
            <a:r>
              <a:rPr lang="en-US" sz="2400" dirty="0"/>
              <a:t>After the first test, they check their mistakes.</a:t>
            </a:r>
          </a:p>
          <a:p>
            <a:pPr lvl="1"/>
            <a:r>
              <a:rPr lang="en-US" sz="2400" dirty="0"/>
              <a:t>They then study exactly where they went wrong, and in the next test, they do slightly better.</a:t>
            </a:r>
          </a:p>
          <a:p>
            <a:pPr lvl="1"/>
            <a:r>
              <a:rPr lang="en-US" sz="2400" dirty="0"/>
              <a:t>This process continues until the student is well-prepared.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2800" dirty="0"/>
              <a:t>📘 That’s exactly what Gradient Boosting does — it </a:t>
            </a:r>
            <a:r>
              <a:rPr lang="en-US" sz="2800" b="1" dirty="0">
                <a:solidFill>
                  <a:srgbClr val="C00000"/>
                </a:solidFill>
              </a:rPr>
              <a:t>learns from mistakes </a:t>
            </a:r>
            <a:r>
              <a:rPr lang="en-US" sz="2800" dirty="0"/>
              <a:t>and </a:t>
            </a:r>
            <a:r>
              <a:rPr lang="en-US" sz="2800" b="1" dirty="0">
                <a:solidFill>
                  <a:srgbClr val="C00000"/>
                </a:solidFill>
              </a:rPr>
              <a:t>improves gradually</a:t>
            </a:r>
            <a:r>
              <a:rPr lang="en-US" sz="2800" dirty="0"/>
              <a:t>.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b="1" dirty="0"/>
              <a:t>Gradient Boosting</a:t>
            </a:r>
            <a:r>
              <a:rPr lang="en-US" sz="2800" dirty="0"/>
              <a:t> builds one model at a time, each one learning from the mistakes of the last. It improves slowly using gradient descent to make strong predictions.</a:t>
            </a:r>
            <a:endParaRPr lang="en-IN" sz="2800" dirty="0"/>
          </a:p>
          <a:p>
            <a:pPr marL="0" indent="0">
              <a:buNone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30629577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14FCA-C56A-5AC0-B694-9EC5D6F28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B1978-EBBC-1B8F-6AFD-7FACC4AEA2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18457"/>
            <a:ext cx="10659110" cy="54585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How GBM Works (Simple Steps)</a:t>
            </a:r>
          </a:p>
          <a:p>
            <a:pPr marL="0" indent="0">
              <a:buNone/>
            </a:pPr>
            <a:r>
              <a:rPr lang="en-US" sz="2400" dirty="0"/>
              <a:t>Let’s assume we're predicting </a:t>
            </a:r>
            <a:r>
              <a:rPr lang="en-US" sz="2400" b="1" dirty="0"/>
              <a:t>house prices</a:t>
            </a:r>
            <a:r>
              <a:rPr lang="en-US" sz="2400" dirty="0"/>
              <a:t> based on size:</a:t>
            </a:r>
          </a:p>
          <a:p>
            <a:pPr marL="0" indent="0">
              <a:buNone/>
            </a:pPr>
            <a:endParaRPr lang="en-IN" sz="24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23F7319-CC29-E9EB-FB2F-ED164CCAB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7191240"/>
              </p:ext>
            </p:extLst>
          </p:nvPr>
        </p:nvGraphicFramePr>
        <p:xfrm>
          <a:off x="1100046" y="2023068"/>
          <a:ext cx="7445241" cy="201553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81472">
                  <a:extLst>
                    <a:ext uri="{9D8B030D-6E8A-4147-A177-3AD203B41FA5}">
                      <a16:colId xmlns:a16="http://schemas.microsoft.com/office/drawing/2014/main" val="325713911"/>
                    </a:ext>
                  </a:extLst>
                </a:gridCol>
                <a:gridCol w="2481472">
                  <a:extLst>
                    <a:ext uri="{9D8B030D-6E8A-4147-A177-3AD203B41FA5}">
                      <a16:colId xmlns:a16="http://schemas.microsoft.com/office/drawing/2014/main" val="3681354829"/>
                    </a:ext>
                  </a:extLst>
                </a:gridCol>
                <a:gridCol w="2482297">
                  <a:extLst>
                    <a:ext uri="{9D8B030D-6E8A-4147-A177-3AD203B41FA5}">
                      <a16:colId xmlns:a16="http://schemas.microsoft.com/office/drawing/2014/main" val="80017449"/>
                    </a:ext>
                  </a:extLst>
                </a:gridCol>
              </a:tblGrid>
              <a:tr h="50388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House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Size (sqft)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Price ($1000s)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47225488"/>
                  </a:ext>
                </a:extLst>
              </a:tr>
              <a:tr h="50388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A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1000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100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0690304"/>
                  </a:ext>
                </a:extLst>
              </a:tr>
              <a:tr h="50388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B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1200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120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53974572"/>
                  </a:ext>
                </a:extLst>
              </a:tr>
              <a:tr h="50388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C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1500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150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9930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543510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6017E-274C-EDB3-A487-7711CF456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D06164-AFCF-38B6-3467-97D70DCA9A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00743"/>
            <a:ext cx="10659110" cy="5676220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2800" b="1" dirty="0"/>
              <a:t>Step-by-Step Explanation of GBM:</a:t>
            </a:r>
          </a:p>
          <a:p>
            <a:pPr marL="0" indent="0">
              <a:buNone/>
            </a:pPr>
            <a:r>
              <a:rPr lang="en-US" sz="2200" b="1" dirty="0"/>
              <a:t>Step 1: Start with a weak model</a:t>
            </a:r>
          </a:p>
          <a:p>
            <a:pPr lvl="1"/>
            <a:r>
              <a:rPr lang="en-US" sz="2100" dirty="0"/>
              <a:t>A simple model (like a straight line) is created.</a:t>
            </a:r>
          </a:p>
          <a:p>
            <a:pPr lvl="1"/>
            <a:r>
              <a:rPr lang="en-US" sz="2100" dirty="0"/>
              <a:t>It may predict:</a:t>
            </a:r>
          </a:p>
          <a:p>
            <a:pPr marL="914400" lvl="2" indent="0">
              <a:buNone/>
            </a:pPr>
            <a:r>
              <a:rPr lang="en-US" sz="2300" dirty="0"/>
              <a:t>A: 90</a:t>
            </a:r>
          </a:p>
          <a:p>
            <a:pPr marL="914400" lvl="2" indent="0">
              <a:buNone/>
            </a:pPr>
            <a:r>
              <a:rPr lang="en-US" sz="2300" dirty="0"/>
              <a:t>B: 110</a:t>
            </a:r>
          </a:p>
          <a:p>
            <a:pPr marL="914400" lvl="2" indent="0">
              <a:buNone/>
            </a:pPr>
            <a:r>
              <a:rPr lang="en-US" sz="2300" dirty="0"/>
              <a:t>C: 130</a:t>
            </a:r>
          </a:p>
          <a:p>
            <a:pPr marL="0" indent="0">
              <a:buNone/>
            </a:pPr>
            <a:endParaRPr lang="en-US" sz="1200" b="1" dirty="0"/>
          </a:p>
          <a:p>
            <a:pPr marL="0" indent="0">
              <a:buNone/>
            </a:pPr>
            <a:r>
              <a:rPr lang="en-US" sz="2200" b="1" dirty="0"/>
              <a:t>Step 2: Calculate errors (residuals)</a:t>
            </a:r>
          </a:p>
          <a:p>
            <a:pPr lvl="1"/>
            <a:r>
              <a:rPr lang="en-US" sz="2100" dirty="0"/>
              <a:t>Actual – Predicted:</a:t>
            </a:r>
          </a:p>
          <a:p>
            <a:pPr marL="914400" lvl="2" indent="0">
              <a:buNone/>
            </a:pPr>
            <a:r>
              <a:rPr lang="en-US" sz="1900" dirty="0"/>
              <a:t>A: 100 – 90 = </a:t>
            </a:r>
            <a:r>
              <a:rPr lang="en-US" sz="1900" b="1" dirty="0"/>
              <a:t>+10</a:t>
            </a:r>
            <a:endParaRPr lang="en-US" sz="1900" dirty="0"/>
          </a:p>
          <a:p>
            <a:pPr marL="914400" lvl="2" indent="0">
              <a:buNone/>
            </a:pPr>
            <a:r>
              <a:rPr lang="en-US" sz="1900" dirty="0"/>
              <a:t>B: 120 – 110 = </a:t>
            </a:r>
            <a:r>
              <a:rPr lang="en-US" sz="1900" b="1" dirty="0"/>
              <a:t>+10</a:t>
            </a:r>
            <a:endParaRPr lang="en-US" sz="1900" dirty="0"/>
          </a:p>
          <a:p>
            <a:pPr marL="914400" lvl="2" indent="0">
              <a:buNone/>
            </a:pPr>
            <a:r>
              <a:rPr lang="en-US" sz="1900" dirty="0"/>
              <a:t>C: 150 – 130 = </a:t>
            </a:r>
            <a:r>
              <a:rPr lang="en-US" sz="1900" b="1" dirty="0"/>
              <a:t>+20</a:t>
            </a:r>
            <a:endParaRPr lang="en-US" sz="1900" dirty="0"/>
          </a:p>
          <a:p>
            <a:pPr lvl="1"/>
            <a:r>
              <a:rPr lang="en-US" sz="2100" dirty="0"/>
              <a:t>This is the </a:t>
            </a:r>
            <a:r>
              <a:rPr lang="en-US" sz="2100" b="1" dirty="0"/>
              <a:t>residual</a:t>
            </a:r>
            <a:r>
              <a:rPr lang="en-US" sz="2100" dirty="0"/>
              <a:t> (what the model got wrong).</a:t>
            </a:r>
          </a:p>
          <a:p>
            <a:pPr marL="0" indent="0">
              <a:buNone/>
            </a:pPr>
            <a:endParaRPr lang="en-US" sz="1300" b="1" dirty="0"/>
          </a:p>
          <a:p>
            <a:pPr marL="0" indent="0">
              <a:buNone/>
            </a:pPr>
            <a:r>
              <a:rPr lang="en-US" sz="2200" b="1" dirty="0"/>
              <a:t>Step 3: Build a new model to predict the residuals</a:t>
            </a:r>
          </a:p>
          <a:p>
            <a:pPr lvl="1"/>
            <a:r>
              <a:rPr lang="en-US" sz="2100" dirty="0"/>
              <a:t>Now, a small model is trained to predict these errors.</a:t>
            </a:r>
          </a:p>
          <a:p>
            <a:pPr lvl="1"/>
            <a:r>
              <a:rPr lang="en-US" sz="2100" dirty="0"/>
              <a:t>It predicts:</a:t>
            </a:r>
          </a:p>
          <a:p>
            <a:pPr marL="914400" lvl="2" indent="0">
              <a:buNone/>
            </a:pPr>
            <a:r>
              <a:rPr lang="en-US" sz="2100" dirty="0"/>
              <a:t>A: +8</a:t>
            </a:r>
          </a:p>
          <a:p>
            <a:pPr marL="914400" lvl="2" indent="0">
              <a:buNone/>
            </a:pPr>
            <a:r>
              <a:rPr lang="en-US" sz="2100" dirty="0"/>
              <a:t>B: +9</a:t>
            </a:r>
          </a:p>
          <a:p>
            <a:pPr marL="914400" lvl="2" indent="0">
              <a:buNone/>
            </a:pPr>
            <a:r>
              <a:rPr lang="en-US" sz="2100" dirty="0"/>
              <a:t>C: +18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3581953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6A3349-F54F-276E-5E17-8602E845AE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94657"/>
            <a:ext cx="10659110" cy="5382306"/>
          </a:xfrm>
        </p:spPr>
        <p:txBody>
          <a:bodyPr/>
          <a:lstStyle/>
          <a:p>
            <a:pPr marL="0" indent="0">
              <a:buNone/>
            </a:pPr>
            <a:r>
              <a:rPr lang="en-US" sz="2400" b="1" dirty="0"/>
              <a:t>Step 4: Add this correction to the previous model</a:t>
            </a:r>
          </a:p>
          <a:p>
            <a:pPr lvl="1"/>
            <a:r>
              <a:rPr lang="en-US" sz="2400" dirty="0"/>
              <a:t>Final predictions:</a:t>
            </a:r>
          </a:p>
          <a:p>
            <a:pPr marL="914400" lvl="2" indent="0">
              <a:buNone/>
            </a:pPr>
            <a:r>
              <a:rPr lang="en-US" sz="2000" dirty="0"/>
              <a:t>A: 90 + 8 = </a:t>
            </a:r>
            <a:r>
              <a:rPr lang="en-US" sz="2000" b="1" dirty="0"/>
              <a:t>98</a:t>
            </a:r>
            <a:endParaRPr lang="en-US" sz="2000" dirty="0"/>
          </a:p>
          <a:p>
            <a:pPr marL="914400" lvl="2" indent="0">
              <a:buNone/>
            </a:pPr>
            <a:r>
              <a:rPr lang="en-US" sz="2000" dirty="0"/>
              <a:t>B: 110 + 9 = </a:t>
            </a:r>
            <a:r>
              <a:rPr lang="en-US" sz="2000" b="1" dirty="0"/>
              <a:t>119</a:t>
            </a:r>
            <a:endParaRPr lang="en-US" sz="2000" dirty="0"/>
          </a:p>
          <a:p>
            <a:pPr marL="914400" lvl="2" indent="0">
              <a:buNone/>
            </a:pPr>
            <a:r>
              <a:rPr lang="en-US" sz="2000" dirty="0"/>
              <a:t>C: 130 + 18 = </a:t>
            </a:r>
            <a:r>
              <a:rPr lang="en-US" sz="2000" b="1" dirty="0"/>
              <a:t>148</a:t>
            </a:r>
            <a:endParaRPr lang="en-US" sz="2000" dirty="0"/>
          </a:p>
          <a:p>
            <a:pPr lvl="1"/>
            <a:r>
              <a:rPr lang="en-US" sz="2400" dirty="0"/>
              <a:t>This new model is </a:t>
            </a:r>
            <a:r>
              <a:rPr lang="en-US" sz="2400" b="1" dirty="0"/>
              <a:t>closer to the real answer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sz="2400" b="1" dirty="0"/>
              <a:t>Repeat:</a:t>
            </a:r>
          </a:p>
          <a:p>
            <a:pPr marL="0" indent="0">
              <a:buNone/>
            </a:pPr>
            <a:r>
              <a:rPr lang="en-US" sz="2400" dirty="0"/>
              <a:t>Repeat the process for more iterations, each time </a:t>
            </a:r>
            <a:r>
              <a:rPr lang="en-US" sz="2400" b="1" dirty="0"/>
              <a:t>correcting the errors</a:t>
            </a:r>
            <a:r>
              <a:rPr lang="en-US" sz="2400" dirty="0"/>
              <a:t> of the last step.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669717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B0EEE-BD3B-A7B6-6959-1D8996C68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D3F7B-0C83-2BC0-B313-7CB64827B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94657"/>
            <a:ext cx="10659110" cy="538230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/>
              <a:t>Why It’s Called "Gradient" Boosting?</a:t>
            </a:r>
          </a:p>
          <a:p>
            <a:r>
              <a:rPr lang="en-US" sz="2400" dirty="0"/>
              <a:t>GBM uses the </a:t>
            </a:r>
            <a:r>
              <a:rPr lang="en-US" sz="2400" b="1" dirty="0">
                <a:solidFill>
                  <a:srgbClr val="002060"/>
                </a:solidFill>
              </a:rPr>
              <a:t>idea of gradient descent</a:t>
            </a:r>
            <a:r>
              <a:rPr lang="en-US" sz="2400" dirty="0"/>
              <a:t>, just like in deep learning.</a:t>
            </a:r>
          </a:p>
          <a:p>
            <a:r>
              <a:rPr lang="en-US" sz="2400" dirty="0"/>
              <a:t>It looks at the </a:t>
            </a:r>
            <a:r>
              <a:rPr lang="en-US" sz="2400" b="1" dirty="0">
                <a:solidFill>
                  <a:srgbClr val="C00000"/>
                </a:solidFill>
              </a:rPr>
              <a:t>gradient</a:t>
            </a:r>
            <a:r>
              <a:rPr lang="en-US" sz="2400" dirty="0"/>
              <a:t> (</a:t>
            </a:r>
            <a:r>
              <a:rPr lang="en-US" sz="2400" b="1" dirty="0"/>
              <a:t>slope</a:t>
            </a:r>
            <a:r>
              <a:rPr lang="en-US" sz="2400" dirty="0"/>
              <a:t>) of the </a:t>
            </a:r>
            <a:r>
              <a:rPr lang="en-US" sz="2400" b="1" dirty="0">
                <a:solidFill>
                  <a:srgbClr val="C00000"/>
                </a:solidFill>
              </a:rPr>
              <a:t>loss function </a:t>
            </a:r>
            <a:r>
              <a:rPr lang="en-US" sz="2400" dirty="0"/>
              <a:t>(error), and moves in the </a:t>
            </a:r>
            <a:r>
              <a:rPr lang="en-US" sz="2400" b="1" dirty="0">
                <a:solidFill>
                  <a:srgbClr val="C00000"/>
                </a:solidFill>
              </a:rPr>
              <a:t>opposite direction </a:t>
            </a:r>
            <a:r>
              <a:rPr lang="en-US" sz="2400" dirty="0"/>
              <a:t>to reduce the error.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Explanation:</a:t>
            </a:r>
          </a:p>
          <a:p>
            <a:pPr marL="0" indent="0">
              <a:buNone/>
            </a:pPr>
            <a:r>
              <a:rPr lang="en-US" sz="2400" dirty="0"/>
              <a:t>Think of it like </a:t>
            </a:r>
            <a:r>
              <a:rPr lang="en-US" sz="2400" b="1" dirty="0"/>
              <a:t>climbing down a hill</a:t>
            </a:r>
            <a:r>
              <a:rPr lang="en-US" sz="2400" dirty="0"/>
              <a:t> (gradient = slope, descent = go down) to reach the lowest point (minimum error).</a:t>
            </a:r>
          </a:p>
          <a:p>
            <a:r>
              <a:rPr lang="en-US" sz="2400" dirty="0"/>
              <a:t>You are trying to find the </a:t>
            </a:r>
            <a:r>
              <a:rPr lang="en-US" sz="2400" b="1" dirty="0"/>
              <a:t>best model parameters</a:t>
            </a:r>
            <a:r>
              <a:rPr lang="en-US" sz="2400" dirty="0"/>
              <a:t> that result in the </a:t>
            </a:r>
            <a:r>
              <a:rPr lang="en-US" sz="2400" b="1" dirty="0"/>
              <a:t>least error</a:t>
            </a:r>
            <a:r>
              <a:rPr lang="en-US" sz="2400" dirty="0"/>
              <a:t> on training data.</a:t>
            </a:r>
          </a:p>
          <a:p>
            <a:r>
              <a:rPr lang="en-US" sz="2400" dirty="0"/>
              <a:t>Gradient Descent helps by taking small steps in the direction where the error decreases.</a:t>
            </a:r>
          </a:p>
          <a:p>
            <a:pPr marL="0" indent="0">
              <a:buNone/>
            </a:pPr>
            <a:r>
              <a:rPr lang="en-US" sz="2400" dirty="0"/>
              <a:t>	In simple words: “It walks downhill to reduce mistakes.”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7182896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57C3D-E64D-2E02-2096-DF85267EE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613BFD-3661-64BE-8467-157553A50E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94657"/>
            <a:ext cx="10659110" cy="53823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2. Extreme Gradient Boosting (</a:t>
            </a:r>
            <a:r>
              <a:rPr lang="en-US" sz="2800" b="1" dirty="0" err="1"/>
              <a:t>XGBoost</a:t>
            </a:r>
            <a:r>
              <a:rPr lang="en-US" sz="2800" b="1" dirty="0"/>
              <a:t>)</a:t>
            </a:r>
          </a:p>
          <a:p>
            <a:pPr marL="0" indent="0">
              <a:buNone/>
            </a:pPr>
            <a:r>
              <a:rPr lang="en-US" sz="2400" dirty="0" err="1"/>
              <a:t>XGBoost</a:t>
            </a:r>
            <a:r>
              <a:rPr lang="en-US" sz="2400" dirty="0"/>
              <a:t> stands for </a:t>
            </a:r>
            <a:r>
              <a:rPr lang="en-US" sz="2400" b="1" dirty="0" err="1">
                <a:solidFill>
                  <a:srgbClr val="C00000"/>
                </a:solidFill>
              </a:rPr>
              <a:t>eX</a:t>
            </a:r>
            <a:r>
              <a:rPr lang="en-US" sz="2400" b="1" dirty="0">
                <a:solidFill>
                  <a:srgbClr val="C00000"/>
                </a:solidFill>
              </a:rPr>
              <a:t>**</a:t>
            </a:r>
            <a:r>
              <a:rPr lang="en-US" sz="2400" b="1" dirty="0" err="1">
                <a:solidFill>
                  <a:srgbClr val="C00000"/>
                </a:solidFill>
              </a:rPr>
              <a:t>treme</a:t>
            </a:r>
            <a:r>
              <a:rPr lang="en-US" sz="2400" b="1" dirty="0">
                <a:solidFill>
                  <a:srgbClr val="C00000"/>
                </a:solidFill>
              </a:rPr>
              <a:t> Gradient Boosting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dirty="0"/>
              <a:t>It is an </a:t>
            </a:r>
            <a:r>
              <a:rPr lang="en-US" sz="2400" b="1" dirty="0">
                <a:solidFill>
                  <a:srgbClr val="002060"/>
                </a:solidFill>
              </a:rPr>
              <a:t>improved version of </a:t>
            </a:r>
            <a:r>
              <a:rPr lang="en-US" sz="2400" b="1" dirty="0"/>
              <a:t>Gradient Boosting </a:t>
            </a:r>
            <a:r>
              <a:rPr lang="en-US" sz="2400" dirty="0"/>
              <a:t>designed to be:</a:t>
            </a:r>
          </a:p>
          <a:p>
            <a:pPr lvl="1"/>
            <a:r>
              <a:rPr lang="en-US" sz="2400" dirty="0"/>
              <a:t>Faster</a:t>
            </a:r>
          </a:p>
          <a:p>
            <a:pPr lvl="1"/>
            <a:r>
              <a:rPr lang="en-US" sz="2400" dirty="0"/>
              <a:t>More efficient</a:t>
            </a:r>
          </a:p>
          <a:p>
            <a:pPr lvl="1"/>
            <a:r>
              <a:rPr lang="en-US" sz="2400" dirty="0"/>
              <a:t>More accurate</a:t>
            </a:r>
          </a:p>
          <a:p>
            <a:pPr lvl="1"/>
            <a:r>
              <a:rPr lang="en-US" sz="2400" dirty="0"/>
              <a:t>Scalable for large datasets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It’s widely used in real-world projects as </a:t>
            </a:r>
            <a:r>
              <a:rPr lang="en-US" sz="2400" b="1" dirty="0" err="1"/>
              <a:t>XGBoost</a:t>
            </a:r>
            <a:r>
              <a:rPr lang="en-US" sz="2400" dirty="0"/>
              <a:t> is an advanced, optimized version of gradient boosting that is </a:t>
            </a:r>
            <a:r>
              <a:rPr lang="en-US" sz="2400" b="1" dirty="0"/>
              <a:t>faster</a:t>
            </a:r>
            <a:r>
              <a:rPr lang="en-US" sz="2400" dirty="0"/>
              <a:t>, </a:t>
            </a:r>
            <a:r>
              <a:rPr lang="en-US" sz="2400" b="1" dirty="0"/>
              <a:t>smarter</a:t>
            </a:r>
            <a:r>
              <a:rPr lang="en-US" sz="2400" dirty="0"/>
              <a:t>, and often more </a:t>
            </a:r>
            <a:r>
              <a:rPr lang="en-US" sz="2400" b="1" dirty="0"/>
              <a:t>accurate</a:t>
            </a:r>
            <a:r>
              <a:rPr lang="en-US" sz="2400" dirty="0"/>
              <a:t>. It's one of the best tools in a data scientist’s toolbox.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7220210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F6BA4-68E1-A012-CD72-7F118A898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697421-A3A8-4407-F730-4C66F4982E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94657"/>
            <a:ext cx="10659110" cy="53823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Simple Analogy:</a:t>
            </a:r>
          </a:p>
          <a:p>
            <a:pPr marL="0" indent="0">
              <a:buNone/>
            </a:pPr>
            <a:r>
              <a:rPr lang="en-US" sz="2400" dirty="0"/>
              <a:t>Imagine you already know how to </a:t>
            </a:r>
            <a:r>
              <a:rPr lang="en-US" sz="2400" b="1" dirty="0">
                <a:solidFill>
                  <a:srgbClr val="C00000"/>
                </a:solidFill>
              </a:rPr>
              <a:t>learn from mistakes </a:t>
            </a:r>
            <a:r>
              <a:rPr lang="en-US" sz="2400" b="1" dirty="0"/>
              <a:t>step-by-step</a:t>
            </a:r>
            <a:r>
              <a:rPr lang="en-US" sz="2400" dirty="0"/>
              <a:t> (like </a:t>
            </a:r>
            <a:r>
              <a:rPr lang="en-US" sz="2400" b="1" dirty="0"/>
              <a:t>Gradient Boosting</a:t>
            </a:r>
            <a:r>
              <a:rPr lang="en-US" sz="2400" dirty="0"/>
              <a:t>). Now imagine:</a:t>
            </a:r>
          </a:p>
          <a:p>
            <a:pPr lvl="1"/>
            <a:r>
              <a:rPr lang="en-US" sz="2400" dirty="0"/>
              <a:t>You also </a:t>
            </a:r>
            <a:r>
              <a:rPr lang="en-US" sz="2400" b="1" dirty="0"/>
              <a:t>optimize your time</a:t>
            </a:r>
            <a:r>
              <a:rPr lang="en-US" sz="2400" dirty="0"/>
              <a:t> better</a:t>
            </a:r>
          </a:p>
          <a:p>
            <a:pPr lvl="1"/>
            <a:r>
              <a:rPr lang="en-US" sz="2400" dirty="0"/>
              <a:t>Use </a:t>
            </a:r>
            <a:r>
              <a:rPr lang="en-US" sz="2400" b="1" dirty="0"/>
              <a:t>less memory</a:t>
            </a:r>
            <a:r>
              <a:rPr lang="en-US" sz="2400" dirty="0"/>
              <a:t> </a:t>
            </a:r>
          </a:p>
          <a:p>
            <a:pPr lvl="1"/>
            <a:r>
              <a:rPr lang="en-US" sz="2400" dirty="0"/>
              <a:t>Focus only on </a:t>
            </a:r>
            <a:r>
              <a:rPr lang="en-US" sz="2400" b="1" dirty="0"/>
              <a:t>important mistakes</a:t>
            </a:r>
            <a:endParaRPr lang="en-US" sz="2400" dirty="0"/>
          </a:p>
          <a:p>
            <a:pPr lvl="1"/>
            <a:r>
              <a:rPr lang="en-US" sz="2400" dirty="0"/>
              <a:t>And do all this </a:t>
            </a:r>
            <a:r>
              <a:rPr lang="en-US" sz="2400" b="1" dirty="0"/>
              <a:t>very fast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That’s exactly what </a:t>
            </a:r>
            <a:r>
              <a:rPr lang="en-US" sz="2400" b="1" dirty="0" err="1">
                <a:solidFill>
                  <a:srgbClr val="C00000"/>
                </a:solidFill>
              </a:rPr>
              <a:t>XGBoost</a:t>
            </a:r>
            <a:r>
              <a:rPr lang="en-US" sz="2400" dirty="0"/>
              <a:t> does! It’s like a </a:t>
            </a:r>
            <a:r>
              <a:rPr lang="en-US" sz="2400" b="1" dirty="0">
                <a:solidFill>
                  <a:srgbClr val="C00000"/>
                </a:solidFill>
              </a:rPr>
              <a:t>supercharged version</a:t>
            </a:r>
            <a:r>
              <a:rPr lang="en-US" sz="2400" dirty="0">
                <a:solidFill>
                  <a:srgbClr val="C00000"/>
                </a:solidFill>
              </a:rPr>
              <a:t> </a:t>
            </a:r>
            <a:r>
              <a:rPr lang="en-US" sz="2400" dirty="0"/>
              <a:t>of Gradient Boosting.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1299979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81358-62D3-9A4F-01E4-B7326BF91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645820-AF18-089D-E91C-BBE5342EAD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94657"/>
            <a:ext cx="10659110" cy="53823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How </a:t>
            </a:r>
            <a:r>
              <a:rPr lang="en-US" sz="2800" b="1" dirty="0" err="1"/>
              <a:t>XGBoost</a:t>
            </a:r>
            <a:r>
              <a:rPr lang="en-US" sz="2800" b="1" dirty="0"/>
              <a:t> Works:</a:t>
            </a:r>
          </a:p>
          <a:p>
            <a:r>
              <a:rPr lang="en-US" sz="2800" b="1" dirty="0"/>
              <a:t>Start with an initial prediction</a:t>
            </a:r>
            <a:r>
              <a:rPr lang="en-US" sz="2800" dirty="0"/>
              <a:t> (e.g., average of target values).</a:t>
            </a:r>
          </a:p>
          <a:p>
            <a:r>
              <a:rPr lang="en-US" sz="2800" b="1" dirty="0"/>
              <a:t>Calculate the gradient</a:t>
            </a:r>
            <a:r>
              <a:rPr lang="en-US" sz="2800" dirty="0"/>
              <a:t> (i.e., error) using a loss function.</a:t>
            </a:r>
          </a:p>
          <a:p>
            <a:r>
              <a:rPr lang="en-US" sz="2800" b="1" dirty="0"/>
              <a:t>Build a tree</a:t>
            </a:r>
            <a:r>
              <a:rPr lang="en-US" sz="2800" dirty="0"/>
              <a:t> to predict the gradient (error).</a:t>
            </a:r>
          </a:p>
          <a:p>
            <a:r>
              <a:rPr lang="en-US" sz="2800" b="1" dirty="0"/>
              <a:t>Add the new tree's prediction</a:t>
            </a:r>
            <a:r>
              <a:rPr lang="en-US" sz="2800" dirty="0"/>
              <a:t> to the old one.</a:t>
            </a:r>
          </a:p>
          <a:p>
            <a:r>
              <a:rPr lang="en-US" sz="2800" b="1" dirty="0"/>
              <a:t>Repeat</a:t>
            </a:r>
            <a:r>
              <a:rPr lang="en-US" sz="2800" dirty="0"/>
              <a:t> this process for several trees, each improving the result.</a:t>
            </a:r>
          </a:p>
          <a:p>
            <a:r>
              <a:rPr lang="en-US" sz="2800" b="1" dirty="0"/>
              <a:t>Apply regularization</a:t>
            </a:r>
            <a:r>
              <a:rPr lang="en-US" sz="2800" dirty="0"/>
              <a:t> to control complexity and reduce overfitting.</a:t>
            </a:r>
          </a:p>
          <a:p>
            <a:pPr marL="0" indent="0">
              <a:buNone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25209286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ECFF6-2552-A8B4-48C9-5385B24C7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1F914-87FF-5C9B-EB52-C7DD6E4287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94657"/>
            <a:ext cx="10659110" cy="53823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Example: Predicting House Prices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71A05C1-A51D-42D5-65DB-CB7504104F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0937947"/>
              </p:ext>
            </p:extLst>
          </p:nvPr>
        </p:nvGraphicFramePr>
        <p:xfrm>
          <a:off x="1154475" y="1761813"/>
          <a:ext cx="8729754" cy="26904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909595">
                  <a:extLst>
                    <a:ext uri="{9D8B030D-6E8A-4147-A177-3AD203B41FA5}">
                      <a16:colId xmlns:a16="http://schemas.microsoft.com/office/drawing/2014/main" val="2714135802"/>
                    </a:ext>
                  </a:extLst>
                </a:gridCol>
                <a:gridCol w="2909595">
                  <a:extLst>
                    <a:ext uri="{9D8B030D-6E8A-4147-A177-3AD203B41FA5}">
                      <a16:colId xmlns:a16="http://schemas.microsoft.com/office/drawing/2014/main" val="834391927"/>
                    </a:ext>
                  </a:extLst>
                </a:gridCol>
                <a:gridCol w="2910564">
                  <a:extLst>
                    <a:ext uri="{9D8B030D-6E8A-4147-A177-3AD203B41FA5}">
                      <a16:colId xmlns:a16="http://schemas.microsoft.com/office/drawing/2014/main" val="3828862540"/>
                    </a:ext>
                  </a:extLst>
                </a:gridCol>
              </a:tblGrid>
              <a:tr h="6726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House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Size (sqft)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Price ($1000s)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40611452"/>
                  </a:ext>
                </a:extLst>
              </a:tr>
              <a:tr h="6726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A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1000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100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13371430"/>
                  </a:ext>
                </a:extLst>
              </a:tr>
              <a:tr h="6726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B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1200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120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92188589"/>
                  </a:ext>
                </a:extLst>
              </a:tr>
              <a:tr h="6726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C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1500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150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014010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69643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1D2590-4E87-DEAA-3A1E-4128875D8F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07571"/>
            <a:ext cx="10659110" cy="54693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 err="1"/>
              <a:t>XGBoost</a:t>
            </a:r>
            <a:r>
              <a:rPr lang="en-US" sz="2800" b="1" dirty="0"/>
              <a:t>:</a:t>
            </a:r>
          </a:p>
          <a:p>
            <a:r>
              <a:rPr lang="en-US" sz="2800" dirty="0"/>
              <a:t>Starts with a base prediction (say 120)</a:t>
            </a:r>
          </a:p>
          <a:p>
            <a:r>
              <a:rPr lang="en-US" sz="2800" dirty="0"/>
              <a:t>Calculates error for each house</a:t>
            </a:r>
          </a:p>
          <a:p>
            <a:r>
              <a:rPr lang="en-US" sz="2800" dirty="0"/>
              <a:t>Builds trees that predict the </a:t>
            </a:r>
            <a:r>
              <a:rPr lang="en-US" sz="2800" b="1" dirty="0"/>
              <a:t>error</a:t>
            </a:r>
            <a:r>
              <a:rPr lang="en-US" sz="2800" dirty="0"/>
              <a:t> (residuals)</a:t>
            </a:r>
          </a:p>
          <a:p>
            <a:r>
              <a:rPr lang="en-US" sz="2800" dirty="0"/>
              <a:t>Adds corrections step-by-step</a:t>
            </a:r>
          </a:p>
          <a:p>
            <a:r>
              <a:rPr lang="en-US" sz="2800" dirty="0"/>
              <a:t>Uses </a:t>
            </a:r>
            <a:r>
              <a:rPr lang="en-US" sz="2800" b="1" dirty="0"/>
              <a:t>regularization</a:t>
            </a:r>
            <a:r>
              <a:rPr lang="en-US" sz="2800" dirty="0"/>
              <a:t> to avoid overfitting</a:t>
            </a:r>
          </a:p>
          <a:p>
            <a:pPr marL="0" indent="0">
              <a:buNone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33796590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1796C-9494-5C56-E53B-C01F90E40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C50B33-AE2A-41FE-B35F-826245A2C146}"/>
              </a:ext>
            </a:extLst>
          </p:cNvPr>
          <p:cNvSpPr txBox="1"/>
          <p:nvPr/>
        </p:nvSpPr>
        <p:spPr>
          <a:xfrm>
            <a:off x="375202" y="451438"/>
            <a:ext cx="11462302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Support Vector Machines:</a:t>
            </a:r>
          </a:p>
          <a:p>
            <a:r>
              <a:rPr lang="en-US" sz="2000" b="0" i="0" dirty="0">
                <a:solidFill>
                  <a:srgbClr val="0D0D0D"/>
                </a:solidFill>
                <a:effectLst/>
                <a:latin typeface="Söhne"/>
              </a:rPr>
              <a:t>Support Vector Machines (SVM) is a </a:t>
            </a:r>
            <a:r>
              <a:rPr lang="en-US" sz="2000" b="1" i="0" dirty="0">
                <a:solidFill>
                  <a:srgbClr val="0D0D0D"/>
                </a:solidFill>
                <a:effectLst/>
                <a:latin typeface="Söhne"/>
              </a:rPr>
              <a:t>powerful supervised machine learning algorithm </a:t>
            </a:r>
            <a:r>
              <a:rPr lang="en-US" sz="2000" b="0" i="0" dirty="0">
                <a:solidFill>
                  <a:srgbClr val="0D0D0D"/>
                </a:solidFill>
                <a:effectLst/>
                <a:latin typeface="Söhne"/>
              </a:rPr>
              <a:t>used for </a:t>
            </a:r>
            <a:r>
              <a:rPr lang="en-US" sz="2000" b="1" i="0" dirty="0">
                <a:solidFill>
                  <a:srgbClr val="C00000"/>
                </a:solidFill>
                <a:effectLst/>
                <a:latin typeface="Söhne"/>
              </a:rPr>
              <a:t>classification</a:t>
            </a:r>
            <a:r>
              <a:rPr lang="en-US" sz="2000" b="0" i="0" dirty="0">
                <a:solidFill>
                  <a:srgbClr val="0D0D0D"/>
                </a:solidFill>
                <a:effectLst/>
                <a:latin typeface="Söhne"/>
              </a:rPr>
              <a:t> and </a:t>
            </a:r>
            <a:r>
              <a:rPr lang="en-US" sz="2000" b="1" i="0" dirty="0">
                <a:solidFill>
                  <a:srgbClr val="C00000"/>
                </a:solidFill>
                <a:effectLst/>
                <a:latin typeface="Söhne"/>
              </a:rPr>
              <a:t>regression</a:t>
            </a:r>
            <a:r>
              <a:rPr lang="en-US" sz="2000" b="0" i="0" dirty="0">
                <a:solidFill>
                  <a:srgbClr val="0D0D0D"/>
                </a:solidFill>
                <a:effectLst/>
                <a:latin typeface="Söhne"/>
              </a:rPr>
              <a:t> tasks. The primary objective of SVM is </a:t>
            </a:r>
            <a:r>
              <a:rPr lang="en-US" sz="2000" b="1" i="0" dirty="0">
                <a:solidFill>
                  <a:srgbClr val="0D0D0D"/>
                </a:solidFill>
                <a:effectLst/>
                <a:latin typeface="Söhne"/>
              </a:rPr>
              <a:t>to find the </a:t>
            </a:r>
            <a:r>
              <a:rPr lang="en-US" sz="2000" b="1" i="0" dirty="0">
                <a:solidFill>
                  <a:srgbClr val="C00000"/>
                </a:solidFill>
                <a:effectLst/>
                <a:latin typeface="Söhne"/>
              </a:rPr>
              <a:t>optimal hyperplane </a:t>
            </a:r>
            <a:r>
              <a:rPr lang="en-US" sz="2000" b="1" i="0" dirty="0">
                <a:solidFill>
                  <a:srgbClr val="0D0D0D"/>
                </a:solidFill>
                <a:effectLst/>
                <a:latin typeface="Söhne"/>
              </a:rPr>
              <a:t>that best separates different classes </a:t>
            </a:r>
            <a:r>
              <a:rPr lang="en-US" sz="2000" b="0" i="0" dirty="0">
                <a:solidFill>
                  <a:srgbClr val="0D0D0D"/>
                </a:solidFill>
                <a:effectLst/>
                <a:latin typeface="Söhne"/>
              </a:rPr>
              <a:t>in the feature space.</a:t>
            </a:r>
          </a:p>
          <a:p>
            <a:r>
              <a:rPr lang="en-US" sz="2000" dirty="0">
                <a:solidFill>
                  <a:srgbClr val="0D0D0D"/>
                </a:solidFill>
                <a:latin typeface="Söhne"/>
              </a:rPr>
              <a:t>	The goal of  the SVM algorithm is to </a:t>
            </a:r>
            <a:r>
              <a:rPr lang="en-US" sz="2000" b="1" dirty="0">
                <a:solidFill>
                  <a:srgbClr val="C00000"/>
                </a:solidFill>
                <a:latin typeface="Söhne"/>
              </a:rPr>
              <a:t>create the Best line or decision boundary (</a:t>
            </a:r>
            <a:r>
              <a:rPr lang="en-US" sz="2000" b="1" dirty="0"/>
              <a:t>hyperplane) </a:t>
            </a:r>
            <a:r>
              <a:rPr lang="en-US" sz="2000" dirty="0">
                <a:solidFill>
                  <a:srgbClr val="0D0D0D"/>
                </a:solidFill>
                <a:latin typeface="Söhne"/>
              </a:rPr>
              <a:t>that can segregate the n-dimensional space into classes so that we can easily put the new data point in the correct category in the future. </a:t>
            </a:r>
            <a:r>
              <a:rPr lang="en-US" sz="2000" dirty="0"/>
              <a:t>The goal is to </a:t>
            </a:r>
            <a:r>
              <a:rPr lang="en-US" sz="2000" b="1" dirty="0"/>
              <a:t>maximize the margin</a:t>
            </a:r>
            <a:r>
              <a:rPr lang="en-US" sz="2000" dirty="0"/>
              <a:t> between the classes — hence, the name </a:t>
            </a:r>
            <a:r>
              <a:rPr lang="en-US" sz="2000" b="1" dirty="0"/>
              <a:t>“</a:t>
            </a:r>
            <a:r>
              <a:rPr lang="en-US" sz="2000" b="1" dirty="0">
                <a:solidFill>
                  <a:srgbClr val="C00000"/>
                </a:solidFill>
              </a:rPr>
              <a:t>maximum margin classifier</a:t>
            </a:r>
            <a:r>
              <a:rPr lang="en-US" sz="2000" b="1" dirty="0"/>
              <a:t>.”</a:t>
            </a:r>
            <a:endParaRPr lang="en-US" sz="2000" b="0" i="0" dirty="0">
              <a:solidFill>
                <a:srgbClr val="0D0D0D"/>
              </a:solidFill>
              <a:effectLst/>
              <a:latin typeface="Söhne"/>
            </a:endParaRPr>
          </a:p>
          <a:p>
            <a:r>
              <a:rPr lang="en-US" sz="2000" dirty="0"/>
              <a:t>	SVM is a model, which can </a:t>
            </a:r>
            <a:r>
              <a:rPr lang="en-US" sz="2000" b="1" dirty="0"/>
              <a:t>do linear classification as well as regression</a:t>
            </a:r>
            <a:r>
              <a:rPr lang="en-US" sz="2000" dirty="0"/>
              <a:t>. SVM is </a:t>
            </a:r>
            <a:r>
              <a:rPr lang="en-US" sz="2000" b="1" dirty="0"/>
              <a:t>based on the concept of a </a:t>
            </a:r>
            <a:r>
              <a:rPr lang="en-US" sz="2000" b="1" dirty="0">
                <a:solidFill>
                  <a:srgbClr val="C00000"/>
                </a:solidFill>
              </a:rPr>
              <a:t>surface</a:t>
            </a:r>
            <a:r>
              <a:rPr lang="en-US" sz="2000" b="1" dirty="0"/>
              <a:t>, called a </a:t>
            </a:r>
            <a:r>
              <a:rPr lang="en-US" sz="2000" b="1" dirty="0">
                <a:solidFill>
                  <a:srgbClr val="C00000"/>
                </a:solidFill>
              </a:rPr>
              <a:t>hyperplane</a:t>
            </a:r>
            <a:r>
              <a:rPr lang="en-US" sz="2000" b="1" dirty="0"/>
              <a:t>,</a:t>
            </a:r>
            <a:r>
              <a:rPr lang="en-US" sz="2000" dirty="0"/>
              <a:t> which draws a boundary between data instances plotted in the multi-dimensional feature space. The output prediction of an SVM is one of two conceivable classes which are already defined in the training data. In summary, the SVM algorithm builds an N-dimensional hyperplane model that assigns future instances into one of the two possible output classes.</a:t>
            </a:r>
            <a:r>
              <a:rPr lang="en-US" dirty="0"/>
              <a:t>	</a:t>
            </a:r>
          </a:p>
          <a:p>
            <a:endParaRPr lang="en-US" dirty="0"/>
          </a:p>
          <a:p>
            <a:r>
              <a:rPr lang="en-US" sz="2000" b="1" dirty="0"/>
              <a:t>Note: </a:t>
            </a:r>
            <a:r>
              <a:rPr lang="en-US" sz="2000" dirty="0"/>
              <a:t>The SVM model is </a:t>
            </a:r>
            <a:r>
              <a:rPr lang="en-US" sz="2000" b="1" dirty="0">
                <a:solidFill>
                  <a:srgbClr val="C00000"/>
                </a:solidFill>
              </a:rPr>
              <a:t>does not depends on the single Hyperplane</a:t>
            </a:r>
            <a:r>
              <a:rPr lang="en-US" sz="2000" dirty="0"/>
              <a:t>. Instead it will create </a:t>
            </a:r>
            <a:r>
              <a:rPr lang="en-US" sz="2000" b="1" dirty="0"/>
              <a:t>2 more hyperplane </a:t>
            </a:r>
            <a:r>
              <a:rPr lang="en-US" sz="2000" dirty="0"/>
              <a:t>where, one is created which is passing through the nearest point in one class or category and one more is for another </a:t>
            </a:r>
            <a:r>
              <a:rPr lang="en-US" sz="2000" dirty="0" err="1"/>
              <a:t>classs</a:t>
            </a:r>
            <a:r>
              <a:rPr lang="en-US" sz="2000" dirty="0"/>
              <a:t> or category.</a:t>
            </a:r>
          </a:p>
        </p:txBody>
      </p:sp>
    </p:spTree>
    <p:extLst>
      <p:ext uri="{BB962C8B-B14F-4D97-AF65-F5344CB8AC3E}">
        <p14:creationId xmlns:p14="http://schemas.microsoft.com/office/powerpoint/2010/main" val="25309396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8C7B43-607D-2B37-792D-1B9491FCE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8" name="Rectangle 1047">
            <a:extLst>
              <a:ext uri="{FF2B5EF4-FFF2-40B4-BE49-F238E27FC236}">
                <a16:creationId xmlns:a16="http://schemas.microsoft.com/office/drawing/2014/main" id="{4F8E18AC-903E-4B46-8CC0-FE20E612C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49" name="Rectangle 1048">
            <a:extLst>
              <a:ext uri="{FF2B5EF4-FFF2-40B4-BE49-F238E27FC236}">
                <a16:creationId xmlns:a16="http://schemas.microsoft.com/office/drawing/2014/main" id="{3DEE38FB-0763-470C-8A5E-44456B5130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3F01BC-B929-1A2A-6CB0-06506B3136A6}"/>
              </a:ext>
            </a:extLst>
          </p:cNvPr>
          <p:cNvSpPr txBox="1"/>
          <p:nvPr/>
        </p:nvSpPr>
        <p:spPr>
          <a:xfrm>
            <a:off x="548073" y="1298182"/>
            <a:ext cx="5743336" cy="459461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  <a:buClr>
                <a:schemeClr val="tx2">
                  <a:lumMod val="75000"/>
                  <a:lumOff val="25000"/>
                </a:schemeClr>
              </a:buClr>
            </a:pPr>
            <a:r>
              <a:rPr lang="en-US" sz="2400" b="1" dirty="0">
                <a:solidFill>
                  <a:schemeClr val="tx2"/>
                </a:solidFill>
              </a:rPr>
              <a:t>Classification using Hyperplanes:</a:t>
            </a:r>
          </a:p>
          <a:p>
            <a:pPr>
              <a:lnSpc>
                <a:spcPct val="90000"/>
              </a:lnSpc>
              <a:spcAft>
                <a:spcPts val="600"/>
              </a:spcAft>
              <a:buClr>
                <a:schemeClr val="tx2">
                  <a:lumMod val="75000"/>
                  <a:lumOff val="25000"/>
                </a:schemeClr>
              </a:buClr>
            </a:pPr>
            <a:r>
              <a:rPr lang="en-US" sz="2400" dirty="0">
                <a:solidFill>
                  <a:schemeClr val="tx2"/>
                </a:solidFill>
              </a:rPr>
              <a:t>In SVM, a model is built to </a:t>
            </a:r>
            <a:r>
              <a:rPr lang="en-US" sz="2400" b="1" dirty="0">
                <a:solidFill>
                  <a:srgbClr val="C00000"/>
                </a:solidFill>
              </a:rPr>
              <a:t>discriminate</a:t>
            </a:r>
            <a:r>
              <a:rPr lang="en-US" sz="2400" dirty="0">
                <a:solidFill>
                  <a:schemeClr val="tx2"/>
                </a:solidFill>
              </a:rPr>
              <a:t> or </a:t>
            </a:r>
            <a:r>
              <a:rPr lang="en-US" sz="2400" b="1" dirty="0">
                <a:solidFill>
                  <a:srgbClr val="C00000"/>
                </a:solidFill>
              </a:rPr>
              <a:t>differentiate</a:t>
            </a:r>
            <a:r>
              <a:rPr lang="en-US" sz="2400" dirty="0">
                <a:solidFill>
                  <a:schemeClr val="tx2"/>
                </a:solidFill>
              </a:rPr>
              <a:t> the data instances belonging to different classes. </a:t>
            </a:r>
          </a:p>
          <a:p>
            <a:pPr>
              <a:lnSpc>
                <a:spcPct val="90000"/>
              </a:lnSpc>
              <a:spcAft>
                <a:spcPts val="600"/>
              </a:spcAft>
              <a:buClr>
                <a:schemeClr val="tx2">
                  <a:lumMod val="75000"/>
                  <a:lumOff val="25000"/>
                </a:schemeClr>
              </a:buClr>
            </a:pPr>
            <a:endParaRPr lang="en-US" sz="2400" dirty="0">
              <a:solidFill>
                <a:schemeClr val="tx2"/>
              </a:solidFill>
            </a:endParaRPr>
          </a:p>
          <a:p>
            <a:pPr>
              <a:lnSpc>
                <a:spcPct val="90000"/>
              </a:lnSpc>
              <a:spcAft>
                <a:spcPts val="600"/>
              </a:spcAft>
              <a:buClr>
                <a:schemeClr val="tx2">
                  <a:lumMod val="75000"/>
                  <a:lumOff val="25000"/>
                </a:schemeClr>
              </a:buClr>
            </a:pPr>
            <a:r>
              <a:rPr lang="en-US" sz="2400" dirty="0">
                <a:solidFill>
                  <a:schemeClr val="tx2"/>
                </a:solidFill>
              </a:rPr>
              <a:t>Let us assume for the sake of simplicity that the data instances are linearly separable. In this case, when mapped in a </a:t>
            </a:r>
            <a:r>
              <a:rPr lang="en-US" sz="2400" b="1" dirty="0">
                <a:solidFill>
                  <a:srgbClr val="C00000"/>
                </a:solidFill>
              </a:rPr>
              <a:t>two-dimensional space</a:t>
            </a:r>
            <a:r>
              <a:rPr lang="en-US" sz="2400" dirty="0">
                <a:solidFill>
                  <a:schemeClr val="tx2"/>
                </a:solidFill>
              </a:rPr>
              <a:t>, the data instances belonging to different classes fall in different sides of a straight line drawn in the two dimensional space as depicted in </a:t>
            </a:r>
            <a:r>
              <a:rPr lang="en-US" sz="2400" b="1" dirty="0">
                <a:solidFill>
                  <a:schemeClr val="tx2"/>
                </a:solidFill>
              </a:rPr>
              <a:t>Figure</a:t>
            </a:r>
            <a:r>
              <a:rPr lang="en-US" sz="2400" dirty="0">
                <a:solidFill>
                  <a:schemeClr val="tx2"/>
                </a:solidFill>
              </a:rPr>
              <a:t> (a). </a:t>
            </a:r>
          </a:p>
          <a:p>
            <a:pPr>
              <a:lnSpc>
                <a:spcPct val="90000"/>
              </a:lnSpc>
              <a:spcAft>
                <a:spcPts val="600"/>
              </a:spcAft>
              <a:buClr>
                <a:schemeClr val="tx2">
                  <a:lumMod val="75000"/>
                  <a:lumOff val="25000"/>
                </a:schemeClr>
              </a:buClr>
            </a:pPr>
            <a:endParaRPr lang="en-US" sz="2400" dirty="0">
              <a:solidFill>
                <a:schemeClr val="tx2"/>
              </a:solidFill>
            </a:endParaRPr>
          </a:p>
        </p:txBody>
      </p:sp>
      <p:sp>
        <p:nvSpPr>
          <p:cNvPr id="1050" name="Oval 1">
            <a:extLst>
              <a:ext uri="{FF2B5EF4-FFF2-40B4-BE49-F238E27FC236}">
                <a16:creationId xmlns:a16="http://schemas.microsoft.com/office/drawing/2014/main" id="{F1D6E6C0-11C7-4A38-BD12-80741960B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91411" y="557332"/>
            <a:ext cx="5743337" cy="5743337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51" name="decorative circles">
            <a:extLst>
              <a:ext uri="{FF2B5EF4-FFF2-40B4-BE49-F238E27FC236}">
                <a16:creationId xmlns:a16="http://schemas.microsoft.com/office/drawing/2014/main" id="{2B16E781-E64A-4007-B0F1-5A50135A4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870062" y="289695"/>
            <a:ext cx="4971115" cy="6138399"/>
            <a:chOff x="6870062" y="289695"/>
            <a:chExt cx="4971115" cy="6138399"/>
          </a:xfrm>
        </p:grpSpPr>
        <p:sp>
          <p:nvSpPr>
            <p:cNvPr id="1052" name="Oval 1051">
              <a:extLst>
                <a:ext uri="{FF2B5EF4-FFF2-40B4-BE49-F238E27FC236}">
                  <a16:creationId xmlns:a16="http://schemas.microsoft.com/office/drawing/2014/main" id="{6F5849D6-7C1F-435A-8BEB-2A37173B65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543605" y="289695"/>
              <a:ext cx="226735" cy="226735"/>
            </a:xfrm>
            <a:prstGeom prst="ellipse">
              <a:avLst/>
            </a:prstGeom>
            <a:solidFill>
              <a:srgbClr val="97446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3" name="Oval 1052">
              <a:extLst>
                <a:ext uri="{FF2B5EF4-FFF2-40B4-BE49-F238E27FC236}">
                  <a16:creationId xmlns:a16="http://schemas.microsoft.com/office/drawing/2014/main" id="{9C6C5D90-0568-4F1C-9392-536D4E32E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74736" y="5667686"/>
              <a:ext cx="466441" cy="466441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4" name="Oval 1053">
              <a:extLst>
                <a:ext uri="{FF2B5EF4-FFF2-40B4-BE49-F238E27FC236}">
                  <a16:creationId xmlns:a16="http://schemas.microsoft.com/office/drawing/2014/main" id="{E069E425-421F-469A-9C32-9FB5C16E59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27805" y="5275653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5" name="Oval 1054">
              <a:extLst>
                <a:ext uri="{FF2B5EF4-FFF2-40B4-BE49-F238E27FC236}">
                  <a16:creationId xmlns:a16="http://schemas.microsoft.com/office/drawing/2014/main" id="{4C31A526-345A-4A63-BA59-FF91204E97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069847" y="5942894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6" name="Oval 1055">
              <a:extLst>
                <a:ext uri="{FF2B5EF4-FFF2-40B4-BE49-F238E27FC236}">
                  <a16:creationId xmlns:a16="http://schemas.microsoft.com/office/drawing/2014/main" id="{F27432B5-3C17-4415-B09A-67FCBD6360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81540" y="655922"/>
              <a:ext cx="466441" cy="466441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5" name="Oval 1044">
              <a:extLst>
                <a:ext uri="{FF2B5EF4-FFF2-40B4-BE49-F238E27FC236}">
                  <a16:creationId xmlns:a16="http://schemas.microsoft.com/office/drawing/2014/main" id="{90E4DDCC-A5A9-4365-876A-7992F2CF4D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003560" y="387281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6" name="Oval 1045">
              <a:extLst>
                <a:ext uri="{FF2B5EF4-FFF2-40B4-BE49-F238E27FC236}">
                  <a16:creationId xmlns:a16="http://schemas.microsoft.com/office/drawing/2014/main" id="{BA5DB42D-36BB-41F6-A512-3AFDD33ADA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163367" y="6122314"/>
              <a:ext cx="305780" cy="30578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7" name="Oval 1046">
              <a:extLst>
                <a:ext uri="{FF2B5EF4-FFF2-40B4-BE49-F238E27FC236}">
                  <a16:creationId xmlns:a16="http://schemas.microsoft.com/office/drawing/2014/main" id="{E03F45BD-67A0-4732-B626-9ECB4B18E2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70062" y="5959435"/>
              <a:ext cx="113367" cy="113367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28" name="Picture 4">
            <a:extLst>
              <a:ext uri="{FF2B5EF4-FFF2-40B4-BE49-F238E27FC236}">
                <a16:creationId xmlns:a16="http://schemas.microsoft.com/office/drawing/2014/main" id="{E3F965C0-DA94-0FF1-3320-A0342265CD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316257" y="1626998"/>
            <a:ext cx="3560176" cy="3936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74668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828F99-300F-2093-4EA7-5435B9E042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068" y="544285"/>
            <a:ext cx="7524300" cy="598714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200" dirty="0"/>
              <a:t>If the same concept is extended to a </a:t>
            </a:r>
            <a:r>
              <a:rPr lang="en-US" sz="2200" b="1" dirty="0">
                <a:solidFill>
                  <a:srgbClr val="C00000"/>
                </a:solidFill>
              </a:rPr>
              <a:t>multi-dimensional feature space</a:t>
            </a:r>
            <a:r>
              <a:rPr lang="en-US" sz="2200" dirty="0"/>
              <a:t>, the straight line dividing data instances belonging to different classes transforms to a hyperplane as depicted in Figure (b). Thus, an SVM model is a representation of the input instances as </a:t>
            </a:r>
            <a:r>
              <a:rPr lang="en-US" sz="2200" b="1" dirty="0"/>
              <a:t>points</a:t>
            </a:r>
            <a:r>
              <a:rPr lang="en-US" sz="2200" dirty="0"/>
              <a:t> in the feature space, which are mapped so that an apparent gap between them divides the instances of the separate classes. </a:t>
            </a:r>
          </a:p>
          <a:p>
            <a:pPr marL="0" indent="0">
              <a:buNone/>
            </a:pPr>
            <a:r>
              <a:rPr lang="en-US" sz="2200" dirty="0"/>
              <a:t>In other words, the </a:t>
            </a:r>
            <a:r>
              <a:rPr lang="en-US" sz="2200" b="1" dirty="0">
                <a:solidFill>
                  <a:srgbClr val="C00000"/>
                </a:solidFill>
              </a:rPr>
              <a:t>goal</a:t>
            </a:r>
            <a:r>
              <a:rPr lang="en-US" sz="2200" dirty="0"/>
              <a:t> of the SVM analysis is to </a:t>
            </a:r>
            <a:r>
              <a:rPr lang="en-US" sz="2200" b="1" dirty="0"/>
              <a:t>find a plane</a:t>
            </a:r>
            <a:r>
              <a:rPr lang="en-US" sz="2200" dirty="0"/>
              <a:t>, or rather a </a:t>
            </a:r>
            <a:r>
              <a:rPr lang="en-US" sz="2200" b="1" dirty="0"/>
              <a:t>hyperplane</a:t>
            </a:r>
            <a:r>
              <a:rPr lang="en-US" sz="2200" dirty="0"/>
              <a:t>, which separates the instances on the basis of their classes. </a:t>
            </a:r>
            <a:r>
              <a:rPr lang="en-US" sz="2200" b="1" dirty="0">
                <a:solidFill>
                  <a:srgbClr val="C00000"/>
                </a:solidFill>
              </a:rPr>
              <a:t>New examples </a:t>
            </a:r>
            <a:r>
              <a:rPr lang="en-US" sz="2200" dirty="0"/>
              <a:t>or </a:t>
            </a:r>
            <a:r>
              <a:rPr lang="en-US" sz="2200" b="1" dirty="0">
                <a:solidFill>
                  <a:srgbClr val="C00000"/>
                </a:solidFill>
              </a:rPr>
              <a:t>new</a:t>
            </a:r>
            <a:r>
              <a:rPr lang="en-US" sz="2200" dirty="0"/>
              <a:t> </a:t>
            </a:r>
            <a:r>
              <a:rPr lang="en-US" sz="2200" b="1" dirty="0">
                <a:solidFill>
                  <a:srgbClr val="C00000"/>
                </a:solidFill>
              </a:rPr>
              <a:t>instances</a:t>
            </a:r>
            <a:r>
              <a:rPr lang="en-US" sz="2200" dirty="0"/>
              <a:t> are then mapped into that same space and predicted to belong to a class on the basis of which side of the gap the new instance will fall on. </a:t>
            </a:r>
          </a:p>
          <a:p>
            <a:pPr marL="0" indent="0">
              <a:buNone/>
            </a:pPr>
            <a:r>
              <a:rPr lang="en-US" sz="2200" dirty="0"/>
              <a:t>In summary, in the overall training process, the SVM algorithm analyses input data and identifies a surface in the multidimensional feature space called the hyperplane. There may be many possible hyperplanes, and one of the </a:t>
            </a:r>
            <a:r>
              <a:rPr lang="en-US" sz="2200" b="1" dirty="0"/>
              <a:t>challenges</a:t>
            </a:r>
            <a:r>
              <a:rPr lang="en-US" sz="2200" dirty="0"/>
              <a:t> with the SVM model is to find the </a:t>
            </a:r>
            <a:r>
              <a:rPr lang="en-US" sz="2200" b="1" dirty="0">
                <a:solidFill>
                  <a:srgbClr val="C00000"/>
                </a:solidFill>
              </a:rPr>
              <a:t>optimal hyperplane</a:t>
            </a:r>
            <a:r>
              <a:rPr lang="en-US" sz="2200" dirty="0"/>
              <a:t>.</a:t>
            </a:r>
          </a:p>
          <a:p>
            <a:pPr marL="0" indent="0">
              <a:buNone/>
            </a:pPr>
            <a:endParaRPr lang="en-IN" sz="2200" dirty="0"/>
          </a:p>
        </p:txBody>
      </p:sp>
      <p:pic>
        <p:nvPicPr>
          <p:cNvPr id="1029" name="Picture 5">
            <a:extLst>
              <a:ext uri="{FF2B5EF4-FFF2-40B4-BE49-F238E27FC236}">
                <a16:creationId xmlns:a16="http://schemas.microsoft.com/office/drawing/2014/main" id="{1453DF99-D4E8-29D6-5DB9-CAFEBC1FAE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7368" y="1536778"/>
            <a:ext cx="3813954" cy="32638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655803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06A3C-0C56-FC06-3F6F-FBB2C5B25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F6371E5-DBC5-FBAE-E396-0D6718F7E9FA}"/>
              </a:ext>
            </a:extLst>
          </p:cNvPr>
          <p:cNvSpPr txBox="1"/>
          <p:nvPr/>
        </p:nvSpPr>
        <p:spPr>
          <a:xfrm>
            <a:off x="743955" y="631620"/>
            <a:ext cx="10508146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600" b="1" dirty="0"/>
              <a:t>Important Terminologies:</a:t>
            </a:r>
          </a:p>
          <a:p>
            <a:pPr marL="342900" indent="-342900">
              <a:buAutoNum type="arabicPeriod"/>
            </a:pPr>
            <a:r>
              <a:rPr lang="en-US" sz="2400" b="1" dirty="0"/>
              <a:t>Marginal Plane: </a:t>
            </a:r>
            <a:br>
              <a:rPr lang="en-US" sz="2400" dirty="0"/>
            </a:br>
            <a:r>
              <a:rPr lang="en-US" sz="2400" b="0" i="0" dirty="0">
                <a:solidFill>
                  <a:srgbClr val="0D0D0D"/>
                </a:solidFill>
                <a:effectLst/>
                <a:latin typeface="Söhne"/>
              </a:rPr>
              <a:t>In Support Vector Machines (SVM), the marginal plane refers to the </a:t>
            </a:r>
            <a:r>
              <a:rPr lang="en-US" sz="2400" b="1" i="0" dirty="0">
                <a:solidFill>
                  <a:srgbClr val="C00000"/>
                </a:solidFill>
                <a:effectLst/>
                <a:latin typeface="Söhne"/>
              </a:rPr>
              <a:t>hyperplane</a:t>
            </a:r>
            <a:r>
              <a:rPr lang="en-US" sz="2400" b="0" i="0" dirty="0">
                <a:solidFill>
                  <a:srgbClr val="0D0D0D"/>
                </a:solidFill>
                <a:effectLst/>
                <a:latin typeface="Söhne"/>
              </a:rPr>
              <a:t> or </a:t>
            </a:r>
            <a:r>
              <a:rPr lang="en-US" sz="2400" b="1" i="0" dirty="0">
                <a:solidFill>
                  <a:srgbClr val="C00000"/>
                </a:solidFill>
                <a:effectLst/>
                <a:latin typeface="Söhne"/>
              </a:rPr>
              <a:t>decision</a:t>
            </a:r>
            <a:r>
              <a:rPr lang="en-US" sz="2400" b="0" i="0" dirty="0">
                <a:solidFill>
                  <a:srgbClr val="0D0D0D"/>
                </a:solidFill>
                <a:effectLst/>
                <a:latin typeface="Söhne"/>
              </a:rPr>
              <a:t> </a:t>
            </a:r>
            <a:r>
              <a:rPr lang="en-US" sz="2400" b="1" i="0" dirty="0">
                <a:solidFill>
                  <a:srgbClr val="C00000"/>
                </a:solidFill>
                <a:effectLst/>
                <a:latin typeface="Söhne"/>
              </a:rPr>
              <a:t>boundary</a:t>
            </a:r>
            <a:r>
              <a:rPr lang="en-US" sz="2400" b="0" i="0" dirty="0">
                <a:solidFill>
                  <a:srgbClr val="0D0D0D"/>
                </a:solidFill>
                <a:effectLst/>
                <a:latin typeface="Söhne"/>
              </a:rPr>
              <a:t> that maximizes the margin between the support vectors of different classes. The margin is the distance between the decision boundary and the closest </a:t>
            </a:r>
            <a:r>
              <a:rPr lang="en-US" sz="2400" b="1" i="0" dirty="0">
                <a:solidFill>
                  <a:srgbClr val="0D0D0D"/>
                </a:solidFill>
                <a:effectLst/>
                <a:latin typeface="Söhne"/>
              </a:rPr>
              <a:t>data points </a:t>
            </a:r>
            <a:r>
              <a:rPr lang="en-US" sz="2400" b="0" i="0" dirty="0">
                <a:solidFill>
                  <a:srgbClr val="0D0D0D"/>
                </a:solidFill>
                <a:effectLst/>
                <a:latin typeface="Söhne"/>
              </a:rPr>
              <a:t>or </a:t>
            </a:r>
            <a:r>
              <a:rPr lang="en-US" sz="2400" b="1" i="0" dirty="0">
                <a:solidFill>
                  <a:srgbClr val="C00000"/>
                </a:solidFill>
                <a:effectLst/>
                <a:latin typeface="Söhne"/>
              </a:rPr>
              <a:t>support vectors </a:t>
            </a:r>
            <a:r>
              <a:rPr lang="en-US" sz="2400" b="0" i="0" dirty="0">
                <a:solidFill>
                  <a:srgbClr val="0D0D0D"/>
                </a:solidFill>
                <a:effectLst/>
                <a:latin typeface="Söhne"/>
              </a:rPr>
              <a:t>from each class.</a:t>
            </a:r>
          </a:p>
          <a:p>
            <a:pPr marL="342900" indent="-342900">
              <a:buAutoNum type="arabicPeriod"/>
            </a:pPr>
            <a:endParaRPr lang="en-US" sz="2400" dirty="0"/>
          </a:p>
          <a:p>
            <a:pPr marL="342900" indent="-342900">
              <a:buAutoNum type="arabicPeriod"/>
            </a:pPr>
            <a:r>
              <a:rPr lang="en-US" sz="2400" b="1" dirty="0"/>
              <a:t>Support Vectors:  </a:t>
            </a:r>
            <a:r>
              <a:rPr lang="en-US" sz="2400" dirty="0"/>
              <a:t>The </a:t>
            </a:r>
            <a:r>
              <a:rPr lang="en-US" sz="2400" b="1" dirty="0">
                <a:solidFill>
                  <a:srgbClr val="C00000"/>
                </a:solidFill>
              </a:rPr>
              <a:t>data points </a:t>
            </a:r>
            <a:r>
              <a:rPr lang="en-US" sz="2400" dirty="0"/>
              <a:t>which are passing through the Marginal Plane is called Support Vectors. It is possible to have more than one Data Points.</a:t>
            </a:r>
          </a:p>
          <a:p>
            <a:pPr marL="342900" indent="-342900">
              <a:buAutoNum type="arabicPeriod"/>
            </a:pPr>
            <a:endParaRPr lang="en-US" sz="2400" dirty="0"/>
          </a:p>
          <a:p>
            <a:pPr marL="342900" indent="-342900">
              <a:buAutoNum type="arabicPeriod"/>
            </a:pPr>
            <a:r>
              <a:rPr lang="en-US" sz="2400" b="1" dirty="0">
                <a:solidFill>
                  <a:srgbClr val="0D0D0D"/>
                </a:solidFill>
                <a:latin typeface="Söhne"/>
              </a:rPr>
              <a:t>M</a:t>
            </a:r>
            <a:r>
              <a:rPr lang="en-US" sz="2400" b="1" i="0" dirty="0">
                <a:solidFill>
                  <a:srgbClr val="0D0D0D"/>
                </a:solidFill>
                <a:effectLst/>
                <a:latin typeface="Söhne"/>
              </a:rPr>
              <a:t>arginal Distance :</a:t>
            </a:r>
            <a:r>
              <a:rPr lang="en-US" sz="2400" b="0" i="0" dirty="0">
                <a:solidFill>
                  <a:srgbClr val="0D0D0D"/>
                </a:solidFill>
                <a:effectLst/>
                <a:latin typeface="Söhne"/>
              </a:rPr>
              <a:t>In Support Vector Machines (SVM), the marginal distance refers to the </a:t>
            </a:r>
            <a:r>
              <a:rPr lang="en-US" sz="2400" b="1" i="0" dirty="0">
                <a:solidFill>
                  <a:srgbClr val="0D0D0D"/>
                </a:solidFill>
                <a:effectLst/>
                <a:latin typeface="Söhne"/>
              </a:rPr>
              <a:t>distance between </a:t>
            </a:r>
            <a:r>
              <a:rPr lang="en-US" sz="2400" b="0" i="0" dirty="0">
                <a:solidFill>
                  <a:srgbClr val="0D0D0D"/>
                </a:solidFill>
                <a:effectLst/>
                <a:latin typeface="Söhne"/>
              </a:rPr>
              <a:t>the </a:t>
            </a:r>
            <a:r>
              <a:rPr lang="en-US" sz="2400" b="1" i="0" dirty="0">
                <a:solidFill>
                  <a:srgbClr val="0D0D0D"/>
                </a:solidFill>
                <a:effectLst/>
                <a:latin typeface="Söhne"/>
              </a:rPr>
              <a:t>data point </a:t>
            </a:r>
            <a:r>
              <a:rPr lang="en-US" sz="2400" b="0" i="0" dirty="0">
                <a:solidFill>
                  <a:srgbClr val="0D0D0D"/>
                </a:solidFill>
                <a:effectLst/>
                <a:latin typeface="Söhne"/>
              </a:rPr>
              <a:t>and the </a:t>
            </a:r>
            <a:r>
              <a:rPr lang="en-US" sz="2400" b="1" i="0" dirty="0">
                <a:solidFill>
                  <a:srgbClr val="0D0D0D"/>
                </a:solidFill>
                <a:effectLst/>
                <a:latin typeface="Söhne"/>
              </a:rPr>
              <a:t>decision boundary </a:t>
            </a:r>
            <a:r>
              <a:rPr lang="en-US" sz="2400" b="0" i="0" dirty="0">
                <a:solidFill>
                  <a:srgbClr val="0D0D0D"/>
                </a:solidFill>
                <a:effectLst/>
                <a:latin typeface="Söhne"/>
              </a:rPr>
              <a:t>(hyperplane) of the SVM model.</a:t>
            </a:r>
          </a:p>
          <a:p>
            <a:r>
              <a:rPr lang="en-US" sz="2400" dirty="0">
                <a:solidFill>
                  <a:srgbClr val="0D0D0D"/>
                </a:solidFill>
                <a:latin typeface="Söhne"/>
              </a:rPr>
              <a:t>	</a:t>
            </a:r>
            <a:r>
              <a:rPr lang="en-US" sz="2400" b="1" dirty="0">
                <a:solidFill>
                  <a:srgbClr val="C00000"/>
                </a:solidFill>
                <a:latin typeface="Söhne"/>
              </a:rPr>
              <a:t>Higher the </a:t>
            </a:r>
            <a:r>
              <a:rPr lang="en-US" sz="2400" b="1" i="0" dirty="0">
                <a:solidFill>
                  <a:srgbClr val="C00000"/>
                </a:solidFill>
                <a:effectLst/>
                <a:latin typeface="Söhne"/>
              </a:rPr>
              <a:t>marginal distance  is more the Generalized our Model </a:t>
            </a:r>
            <a:r>
              <a:rPr lang="en-US" sz="2400" b="1" dirty="0">
                <a:solidFill>
                  <a:srgbClr val="C00000"/>
                </a:solidFill>
                <a:latin typeface="Söhne"/>
              </a:rPr>
              <a:t>is</a:t>
            </a:r>
            <a:r>
              <a:rPr lang="en-US" sz="2400" b="1" i="0" dirty="0">
                <a:solidFill>
                  <a:srgbClr val="C00000"/>
                </a:solidFill>
                <a:effectLst/>
                <a:latin typeface="Söhne"/>
              </a:rPr>
              <a:t>.</a:t>
            </a:r>
            <a:endParaRPr lang="en-US" sz="2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99916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A33CE-FE9D-4963-CC33-5691ABEDA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C18A2747-3B6D-59B6-0082-8F94A1AD3E44}"/>
              </a:ext>
            </a:extLst>
          </p:cNvPr>
          <p:cNvGrpSpPr/>
          <p:nvPr/>
        </p:nvGrpSpPr>
        <p:grpSpPr>
          <a:xfrm>
            <a:off x="1535596" y="121312"/>
            <a:ext cx="8087376" cy="4853459"/>
            <a:chOff x="1876839" y="1753384"/>
            <a:chExt cx="5715000" cy="4067633"/>
          </a:xfrm>
        </p:grpSpPr>
        <p:pic>
          <p:nvPicPr>
            <p:cNvPr id="4098" name="Picture 2" descr="Support Vector Machine (SVM) Algorithm - Javatpoint">
              <a:extLst>
                <a:ext uri="{FF2B5EF4-FFF2-40B4-BE49-F238E27FC236}">
                  <a16:creationId xmlns:a16="http://schemas.microsoft.com/office/drawing/2014/main" id="{0B4C5D68-F68E-BE2F-73DF-B697D2A044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76839" y="2011017"/>
              <a:ext cx="5715000" cy="381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ECA7FC9-E37F-F0F6-BAD6-BA87D417FA07}"/>
                </a:ext>
              </a:extLst>
            </p:cNvPr>
            <p:cNvSpPr txBox="1"/>
            <p:nvPr/>
          </p:nvSpPr>
          <p:spPr>
            <a:xfrm>
              <a:off x="5607068" y="1753384"/>
              <a:ext cx="1662320" cy="2395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1" dirty="0">
                  <a:solidFill>
                    <a:srgbClr val="C00000"/>
                  </a:solidFill>
                </a:rPr>
                <a:t>Marginal plane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DB91C73-8EF8-B0D6-0CAF-CC1D2B8807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22913" y="2011017"/>
              <a:ext cx="1732100" cy="1825487"/>
            </a:xfrm>
            <a:prstGeom prst="straightConnector1">
              <a:avLst/>
            </a:prstGeom>
            <a:ln w="5715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C2641E24-FEC0-92D7-6F4E-04BA9FBD1BE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26313" y="2011017"/>
              <a:ext cx="1354000" cy="1807407"/>
            </a:xfrm>
            <a:prstGeom prst="straightConnector1">
              <a:avLst/>
            </a:prstGeom>
            <a:ln w="5715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372EBEF-13DA-20A4-5F97-09CBEAE69927}"/>
              </a:ext>
            </a:extLst>
          </p:cNvPr>
          <p:cNvSpPr txBox="1"/>
          <p:nvPr/>
        </p:nvSpPr>
        <p:spPr>
          <a:xfrm>
            <a:off x="899491" y="5327567"/>
            <a:ext cx="1039301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Note:</a:t>
            </a:r>
            <a:r>
              <a:rPr lang="en-US" sz="2400" dirty="0"/>
              <a:t> To Draw </a:t>
            </a:r>
            <a:r>
              <a:rPr lang="en-US" sz="2400" b="1" dirty="0"/>
              <a:t>a Marginal Plane </a:t>
            </a:r>
            <a:r>
              <a:rPr lang="en-US" sz="2400" dirty="0"/>
              <a:t>to circle, Consider a circle which is near to or close to the square. Similarly, to draw Marginal plane to square consider the square near to the circle class.</a:t>
            </a:r>
          </a:p>
        </p:txBody>
      </p:sp>
    </p:spTree>
    <p:extLst>
      <p:ext uri="{BB962C8B-B14F-4D97-AF65-F5344CB8AC3E}">
        <p14:creationId xmlns:p14="http://schemas.microsoft.com/office/powerpoint/2010/main" val="85995764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8F4CB-0AED-D64D-99DB-8A37BC5D3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30E437-6AA9-0635-D124-62473039BB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1273629"/>
            <a:ext cx="10659110" cy="49033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How SVM Works – Step-by-Step (for Classification)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800" b="1" dirty="0"/>
              <a:t>Input the data</a:t>
            </a:r>
            <a:r>
              <a:rPr lang="en-US" sz="28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800" b="1" dirty="0"/>
              <a:t>Find the optimal hyperplane</a:t>
            </a:r>
            <a:r>
              <a:rPr lang="en-US" sz="2800" dirty="0"/>
              <a:t> that best separates the classes.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800" dirty="0"/>
              <a:t>If data is </a:t>
            </a:r>
            <a:r>
              <a:rPr lang="en-US" sz="2800" b="1" dirty="0"/>
              <a:t>not linearly separable</a:t>
            </a:r>
            <a:r>
              <a:rPr lang="en-US" sz="2800" dirty="0"/>
              <a:t>, apply a </a:t>
            </a:r>
            <a:r>
              <a:rPr lang="en-US" sz="2800" b="1" dirty="0"/>
              <a:t>kernel function</a:t>
            </a:r>
            <a:r>
              <a:rPr lang="en-US" sz="2800" dirty="0"/>
              <a:t> to transform it to higher dimensions.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800" dirty="0"/>
              <a:t>SVM </a:t>
            </a:r>
            <a:r>
              <a:rPr lang="en-US" sz="2800" b="1" dirty="0"/>
              <a:t>chooses the hyperplane</a:t>
            </a:r>
            <a:r>
              <a:rPr lang="en-US" sz="2800" dirty="0"/>
              <a:t> that has the </a:t>
            </a:r>
            <a:r>
              <a:rPr lang="en-US" sz="2800" b="1" dirty="0"/>
              <a:t>maximum margin</a:t>
            </a:r>
            <a:r>
              <a:rPr lang="en-US" sz="28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800" dirty="0"/>
              <a:t>Use this hyperplane to </a:t>
            </a:r>
            <a:r>
              <a:rPr lang="en-US" sz="2800" b="1" dirty="0"/>
              <a:t>predict unseen data</a:t>
            </a:r>
            <a:r>
              <a:rPr lang="en-US" sz="2800" dirty="0"/>
              <a:t>.</a:t>
            </a:r>
          </a:p>
          <a:p>
            <a:pPr marL="0" indent="0">
              <a:buNone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26214606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C65D4-F4A5-CDC8-8C8B-6668694E1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4346A665-1BDC-1D87-002A-1BC26956952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CA1FA00-1703-14E1-4E81-000D6EDC7D8E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407B770-8FC2-CAE4-5F16-DDB807EC2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5314" y="705678"/>
              <a:ext cx="10866782" cy="577960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461442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8861E9A-8B72-7EC4-1875-5051F0DAB5DD}"/>
              </a:ext>
            </a:extLst>
          </p:cNvPr>
          <p:cNvSpPr txBox="1"/>
          <p:nvPr/>
        </p:nvSpPr>
        <p:spPr>
          <a:xfrm>
            <a:off x="603801" y="558611"/>
            <a:ext cx="10905711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Important to Note:</a:t>
            </a:r>
          </a:p>
          <a:p>
            <a:r>
              <a:rPr lang="en-US" sz="2400" dirty="0"/>
              <a:t>	Support Vector Machines (SVMs) classify new data points by determining which side of the hyperplane they fall on. </a:t>
            </a:r>
            <a:r>
              <a:rPr lang="en-US" sz="2400" b="1" dirty="0">
                <a:solidFill>
                  <a:srgbClr val="C00000"/>
                </a:solidFill>
              </a:rPr>
              <a:t>After the SVM has been trained on a dataset and has identified the optimal hyperplane that separates the classes, it uses this hyperplane to make predictions on unseen data.</a:t>
            </a:r>
          </a:p>
          <a:p>
            <a:endParaRPr lang="en-US" sz="2400" dirty="0"/>
          </a:p>
          <a:p>
            <a:r>
              <a:rPr lang="en-US" sz="2400" dirty="0"/>
              <a:t>	When a new data point is presented to the SVM for classification, the model evaluates </a:t>
            </a:r>
            <a:r>
              <a:rPr lang="en-US" sz="2400" b="1" dirty="0"/>
              <a:t>the position of the point relative to the hyperplane</a:t>
            </a:r>
            <a:r>
              <a:rPr lang="en-US" sz="2400" dirty="0"/>
              <a:t>. If the point lies on one side of the hyperplane, it is classified as belonging to one class; if it lies on the other side, it is classified as belonging to the other class. The distance of the data point from the hyperplane determines the confidence level of the classification.</a:t>
            </a:r>
          </a:p>
          <a:p>
            <a:endParaRPr lang="en-US" sz="2400" dirty="0"/>
          </a:p>
          <a:p>
            <a:pPr algn="l"/>
            <a:r>
              <a:rPr lang="en-US" sz="2400" b="0" i="0" dirty="0">
                <a:solidFill>
                  <a:srgbClr val="0D0D0D"/>
                </a:solidFill>
                <a:effectLst/>
                <a:latin typeface="Söhne"/>
              </a:rPr>
              <a:t>	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7280912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CD737F-59E1-E3F8-4D59-F1211D4844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09600"/>
            <a:ext cx="10659110" cy="5567363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rgbClr val="0D0D0D"/>
                </a:solidFill>
                <a:latin typeface="Söhne"/>
              </a:rPr>
              <a:t>let's consider a simple example where we have two classes: red and blue points distributed in a two-dimensional space. The goal is to train an SVM to classify new data points as either red or blue based on their features.</a:t>
            </a:r>
          </a:p>
          <a:p>
            <a:r>
              <a:rPr lang="en-US" sz="2400" dirty="0">
                <a:solidFill>
                  <a:srgbClr val="0D0D0D"/>
                </a:solidFill>
                <a:latin typeface="Söhne"/>
              </a:rPr>
              <a:t>Suppose we have the following training data:</a:t>
            </a:r>
          </a:p>
          <a:p>
            <a:pPr lvl="1"/>
            <a:r>
              <a:rPr lang="en-US" sz="2400" b="1" dirty="0">
                <a:solidFill>
                  <a:srgbClr val="0D0D0D"/>
                </a:solidFill>
                <a:latin typeface="Söhne"/>
              </a:rPr>
              <a:t>Red points: </a:t>
            </a:r>
            <a:r>
              <a:rPr lang="en-US" sz="2400" dirty="0">
                <a:solidFill>
                  <a:srgbClr val="0D0D0D"/>
                </a:solidFill>
                <a:latin typeface="Söhne"/>
              </a:rPr>
              <a:t>(1, 2), (2, 3), (3, 3)</a:t>
            </a:r>
          </a:p>
          <a:p>
            <a:pPr lvl="1"/>
            <a:r>
              <a:rPr lang="en-US" sz="2400" b="1" dirty="0">
                <a:solidFill>
                  <a:srgbClr val="0D0D0D"/>
                </a:solidFill>
                <a:latin typeface="Söhne"/>
              </a:rPr>
              <a:t>Blue points</a:t>
            </a:r>
            <a:r>
              <a:rPr lang="en-US" sz="2400" dirty="0">
                <a:solidFill>
                  <a:srgbClr val="0D0D0D"/>
                </a:solidFill>
                <a:latin typeface="Söhne"/>
              </a:rPr>
              <a:t>: (2, 1), (3, 2), (4, 1)</a:t>
            </a:r>
          </a:p>
          <a:p>
            <a:r>
              <a:rPr lang="en-US" sz="2400" dirty="0">
                <a:solidFill>
                  <a:srgbClr val="0D0D0D"/>
                </a:solidFill>
                <a:latin typeface="Söhne"/>
              </a:rPr>
              <a:t>After training the SVM, it finds the optimal hyperplane that separates the red and blue points in the feature space. Let's say the equation of this hyperplane is:</a:t>
            </a:r>
          </a:p>
          <a:p>
            <a:endParaRPr lang="en-US" sz="2400" dirty="0"/>
          </a:p>
          <a:p>
            <a:pPr lvl="1"/>
            <a:r>
              <a:rPr lang="en-US" sz="2400" dirty="0">
                <a:solidFill>
                  <a:srgbClr val="0D0D0D"/>
                </a:solidFill>
                <a:latin typeface="Söhne"/>
              </a:rPr>
              <a:t>2X1​ + 3X2​=8</a:t>
            </a:r>
          </a:p>
          <a:p>
            <a:pPr marL="457200" lvl="1" indent="0">
              <a:buNone/>
            </a:pPr>
            <a:endParaRPr lang="en-US" sz="2400" dirty="0">
              <a:solidFill>
                <a:srgbClr val="0D0D0D"/>
              </a:solidFill>
              <a:latin typeface="Söhne"/>
            </a:endParaRPr>
          </a:p>
          <a:p>
            <a:pPr marL="0" indent="0">
              <a:buNone/>
            </a:pPr>
            <a:r>
              <a:rPr lang="en-US" sz="2600" dirty="0">
                <a:solidFill>
                  <a:srgbClr val="0D0D0D"/>
                </a:solidFill>
                <a:latin typeface="Söhne"/>
              </a:rPr>
              <a:t>Now, when a new data point, let's say (2.5, 2.5), is presented to the SVM for classification, the SVM evaluates its position relative to the hyperplane.</a:t>
            </a:r>
          </a:p>
          <a:p>
            <a:pPr marL="457200" lvl="1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74765539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E2A9487-177A-95DF-814B-6AF6FA6E2E9C}"/>
              </a:ext>
            </a:extLst>
          </p:cNvPr>
          <p:cNvSpPr txBox="1"/>
          <p:nvPr/>
        </p:nvSpPr>
        <p:spPr>
          <a:xfrm>
            <a:off x="931792" y="706401"/>
            <a:ext cx="1013045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lang="en-US" sz="2400" b="0" i="0" dirty="0">
              <a:solidFill>
                <a:srgbClr val="0D0D0D"/>
              </a:solidFill>
              <a:effectLst/>
              <a:latin typeface="Söhne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0D0D0D"/>
                </a:solidFill>
                <a:effectLst/>
                <a:latin typeface="Söhne"/>
              </a:rPr>
              <a:t>If the point lies above the hyperplane (i.e., </a:t>
            </a:r>
            <a:r>
              <a:rPr lang="en-US" sz="2400" b="0" i="0" dirty="0">
                <a:solidFill>
                  <a:srgbClr val="0D0D0D"/>
                </a:solidFill>
                <a:effectLst/>
                <a:latin typeface="KaTeX_Main"/>
              </a:rPr>
              <a:t>2×2.5+3×2.5&gt;8</a:t>
            </a:r>
            <a:r>
              <a:rPr lang="en-US" sz="2400" b="0" i="0" dirty="0">
                <a:solidFill>
                  <a:srgbClr val="0D0D0D"/>
                </a:solidFill>
                <a:effectLst/>
                <a:latin typeface="Söhne"/>
              </a:rPr>
              <a:t>), it will be classified as a </a:t>
            </a:r>
            <a:r>
              <a:rPr lang="en-US" sz="2400" b="1" i="0" dirty="0">
                <a:solidFill>
                  <a:srgbClr val="C00000"/>
                </a:solidFill>
                <a:effectLst/>
                <a:latin typeface="Söhne"/>
              </a:rPr>
              <a:t>red point</a:t>
            </a:r>
            <a:r>
              <a:rPr lang="en-US" sz="2400" b="0" i="0" dirty="0">
                <a:solidFill>
                  <a:srgbClr val="0D0D0D"/>
                </a:solidFill>
                <a:effectLst/>
                <a:latin typeface="Söhne"/>
              </a:rPr>
              <a:t>.</a:t>
            </a:r>
          </a:p>
          <a:p>
            <a:pPr algn="l"/>
            <a:endParaRPr lang="en-US" sz="2400" b="0" i="0" dirty="0">
              <a:solidFill>
                <a:srgbClr val="0D0D0D"/>
              </a:solidFill>
              <a:effectLst/>
              <a:latin typeface="Söhne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0D0D0D"/>
                </a:solidFill>
                <a:effectLst/>
                <a:latin typeface="Söhne"/>
              </a:rPr>
              <a:t>If the point lies below the hyperplane (i.e., </a:t>
            </a:r>
            <a:r>
              <a:rPr lang="en-US" sz="2400" b="0" i="0" dirty="0">
                <a:solidFill>
                  <a:srgbClr val="0D0D0D"/>
                </a:solidFill>
                <a:effectLst/>
                <a:latin typeface="KaTeX_Main"/>
              </a:rPr>
              <a:t>2×2.5+3×2.5&lt;8</a:t>
            </a:r>
            <a:r>
              <a:rPr lang="en-US" sz="2400" b="0" i="0" dirty="0">
                <a:solidFill>
                  <a:srgbClr val="0D0D0D"/>
                </a:solidFill>
                <a:effectLst/>
                <a:latin typeface="Söhne"/>
              </a:rPr>
              <a:t>), it will be classified as a </a:t>
            </a:r>
            <a:r>
              <a:rPr lang="en-US" sz="2400" b="1" i="0" dirty="0">
                <a:solidFill>
                  <a:srgbClr val="002060"/>
                </a:solidFill>
                <a:effectLst/>
                <a:latin typeface="Söhne"/>
              </a:rPr>
              <a:t>blue point</a:t>
            </a:r>
            <a:r>
              <a:rPr lang="en-US" sz="2400" b="0" i="0" dirty="0">
                <a:solidFill>
                  <a:srgbClr val="0D0D0D"/>
                </a:solidFill>
                <a:effectLst/>
                <a:latin typeface="Söhne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2400" b="0" i="0" dirty="0">
              <a:solidFill>
                <a:srgbClr val="0D0D0D"/>
              </a:solidFill>
              <a:effectLst/>
              <a:latin typeface="Söhne"/>
            </a:endParaRPr>
          </a:p>
          <a:p>
            <a:pPr algn="l"/>
            <a:r>
              <a:rPr lang="en-US" sz="2400" b="0" i="0" dirty="0">
                <a:solidFill>
                  <a:srgbClr val="0D0D0D"/>
                </a:solidFill>
                <a:effectLst/>
                <a:latin typeface="Söhne"/>
              </a:rPr>
              <a:t>In this way, the SVM classifies new data points based on which side of the hyperplane they fall on.</a:t>
            </a:r>
          </a:p>
        </p:txBody>
      </p:sp>
    </p:spTree>
    <p:extLst>
      <p:ext uri="{BB962C8B-B14F-4D97-AF65-F5344CB8AC3E}">
        <p14:creationId xmlns:p14="http://schemas.microsoft.com/office/powerpoint/2010/main" val="42336322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38175-8635-ADF3-9170-D2C8CECD9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AFCC03-BED4-5A78-A0B3-1D3C6B5BE5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07571"/>
            <a:ext cx="10659110" cy="54693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/>
              <a:t>Linear vs. Non-Linear SVM:</a:t>
            </a:r>
            <a:endParaRPr lang="en-US" sz="2400" dirty="0"/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Linear SVM: </a:t>
            </a:r>
            <a:r>
              <a:rPr lang="en-US" sz="2400" dirty="0"/>
              <a:t>Used when </a:t>
            </a:r>
            <a:r>
              <a:rPr lang="en-US" sz="2400" b="1" dirty="0">
                <a:solidFill>
                  <a:srgbClr val="C00000"/>
                </a:solidFill>
              </a:rPr>
              <a:t>data is linearly separable</a:t>
            </a:r>
            <a:r>
              <a:rPr lang="en-US" sz="24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Non-Linear SVM: </a:t>
            </a:r>
            <a:r>
              <a:rPr lang="en-US" sz="2400" dirty="0"/>
              <a:t>Used when data is </a:t>
            </a:r>
            <a:r>
              <a:rPr lang="en-US" sz="2400" b="1" dirty="0">
                <a:solidFill>
                  <a:srgbClr val="C00000"/>
                </a:solidFill>
              </a:rPr>
              <a:t>not linearly separable </a:t>
            </a:r>
            <a:r>
              <a:rPr lang="en-US" sz="2400" dirty="0"/>
              <a:t>— handled using kernel tricks.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29178848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3127F-C985-6CFB-F502-91DE009C6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2CE4B-7356-F1BC-8070-BACA11E2AE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44286"/>
            <a:ext cx="10659110" cy="61395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1. Linear SVM</a:t>
            </a:r>
          </a:p>
          <a:p>
            <a:pPr marL="0" indent="0">
              <a:buNone/>
            </a:pPr>
            <a:r>
              <a:rPr lang="en-US" sz="2400" dirty="0"/>
              <a:t>Linear SVM is used when the </a:t>
            </a:r>
            <a:r>
              <a:rPr lang="en-US" sz="2400" b="1" dirty="0">
                <a:solidFill>
                  <a:srgbClr val="C00000"/>
                </a:solidFill>
              </a:rPr>
              <a:t>data is linearly separable</a:t>
            </a:r>
            <a:r>
              <a:rPr lang="en-US" sz="2400" dirty="0"/>
              <a:t>, i.e., it can be divided by a straight line (in 2D) or a </a:t>
            </a:r>
            <a:r>
              <a:rPr lang="en-US" sz="2400" b="1" dirty="0"/>
              <a:t>hyperplane</a:t>
            </a:r>
            <a:r>
              <a:rPr lang="en-US" sz="2400" dirty="0"/>
              <a:t> (in higher dimensions).</a:t>
            </a:r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2400" b="1" dirty="0"/>
              <a:t>Example: </a:t>
            </a:r>
            <a:r>
              <a:rPr lang="en-US" sz="2400" dirty="0"/>
              <a:t>Consider a dataset with two features (X1, X2) and </a:t>
            </a:r>
            <a:r>
              <a:rPr lang="en-US" sz="2400" b="1" dirty="0"/>
              <a:t>two classes</a:t>
            </a:r>
            <a:r>
              <a:rPr lang="en-US" sz="2400" dirty="0"/>
              <a:t>: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Note: </a:t>
            </a:r>
            <a:r>
              <a:rPr lang="en-US" sz="2400" dirty="0"/>
              <a:t>Linear Means when value of x1 increase/ decreases then value of x2 will also increases/decreases</a:t>
            </a:r>
            <a:endParaRPr lang="en-IN" sz="240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B95F75B-2179-4DDB-88FF-8930264731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6115801"/>
              </p:ext>
            </p:extLst>
          </p:nvPr>
        </p:nvGraphicFramePr>
        <p:xfrm>
          <a:off x="1546360" y="2848406"/>
          <a:ext cx="6378440" cy="240939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125911">
                  <a:extLst>
                    <a:ext uri="{9D8B030D-6E8A-4147-A177-3AD203B41FA5}">
                      <a16:colId xmlns:a16="http://schemas.microsoft.com/office/drawing/2014/main" val="2178426669"/>
                    </a:ext>
                  </a:extLst>
                </a:gridCol>
                <a:gridCol w="2125911">
                  <a:extLst>
                    <a:ext uri="{9D8B030D-6E8A-4147-A177-3AD203B41FA5}">
                      <a16:colId xmlns:a16="http://schemas.microsoft.com/office/drawing/2014/main" val="3913811522"/>
                    </a:ext>
                  </a:extLst>
                </a:gridCol>
                <a:gridCol w="2126618">
                  <a:extLst>
                    <a:ext uri="{9D8B030D-6E8A-4147-A177-3AD203B41FA5}">
                      <a16:colId xmlns:a16="http://schemas.microsoft.com/office/drawing/2014/main" val="1296815605"/>
                    </a:ext>
                  </a:extLst>
                </a:gridCol>
              </a:tblGrid>
              <a:tr h="48187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X1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X2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Label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80973222"/>
                  </a:ext>
                </a:extLst>
              </a:tr>
              <a:tr h="48187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1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2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0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10939968"/>
                  </a:ext>
                </a:extLst>
              </a:tr>
              <a:tr h="48187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2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3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0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26352989"/>
                  </a:ext>
                </a:extLst>
              </a:tr>
              <a:tr h="48187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4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6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1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51135402"/>
                  </a:ext>
                </a:extLst>
              </a:tr>
              <a:tr h="48187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3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5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1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276821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14217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124B8B-B3C3-C158-3C6C-F198C22FD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4F8E18AC-903E-4B46-8CC0-FE20E612C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DEE38FB-0763-470C-8A5E-44456B5130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FCEF53-22ED-BA5D-D809-895FC80982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118" y="1240970"/>
            <a:ext cx="5349471" cy="4034683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C00000"/>
                </a:solidFill>
              </a:rPr>
              <a:t>Visually</a:t>
            </a:r>
            <a:r>
              <a:rPr lang="en-US" sz="2400" dirty="0"/>
              <a:t>, we can draw a straight line separating these two groups.</a:t>
            </a:r>
          </a:p>
          <a:p>
            <a:pPr marL="0" indent="0">
              <a:buNone/>
            </a:pPr>
            <a:r>
              <a:rPr lang="en-US" sz="2400" dirty="0"/>
              <a:t>Here, the classes are linearly separable, so </a:t>
            </a:r>
            <a:r>
              <a:rPr lang="en-US" sz="2400" b="1" dirty="0"/>
              <a:t>Linear SVM</a:t>
            </a:r>
            <a:r>
              <a:rPr lang="en-US" sz="2400" dirty="0"/>
              <a:t> will draw a straight line (hyperplane) that </a:t>
            </a:r>
            <a:r>
              <a:rPr lang="en-US" sz="2400" b="1" dirty="0"/>
              <a:t>maximizes the margin</a:t>
            </a:r>
            <a:r>
              <a:rPr lang="en-US" sz="2400" dirty="0"/>
              <a:t> between the two classes.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Use Linear SVM When Data is clearly separable with a straight line.</a:t>
            </a:r>
            <a:endParaRPr lang="en-IN" sz="2400" dirty="0"/>
          </a:p>
        </p:txBody>
      </p:sp>
      <p:sp>
        <p:nvSpPr>
          <p:cNvPr id="37" name="Oval 1">
            <a:extLst>
              <a:ext uri="{FF2B5EF4-FFF2-40B4-BE49-F238E27FC236}">
                <a16:creationId xmlns:a16="http://schemas.microsoft.com/office/drawing/2014/main" id="{F1D6E6C0-11C7-4A38-BD12-80741960B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91411" y="557332"/>
            <a:ext cx="5743337" cy="5743337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decorative circles">
            <a:extLst>
              <a:ext uri="{FF2B5EF4-FFF2-40B4-BE49-F238E27FC236}">
                <a16:creationId xmlns:a16="http://schemas.microsoft.com/office/drawing/2014/main" id="{2B16E781-E64A-4007-B0F1-5A50135A4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870062" y="289695"/>
            <a:ext cx="4971115" cy="6138399"/>
            <a:chOff x="6870062" y="289695"/>
            <a:chExt cx="4971115" cy="6138399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F5849D6-7C1F-435A-8BEB-2A37173B65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543605" y="289695"/>
              <a:ext cx="226735" cy="226735"/>
            </a:xfrm>
            <a:prstGeom prst="ellipse">
              <a:avLst/>
            </a:prstGeom>
            <a:solidFill>
              <a:srgbClr val="97446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9C6C5D90-0568-4F1C-9392-536D4E32E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74736" y="5667686"/>
              <a:ext cx="466441" cy="466441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069E425-421F-469A-9C32-9FB5C16E59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27805" y="5275653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C31A526-345A-4A63-BA59-FF91204E97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069847" y="5942894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27432B5-3C17-4415-B09A-67FCBD6360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81540" y="655922"/>
              <a:ext cx="466441" cy="466441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90E4DDCC-A5A9-4365-876A-7992F2CF4D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003560" y="387281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A5DB42D-36BB-41F6-A512-3AFDD33ADA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163367" y="6122314"/>
              <a:ext cx="305780" cy="30578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E03F45BD-67A0-4732-B626-9ECB4B18E2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70062" y="5959435"/>
              <a:ext cx="113367" cy="113367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" name="Picture 3" descr="A graph with dots and numbers&#10;&#10;AI-generated content may be incorrect.">
            <a:extLst>
              <a:ext uri="{FF2B5EF4-FFF2-40B4-BE49-F238E27FC236}">
                <a16:creationId xmlns:a16="http://schemas.microsoft.com/office/drawing/2014/main" id="{3F1C134A-14D5-982B-A0A0-8C1549BD8C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5422" y="1966917"/>
            <a:ext cx="3475314" cy="292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99499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7E4E8-94F5-02CC-1170-02159D5B7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CD941-E122-8226-F9B6-9C8C5555C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07571"/>
            <a:ext cx="10659110" cy="54693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2. Non-Linear SVM</a:t>
            </a:r>
          </a:p>
          <a:p>
            <a:pPr marL="0" indent="0">
              <a:buNone/>
            </a:pPr>
            <a:r>
              <a:rPr lang="en-US" sz="2400" dirty="0"/>
              <a:t>Non-linear SVM is used when the </a:t>
            </a:r>
            <a:r>
              <a:rPr lang="en-US" sz="2400" b="1" dirty="0">
                <a:solidFill>
                  <a:srgbClr val="C00000"/>
                </a:solidFill>
              </a:rPr>
              <a:t>data is not linearly separable</a:t>
            </a:r>
            <a:r>
              <a:rPr lang="en-US" sz="2400" dirty="0"/>
              <a:t>. It uses </a:t>
            </a:r>
            <a:r>
              <a:rPr lang="en-US" sz="2400" b="1" dirty="0">
                <a:solidFill>
                  <a:srgbClr val="C00000"/>
                </a:solidFill>
              </a:rPr>
              <a:t>kernel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functions</a:t>
            </a:r>
            <a:r>
              <a:rPr lang="en-US" sz="2400" dirty="0"/>
              <a:t> to transform the data into higher dimensions where a linear hyperplane can separate the classes.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2400" dirty="0"/>
              <a:t>Example: Consider this data</a:t>
            </a:r>
            <a:endParaRPr lang="en-IN" sz="240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089D4E2-F00B-99FE-A14E-D6A0BD5572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9957603"/>
              </p:ext>
            </p:extLst>
          </p:nvPr>
        </p:nvGraphicFramePr>
        <p:xfrm>
          <a:off x="1274217" y="3260085"/>
          <a:ext cx="8446726" cy="262908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815263">
                  <a:extLst>
                    <a:ext uri="{9D8B030D-6E8A-4147-A177-3AD203B41FA5}">
                      <a16:colId xmlns:a16="http://schemas.microsoft.com/office/drawing/2014/main" val="710029720"/>
                    </a:ext>
                  </a:extLst>
                </a:gridCol>
                <a:gridCol w="2815263">
                  <a:extLst>
                    <a:ext uri="{9D8B030D-6E8A-4147-A177-3AD203B41FA5}">
                      <a16:colId xmlns:a16="http://schemas.microsoft.com/office/drawing/2014/main" val="3444958781"/>
                    </a:ext>
                  </a:extLst>
                </a:gridCol>
                <a:gridCol w="2816200">
                  <a:extLst>
                    <a:ext uri="{9D8B030D-6E8A-4147-A177-3AD203B41FA5}">
                      <a16:colId xmlns:a16="http://schemas.microsoft.com/office/drawing/2014/main" val="4056441288"/>
                    </a:ext>
                  </a:extLst>
                </a:gridCol>
              </a:tblGrid>
              <a:tr h="43818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X1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X2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Label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51985257"/>
                  </a:ext>
                </a:extLst>
              </a:tr>
              <a:tr h="43818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0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1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0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69083416"/>
                  </a:ext>
                </a:extLst>
              </a:tr>
              <a:tr h="43818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1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0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0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65211866"/>
                  </a:ext>
                </a:extLst>
              </a:tr>
              <a:tr h="43818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1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1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1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78928433"/>
                  </a:ext>
                </a:extLst>
              </a:tr>
              <a:tr h="43818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-1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0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0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43259201"/>
                  </a:ext>
                </a:extLst>
              </a:tr>
              <a:tr h="43818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0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-1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0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25892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238538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EA696-C682-ABAE-93CF-E71A86087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767852-AFE1-D781-CDCE-015EEE2B4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9526" y="964026"/>
            <a:ext cx="4878424" cy="54693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Visually:</a:t>
            </a:r>
          </a:p>
          <a:p>
            <a:pPr marL="0" indent="0">
              <a:buNone/>
            </a:pPr>
            <a:r>
              <a:rPr lang="en-US" sz="2800" dirty="0"/>
              <a:t>Here, the data is </a:t>
            </a:r>
            <a:r>
              <a:rPr lang="en-US" sz="2800" b="1" dirty="0">
                <a:solidFill>
                  <a:srgbClr val="C00000"/>
                </a:solidFill>
              </a:rPr>
              <a:t>circularly</a:t>
            </a:r>
            <a:r>
              <a:rPr lang="en-US" sz="2800" dirty="0"/>
              <a:t> </a:t>
            </a:r>
            <a:r>
              <a:rPr lang="en-US" sz="2800" b="1" dirty="0">
                <a:solidFill>
                  <a:srgbClr val="C00000"/>
                </a:solidFill>
              </a:rPr>
              <a:t>distributed</a:t>
            </a:r>
            <a:r>
              <a:rPr lang="en-US" sz="2800" dirty="0"/>
              <a:t>, and no straight line can separate class 0 and 1. </a:t>
            </a:r>
          </a:p>
          <a:p>
            <a:pPr marL="0" indent="0">
              <a:buNone/>
            </a:pPr>
            <a:r>
              <a:rPr lang="en-US" sz="2800" dirty="0"/>
              <a:t>But if we apply the </a:t>
            </a:r>
            <a:r>
              <a:rPr lang="en-US" sz="2800" b="1" dirty="0"/>
              <a:t>Radial Basis Function (</a:t>
            </a:r>
            <a:r>
              <a:rPr lang="en-US" sz="2800" b="1" dirty="0">
                <a:solidFill>
                  <a:srgbClr val="C00000"/>
                </a:solidFill>
              </a:rPr>
              <a:t>RBF</a:t>
            </a:r>
            <a:r>
              <a:rPr lang="en-US" sz="2800" b="1" dirty="0"/>
              <a:t>) kernel</a:t>
            </a:r>
            <a:r>
              <a:rPr lang="en-US" sz="2800" dirty="0"/>
              <a:t>, it will map the data to a higher-dimensional space, where a linear separator exists.</a:t>
            </a:r>
          </a:p>
          <a:p>
            <a:pPr marL="0" indent="0">
              <a:buNone/>
            </a:pPr>
            <a:endParaRPr lang="en-US" sz="2800" b="1" dirty="0"/>
          </a:p>
          <a:p>
            <a:pPr marL="0" indent="0">
              <a:buNone/>
            </a:pPr>
            <a:endParaRPr lang="en-IN" sz="28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98B3C50-8A96-6F52-75B3-32293E15AD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950" y="681037"/>
            <a:ext cx="6466667" cy="57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01354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9968E-E244-3F18-FECB-F3C0B6E5F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CAD18F-B898-57AF-52B9-E71EB84D53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07571"/>
            <a:ext cx="10659110" cy="54693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Kernel Trick:</a:t>
            </a:r>
          </a:p>
          <a:p>
            <a:pPr marL="0" indent="0">
              <a:buNone/>
            </a:pPr>
            <a:r>
              <a:rPr lang="en-US" sz="2400" dirty="0"/>
              <a:t>The Kernel Trick allows SVM </a:t>
            </a:r>
            <a:r>
              <a:rPr lang="en-US" sz="2400" b="1" dirty="0"/>
              <a:t>to operate in a </a:t>
            </a:r>
            <a:r>
              <a:rPr lang="en-US" sz="2400" b="1" dirty="0">
                <a:solidFill>
                  <a:srgbClr val="C00000"/>
                </a:solidFill>
              </a:rPr>
              <a:t>higher-dimensional </a:t>
            </a:r>
            <a:r>
              <a:rPr lang="en-US" sz="2400" b="1" dirty="0"/>
              <a:t>space without explicitly </a:t>
            </a:r>
            <a:r>
              <a:rPr lang="en-US" sz="2400" b="1" dirty="0">
                <a:solidFill>
                  <a:srgbClr val="C00000"/>
                </a:solidFill>
              </a:rPr>
              <a:t>computing</a:t>
            </a:r>
            <a:r>
              <a:rPr lang="en-US" sz="2400" b="1" dirty="0"/>
              <a:t> the coordinates</a:t>
            </a:r>
            <a:r>
              <a:rPr lang="en-US" sz="2400" dirty="0"/>
              <a:t> of the data in that space. Instead, it uses a </a:t>
            </a:r>
            <a:r>
              <a:rPr lang="en-US" sz="2400" b="1" dirty="0">
                <a:solidFill>
                  <a:srgbClr val="C00000"/>
                </a:solidFill>
              </a:rPr>
              <a:t>mathematical function </a:t>
            </a:r>
            <a:r>
              <a:rPr lang="en-US" sz="2400" dirty="0"/>
              <a:t>(kernel) to calculate the </a:t>
            </a:r>
            <a:r>
              <a:rPr lang="en-US" sz="2400" b="1" dirty="0"/>
              <a:t>dot product of two vectors </a:t>
            </a:r>
            <a:r>
              <a:rPr lang="en-US" sz="2400" dirty="0"/>
              <a:t>as if they were in that higher-dimensional space.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2400" b="1" dirty="0"/>
              <a:t>Why?</a:t>
            </a:r>
          </a:p>
          <a:p>
            <a:pPr marL="0" indent="0">
              <a:buNone/>
            </a:pPr>
            <a:r>
              <a:rPr lang="en-US" sz="2400" dirty="0"/>
              <a:t>So we can apply a linear separator in high dimensions even if the data is non-linear in low dimensions.</a:t>
            </a:r>
          </a:p>
          <a:p>
            <a:pPr marL="0" indent="0">
              <a:buNone/>
            </a:pPr>
            <a:r>
              <a:rPr lang="en-US" sz="2400" dirty="0"/>
              <a:t>Instead of manually transforming data, </a:t>
            </a:r>
            <a:r>
              <a:rPr lang="en-US" sz="2400" b="1" dirty="0"/>
              <a:t>SVM uses kernel functions</a:t>
            </a:r>
            <a:r>
              <a:rPr lang="en-US" sz="2400" dirty="0"/>
              <a:t> (like RBF, Polynomial, Sigmoid) to compute inner products in higher-dimensional space </a:t>
            </a:r>
            <a:r>
              <a:rPr lang="en-US" sz="2400" b="1" dirty="0"/>
              <a:t>efficiently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9802982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3E498-E085-37CF-6DC3-3D62E3883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84983F-FBCD-62C3-DF0B-771927DD4A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9526" y="964026"/>
            <a:ext cx="5449388" cy="546939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sz="2400" b="1" dirty="0"/>
              <a:t>Example:</a:t>
            </a:r>
          </a:p>
          <a:p>
            <a:pPr marL="0" indent="0">
              <a:buNone/>
            </a:pPr>
            <a:r>
              <a:rPr lang="en-US" sz="2400" dirty="0"/>
              <a:t>Here, the data is </a:t>
            </a:r>
            <a:r>
              <a:rPr lang="en-US" sz="2400" b="1" dirty="0">
                <a:solidFill>
                  <a:srgbClr val="C00000"/>
                </a:solidFill>
              </a:rPr>
              <a:t>circularly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distributed</a:t>
            </a:r>
            <a:r>
              <a:rPr lang="en-US" sz="2400" dirty="0"/>
              <a:t>, and no straight line can separate class 0 and 1. </a:t>
            </a:r>
          </a:p>
          <a:p>
            <a:pPr marL="0" indent="0">
              <a:buNone/>
            </a:pPr>
            <a:r>
              <a:rPr lang="en-US" sz="2400" dirty="0"/>
              <a:t>Here, you </a:t>
            </a:r>
            <a:r>
              <a:rPr lang="en-US" sz="2400" b="1" dirty="0"/>
              <a:t>cannot draw </a:t>
            </a:r>
            <a:r>
              <a:rPr lang="en-US" sz="2400" dirty="0"/>
              <a:t>a </a:t>
            </a:r>
            <a:r>
              <a:rPr lang="en-US" sz="2400" b="1" dirty="0">
                <a:solidFill>
                  <a:srgbClr val="C00000"/>
                </a:solidFill>
              </a:rPr>
              <a:t>straight line </a:t>
            </a:r>
            <a:r>
              <a:rPr lang="en-US" sz="2400" dirty="0"/>
              <a:t>to separate the classes. But if we map this data to a 3D space, we might be able to draw a flat plane that separates the classes perfectly.</a:t>
            </a:r>
          </a:p>
          <a:p>
            <a:pPr marL="0" indent="0">
              <a:buNone/>
            </a:pPr>
            <a:r>
              <a:rPr lang="en-US" sz="2400" dirty="0"/>
              <a:t>But computing in 3D (or higher) is </a:t>
            </a:r>
            <a:r>
              <a:rPr lang="en-US" sz="2400" b="1" dirty="0">
                <a:solidFill>
                  <a:srgbClr val="C00000"/>
                </a:solidFill>
              </a:rPr>
              <a:t>computationally expensive</a:t>
            </a:r>
            <a:r>
              <a:rPr lang="en-US" sz="2400" dirty="0"/>
              <a:t>!</a:t>
            </a:r>
          </a:p>
          <a:p>
            <a:pPr marL="0" indent="0">
              <a:buNone/>
            </a:pPr>
            <a:r>
              <a:rPr lang="en-US" sz="2400" dirty="0"/>
              <a:t>That’s where the </a:t>
            </a:r>
            <a:r>
              <a:rPr lang="en-US" sz="2400" b="1" dirty="0"/>
              <a:t>Kernel Trick comes</a:t>
            </a:r>
            <a:r>
              <a:rPr lang="en-US" sz="2400" dirty="0"/>
              <a:t> in:</a:t>
            </a:r>
          </a:p>
          <a:p>
            <a:pPr marL="0" indent="0">
              <a:buNone/>
            </a:pPr>
            <a:r>
              <a:rPr lang="en-US" sz="2400" dirty="0"/>
              <a:t>It lets us calculate the </a:t>
            </a:r>
            <a:r>
              <a:rPr lang="en-US" sz="2400" b="1" dirty="0"/>
              <a:t>dot product </a:t>
            </a:r>
            <a:r>
              <a:rPr lang="en-US" sz="2400" dirty="0"/>
              <a:t>in higher-dimensional space without actually transforming the data to that space.</a:t>
            </a:r>
            <a:endParaRPr lang="en-US" sz="2400" b="1" dirty="0"/>
          </a:p>
          <a:p>
            <a:pPr marL="0" indent="0">
              <a:buNone/>
            </a:pP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1598F3D-E792-C2FB-07DD-56386B67FE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156080"/>
            <a:ext cx="5110307" cy="454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50417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04C0D-9BA8-AD6C-A45E-87D036EF2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F1A04A-8084-6B1C-255A-BE17B37563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07571"/>
            <a:ext cx="10659110" cy="54693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Key Idea:</a:t>
            </a:r>
          </a:p>
          <a:p>
            <a:pPr marL="0" indent="0">
              <a:buNone/>
            </a:pPr>
            <a:r>
              <a:rPr lang="en-US" sz="2400" dirty="0"/>
              <a:t>Instead of transforming features using a function ϕ(x), the kernel function K(x, y) computes: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Where:</a:t>
            </a:r>
          </a:p>
          <a:p>
            <a:r>
              <a:rPr lang="en-US" sz="2400" dirty="0"/>
              <a:t>x and y are data </a:t>
            </a:r>
            <a:r>
              <a:rPr lang="en-US" sz="2400" b="1" dirty="0"/>
              <a:t>points</a:t>
            </a:r>
            <a:r>
              <a:rPr lang="en-US" sz="2400" dirty="0"/>
              <a:t> in the original space.</a:t>
            </a:r>
          </a:p>
          <a:p>
            <a:r>
              <a:rPr lang="en-US" sz="2400" dirty="0"/>
              <a:t>ϕ(x) is a </a:t>
            </a:r>
            <a:r>
              <a:rPr lang="en-US" sz="2400" b="1" dirty="0">
                <a:solidFill>
                  <a:srgbClr val="C00000"/>
                </a:solidFill>
              </a:rPr>
              <a:t>mapping</a:t>
            </a:r>
            <a:r>
              <a:rPr lang="en-US" sz="2400" b="1" dirty="0"/>
              <a:t> to a higher-dimensional space</a:t>
            </a:r>
            <a:r>
              <a:rPr lang="en-US" sz="2400" dirty="0"/>
              <a:t>.</a:t>
            </a:r>
          </a:p>
          <a:p>
            <a:r>
              <a:rPr lang="en-US" sz="2400" dirty="0"/>
              <a:t>⟨ , ⟩ denotes the </a:t>
            </a:r>
            <a:r>
              <a:rPr lang="en-US" sz="2400" b="1" dirty="0"/>
              <a:t>inner product </a:t>
            </a:r>
            <a:r>
              <a:rPr lang="en-US" sz="2400" dirty="0"/>
              <a:t>(dot product).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C13363E-90E0-40D4-01FC-10FBC73689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772" y="2107022"/>
            <a:ext cx="6700172" cy="1335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16430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BC7FA-D032-AACF-9E92-D04F200E4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B0AE03-F199-2542-1393-93909261C1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07571"/>
            <a:ext cx="10659110" cy="54693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Common Kernel Functions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100C536-AE86-1CB7-4A7B-E9E13D822B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8547972"/>
              </p:ext>
            </p:extLst>
          </p:nvPr>
        </p:nvGraphicFramePr>
        <p:xfrm>
          <a:off x="755650" y="1309779"/>
          <a:ext cx="10680699" cy="512261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227036">
                  <a:extLst>
                    <a:ext uri="{9D8B030D-6E8A-4147-A177-3AD203B41FA5}">
                      <a16:colId xmlns:a16="http://schemas.microsoft.com/office/drawing/2014/main" val="3295304693"/>
                    </a:ext>
                  </a:extLst>
                </a:gridCol>
                <a:gridCol w="4892640">
                  <a:extLst>
                    <a:ext uri="{9D8B030D-6E8A-4147-A177-3AD203B41FA5}">
                      <a16:colId xmlns:a16="http://schemas.microsoft.com/office/drawing/2014/main" val="3266837852"/>
                    </a:ext>
                  </a:extLst>
                </a:gridCol>
                <a:gridCol w="3561023">
                  <a:extLst>
                    <a:ext uri="{9D8B030D-6E8A-4147-A177-3AD203B41FA5}">
                      <a16:colId xmlns:a16="http://schemas.microsoft.com/office/drawing/2014/main" val="220198379"/>
                    </a:ext>
                  </a:extLst>
                </a:gridCol>
              </a:tblGrid>
              <a:tr h="64012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Kernel Name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Formula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Use Case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33819886"/>
                  </a:ext>
                </a:extLst>
              </a:tr>
              <a:tr h="93022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Linear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 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For linearly separable data        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69320813"/>
                  </a:ext>
                </a:extLst>
              </a:tr>
              <a:tr h="131509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Polynomial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 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Captures polynomial relationships  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53951671"/>
                  </a:ext>
                </a:extLst>
              </a:tr>
              <a:tr h="131509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RBF (Gaussian)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 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For complex, non-linear boundaries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48438137"/>
                  </a:ext>
                </a:extLst>
              </a:tr>
              <a:tr h="64012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Sigmoid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 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Mimics neural network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72243725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320E8976-0498-0109-9370-7089CAEA91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02" b="77259"/>
          <a:stretch>
            <a:fillRect/>
          </a:stretch>
        </p:blipFill>
        <p:spPr>
          <a:xfrm>
            <a:off x="3077086" y="2103130"/>
            <a:ext cx="4653749" cy="65095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F1F73F3-8F35-F94D-4F14-1CA56DFA62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253" b="53760"/>
          <a:stretch>
            <a:fillRect/>
          </a:stretch>
        </p:blipFill>
        <p:spPr>
          <a:xfrm>
            <a:off x="3077087" y="3152769"/>
            <a:ext cx="4653748" cy="6261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9B8FB20-D876-EC95-B59A-6B3C3728FB7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760" b="27441"/>
          <a:stretch>
            <a:fillRect/>
          </a:stretch>
        </p:blipFill>
        <p:spPr>
          <a:xfrm>
            <a:off x="3077087" y="4471442"/>
            <a:ext cx="4653750" cy="61995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648CC9B-A93C-BB47-60D1-1488AE3FF8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0079" b="3002"/>
          <a:stretch>
            <a:fillRect/>
          </a:stretch>
        </p:blipFill>
        <p:spPr>
          <a:xfrm>
            <a:off x="3077087" y="5666652"/>
            <a:ext cx="4653752" cy="557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36368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12624-D265-2B6F-ED0D-41C9DF11D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B4C6E3-FFFA-998A-867F-DF0B091D71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07571"/>
            <a:ext cx="10659110" cy="546939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sz="3000" b="1" dirty="0"/>
              <a:t>RBF (Radial Basis Function) Kernel:</a:t>
            </a:r>
          </a:p>
          <a:p>
            <a:pPr marL="0" indent="0">
              <a:buNone/>
            </a:pPr>
            <a:r>
              <a:rPr lang="en-US" sz="2400" dirty="0"/>
              <a:t>The </a:t>
            </a:r>
            <a:r>
              <a:rPr lang="en-US" sz="2400" b="1" dirty="0"/>
              <a:t>RBF kernel</a:t>
            </a:r>
            <a:r>
              <a:rPr lang="en-US" sz="2400" dirty="0"/>
              <a:t>, also known as the </a:t>
            </a:r>
            <a:r>
              <a:rPr lang="en-US" sz="2400" b="1" dirty="0"/>
              <a:t>Gaussian kernel</a:t>
            </a:r>
            <a:r>
              <a:rPr lang="en-US" sz="2400" dirty="0"/>
              <a:t>, is a </a:t>
            </a:r>
            <a:r>
              <a:rPr lang="en-US" sz="2400" b="1" dirty="0"/>
              <a:t>non-linear kernel function</a:t>
            </a:r>
            <a:r>
              <a:rPr lang="en-US" sz="2400" dirty="0"/>
              <a:t> used in Support Vector Machines (SVMs) and other machine learning models to measure the </a:t>
            </a:r>
            <a:r>
              <a:rPr lang="en-US" sz="2400" b="1" dirty="0"/>
              <a:t>similarity between two data points</a:t>
            </a:r>
            <a:r>
              <a:rPr lang="en-US" sz="2400" dirty="0"/>
              <a:t>. </a:t>
            </a:r>
          </a:p>
          <a:p>
            <a:pPr marL="0" indent="0">
              <a:buNone/>
            </a:pPr>
            <a:r>
              <a:rPr lang="en-US" sz="2400" b="1" dirty="0"/>
              <a:t>It is defined as: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Where:</a:t>
            </a:r>
          </a:p>
          <a:p>
            <a:r>
              <a:rPr lang="en-US" sz="2400" dirty="0"/>
              <a:t>𝑥 and 𝑥′ are input feature vectors</a:t>
            </a:r>
          </a:p>
          <a:p>
            <a:r>
              <a:rPr lang="en-US" sz="2400" dirty="0"/>
              <a:t>∥x−x′∥2 is the squared Euclidean distance between the two vectors</a:t>
            </a:r>
          </a:p>
          <a:p>
            <a:r>
              <a:rPr lang="en-US" sz="2400" dirty="0"/>
              <a:t>𝛾 is a free parameter that controls the influence of a single training example.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3703C9-5E43-469F-72C0-5A11102AF6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258" y="2658953"/>
            <a:ext cx="5821856" cy="1062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00171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5CFBE-C6B1-8DE8-57E3-640850A5A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6E22A9-C2FE-A277-AFB4-134639862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07571"/>
            <a:ext cx="10659110" cy="54693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dirty="0"/>
              <a:t>Intuition:</a:t>
            </a:r>
          </a:p>
          <a:p>
            <a:r>
              <a:rPr lang="en-US" sz="2800" dirty="0"/>
              <a:t>The RBF kernel measures similarity between two points.</a:t>
            </a:r>
          </a:p>
          <a:p>
            <a:r>
              <a:rPr lang="en-US" sz="2800" dirty="0"/>
              <a:t>The closer the points, the higher the similarity (near 1).</a:t>
            </a:r>
          </a:p>
          <a:p>
            <a:r>
              <a:rPr lang="en-US" sz="2800" dirty="0"/>
              <a:t>The farther apart, the lower the similarity (approaches 0).</a:t>
            </a:r>
          </a:p>
          <a:p>
            <a:r>
              <a:rPr lang="en-US" sz="2800" dirty="0"/>
              <a:t>This allows SVM to create curved decision boundaries and separate data that isn’t linearly separable.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29820395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4D336-03A5-21FC-6C96-02F9BA68B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31A145-1D58-98D5-98BC-A4D88F2A9D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07571"/>
            <a:ext cx="10659110" cy="54693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/>
              <a:t>RBF in Action (Steps):</a:t>
            </a:r>
          </a:p>
          <a:p>
            <a:r>
              <a:rPr lang="en-US" sz="3200" b="1" dirty="0"/>
              <a:t>Input the data</a:t>
            </a:r>
            <a:r>
              <a:rPr lang="en-US" sz="3200" dirty="0"/>
              <a:t>.</a:t>
            </a:r>
          </a:p>
          <a:p>
            <a:r>
              <a:rPr lang="en-US" sz="3200" dirty="0"/>
              <a:t>Apply the RBF kernel to compute the similarity between all pairs of points.</a:t>
            </a:r>
          </a:p>
          <a:p>
            <a:r>
              <a:rPr lang="en-US" sz="3200" dirty="0"/>
              <a:t>Map the data </a:t>
            </a:r>
            <a:r>
              <a:rPr lang="en-US" sz="3200" b="1" dirty="0"/>
              <a:t>implicitly</a:t>
            </a:r>
            <a:r>
              <a:rPr lang="en-US" sz="3200" dirty="0"/>
              <a:t> to a higher-dimensional space.</a:t>
            </a:r>
          </a:p>
          <a:p>
            <a:r>
              <a:rPr lang="en-US" sz="3200" dirty="0"/>
              <a:t>Find the </a:t>
            </a:r>
            <a:r>
              <a:rPr lang="en-US" sz="3200" b="1" dirty="0"/>
              <a:t>optimal hyperplane</a:t>
            </a:r>
            <a:r>
              <a:rPr lang="en-US" sz="3200" dirty="0"/>
              <a:t> in that space.</a:t>
            </a:r>
          </a:p>
          <a:p>
            <a:r>
              <a:rPr lang="en-US" sz="3200" dirty="0"/>
              <a:t>Use it for </a:t>
            </a:r>
            <a:r>
              <a:rPr lang="en-US" sz="3200" b="1" dirty="0"/>
              <a:t>classification</a:t>
            </a:r>
            <a:r>
              <a:rPr lang="en-US" sz="3200" dirty="0"/>
              <a:t> in the original space.</a:t>
            </a:r>
          </a:p>
          <a:p>
            <a:pPr marL="0" indent="0">
              <a:buNone/>
            </a:pP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305125863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F36778-7333-6C2B-08A8-80C24EA83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B5DC4-1B52-EFC7-8952-4D403567C2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53" y="1110343"/>
            <a:ext cx="10900568" cy="478971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02060"/>
                </a:solidFill>
              </a:rPr>
              <a:t>Model evaluation metrics: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800" dirty="0"/>
              <a:t>Accuracy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800" dirty="0"/>
              <a:t>Precision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800" dirty="0"/>
              <a:t>Recall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800" dirty="0"/>
              <a:t>F1-score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800" dirty="0"/>
              <a:t>ROC-AUC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These are commonly used </a:t>
            </a:r>
            <a:r>
              <a:rPr lang="en-IN" sz="2400" b="1" dirty="0">
                <a:solidFill>
                  <a:srgbClr val="0070C0"/>
                </a:solidFill>
              </a:rPr>
              <a:t>model evaluation metrics</a:t>
            </a:r>
            <a:r>
              <a:rPr lang="en-IN" sz="2400" dirty="0">
                <a:solidFill>
                  <a:srgbClr val="0070C0"/>
                </a:solidFill>
              </a:rPr>
              <a:t> </a:t>
            </a:r>
            <a:r>
              <a:rPr lang="en-IN" sz="2400" dirty="0"/>
              <a:t>in </a:t>
            </a:r>
            <a:r>
              <a:rPr lang="en-IN" sz="2800" b="1" dirty="0">
                <a:solidFill>
                  <a:srgbClr val="C00000"/>
                </a:solidFill>
              </a:rPr>
              <a:t>classification</a:t>
            </a:r>
            <a:r>
              <a:rPr lang="en-US" sz="2400" dirty="0"/>
              <a:t>, where the goal is to predict </a:t>
            </a:r>
            <a:r>
              <a:rPr lang="en-US" sz="2400" b="1" dirty="0"/>
              <a:t>continuous values </a:t>
            </a:r>
            <a:r>
              <a:rPr lang="en-US" sz="2400" dirty="0"/>
              <a:t>(e.g., predicting house prices, temperatures, etc.).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77075387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6FDD2-69F4-7F17-BFB9-E618C05DA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DF38D9-4E54-8F08-952F-D3D73D9A9C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07571"/>
            <a:ext cx="10659110" cy="546939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800" b="1" dirty="0"/>
              <a:t>Tuning or Hyperparameter Tuning:</a:t>
            </a:r>
          </a:p>
          <a:p>
            <a:pPr marL="0" indent="0">
              <a:buNone/>
            </a:pPr>
            <a:r>
              <a:rPr lang="en-US" sz="2400" b="1" dirty="0"/>
              <a:t>Tuning</a:t>
            </a:r>
            <a:r>
              <a:rPr lang="en-US" sz="2400" dirty="0"/>
              <a:t> also called </a:t>
            </a:r>
            <a:r>
              <a:rPr lang="en-US" sz="2400" b="1" dirty="0"/>
              <a:t>Hyperparameter Tuning </a:t>
            </a:r>
            <a:r>
              <a:rPr lang="en-US" sz="2400" dirty="0"/>
              <a:t>is the process of </a:t>
            </a:r>
            <a:r>
              <a:rPr lang="en-US" sz="2400" b="1" dirty="0">
                <a:solidFill>
                  <a:srgbClr val="C00000"/>
                </a:solidFill>
              </a:rPr>
              <a:t>finding the best combination of model settings </a:t>
            </a:r>
            <a:r>
              <a:rPr lang="en-US" sz="2400" dirty="0"/>
              <a:t>(called hyperparameters) that result in the best performance of a machine learning model.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2400" b="1" dirty="0"/>
              <a:t>In Simple Words:</a:t>
            </a:r>
          </a:p>
          <a:p>
            <a:pPr marL="0" indent="0">
              <a:buNone/>
            </a:pPr>
            <a:r>
              <a:rPr lang="en-US" sz="2400" dirty="0"/>
              <a:t>Just like </a:t>
            </a:r>
            <a:r>
              <a:rPr lang="en-US" sz="2400" b="1" dirty="0"/>
              <a:t>adjusting the settings on a car </a:t>
            </a:r>
            <a:r>
              <a:rPr lang="en-US" sz="2400" dirty="0"/>
              <a:t>(like tire pressure or suspension) for better performance, tuning adjusts the model settings to get the best results on your data.</a:t>
            </a:r>
          </a:p>
          <a:p>
            <a:pPr marL="0" indent="0">
              <a:buNone/>
            </a:pPr>
            <a:endParaRPr lang="en-US" sz="1100" b="1" dirty="0"/>
          </a:p>
          <a:p>
            <a:pPr marL="0" indent="0">
              <a:buNone/>
            </a:pPr>
            <a:r>
              <a:rPr lang="en-US" sz="2400" b="1" dirty="0"/>
              <a:t>Why Do We Need Tuning?</a:t>
            </a:r>
          </a:p>
          <a:p>
            <a:r>
              <a:rPr lang="en-US" sz="2400" dirty="0"/>
              <a:t>Most machine learning models, like SVM, Random Forest, or Neural Networks, have hyperparameters that you must set before training.</a:t>
            </a:r>
          </a:p>
          <a:p>
            <a:r>
              <a:rPr lang="en-US" sz="2400" dirty="0"/>
              <a:t>These settings affect how the model learns from the data.</a:t>
            </a:r>
          </a:p>
          <a:p>
            <a:r>
              <a:rPr lang="en-US" sz="2400" dirty="0"/>
              <a:t>Tuning helps find the values that give highest accuracy or lowest error on validation data.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2543238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123AB-52BA-95F2-B776-9FE8F444A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93F46F-01E2-4D6C-1715-EF4BDAAC9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53" y="620486"/>
            <a:ext cx="10900568" cy="58782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Hyper parameter tuning </a:t>
            </a:r>
            <a:r>
              <a:rPr lang="en-US" sz="2800" b="1" dirty="0"/>
              <a:t>using </a:t>
            </a:r>
            <a:r>
              <a:rPr lang="en-US" sz="2800" b="1" dirty="0" err="1">
                <a:solidFill>
                  <a:srgbClr val="C00000"/>
                </a:solidFill>
              </a:rPr>
              <a:t>GridSearchCV</a:t>
            </a:r>
            <a:r>
              <a:rPr lang="en-US" sz="2800" b="1" dirty="0"/>
              <a:t>:</a:t>
            </a:r>
          </a:p>
          <a:p>
            <a:pPr marL="0" indent="0">
              <a:buNone/>
            </a:pPr>
            <a:r>
              <a:rPr lang="en-US" sz="2400" dirty="0"/>
              <a:t>Hyperparameter tuning is the </a:t>
            </a:r>
            <a:r>
              <a:rPr lang="en-US" sz="2400" b="1" dirty="0">
                <a:solidFill>
                  <a:srgbClr val="002060"/>
                </a:solidFill>
              </a:rPr>
              <a:t>process of selecting the best set of </a:t>
            </a:r>
            <a:r>
              <a:rPr lang="en-US" sz="2400" b="1" dirty="0">
                <a:solidFill>
                  <a:srgbClr val="C00000"/>
                </a:solidFill>
              </a:rPr>
              <a:t>hyperparameters</a:t>
            </a:r>
            <a:r>
              <a:rPr lang="en-US" sz="2400" b="1" dirty="0">
                <a:solidFill>
                  <a:srgbClr val="002060"/>
                </a:solidFill>
              </a:rPr>
              <a:t> </a:t>
            </a:r>
            <a:r>
              <a:rPr lang="en-US" sz="2400" dirty="0"/>
              <a:t>for a machine learning model </a:t>
            </a:r>
            <a:r>
              <a:rPr lang="en-US" sz="2400" b="1" dirty="0">
                <a:solidFill>
                  <a:srgbClr val="002060"/>
                </a:solidFill>
              </a:rPr>
              <a:t>to improve its performance</a:t>
            </a:r>
            <a:r>
              <a:rPr lang="en-US" sz="2400" dirty="0"/>
              <a:t>. One popular and systematic method to do this is </a:t>
            </a:r>
            <a:r>
              <a:rPr lang="en-US" sz="2400" b="1" dirty="0" err="1"/>
              <a:t>GridSearchCV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800" b="1" dirty="0"/>
              <a:t>What is a </a:t>
            </a:r>
            <a:r>
              <a:rPr lang="en-US" sz="2800" b="1" dirty="0">
                <a:solidFill>
                  <a:srgbClr val="002060"/>
                </a:solidFill>
              </a:rPr>
              <a:t>Hyperparameter</a:t>
            </a:r>
            <a:r>
              <a:rPr lang="en-US" sz="2800" b="1" dirty="0"/>
              <a:t>:</a:t>
            </a:r>
          </a:p>
          <a:p>
            <a:pPr marL="0" indent="0">
              <a:buNone/>
            </a:pPr>
            <a:r>
              <a:rPr lang="en-US" sz="2400" dirty="0"/>
              <a:t>A hyperparameter is a </a:t>
            </a:r>
            <a:r>
              <a:rPr lang="en-US" sz="2400" b="1" dirty="0">
                <a:solidFill>
                  <a:srgbClr val="C00000"/>
                </a:solidFill>
              </a:rPr>
              <a:t>configuration value set before training a machine learning mode</a:t>
            </a:r>
            <a:r>
              <a:rPr lang="en-US" sz="2400" dirty="0"/>
              <a:t>l. It controls the behavior or structure of the model but is not learned from the data.</a:t>
            </a:r>
          </a:p>
          <a:p>
            <a:pPr marL="0" indent="0">
              <a:buNone/>
            </a:pPr>
            <a:r>
              <a:rPr lang="en-US" sz="2400" b="1" dirty="0"/>
              <a:t>For Example: </a:t>
            </a:r>
            <a:r>
              <a:rPr lang="en-US" sz="2400" dirty="0"/>
              <a:t>In KNN Algorithm we have to set the value for K before the training starts which is called as Hyperparameter.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r>
              <a:rPr lang="en-US" sz="2400" b="1" dirty="0"/>
              <a:t>Note:</a:t>
            </a:r>
            <a:r>
              <a:rPr lang="en-US" sz="2400" dirty="0"/>
              <a:t> Hyperparameters can significantly affect the performance, training speed, and generalization of your model.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97893200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D4F1B-40B3-6714-751C-C2212A1A5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105E5-803A-3B5A-745E-A94616BA6A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07571"/>
            <a:ext cx="10659110" cy="5469392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08187723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F36FF-A7EF-3CD3-BEBB-04BD77F32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AE6F0-8F44-0A36-B82B-47620DB132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07571"/>
            <a:ext cx="10659110" cy="5469392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45345754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2B8EF-6DA3-12C8-87FC-43A763B9A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FE2C4E-E802-C33F-37CD-BA91E0BBB9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07571"/>
            <a:ext cx="10659110" cy="5469392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69530970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909F1-E443-4B01-D0D2-D7AF92EEE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C14414-F583-CD61-B8DF-86B4EB8478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07571"/>
            <a:ext cx="10659110" cy="5469392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75553174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EFAC7-3060-4E16-147D-B071F934E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897975-1BBD-F063-A985-DAF5DA4365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07571"/>
            <a:ext cx="10659110" cy="5469392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73834272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BBBD0-5D67-62C0-59C6-C1423629F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92821A-3EA0-7E9F-D288-1F34FCFA68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07571"/>
            <a:ext cx="10659110" cy="5469392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5889204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A9F84-B588-0F59-D7CB-4815B7265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8F4650-5E0E-7876-F84A-6AA83F880C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07571"/>
            <a:ext cx="10659110" cy="5469392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32763745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0DFA2-8928-15AD-FE4B-D1A8C0A04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ABE3FE-A23C-4562-9B10-31F89A2371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3688" y="1001485"/>
            <a:ext cx="10900568" cy="49747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C00000"/>
                </a:solidFill>
              </a:rPr>
              <a:t>Module-4: </a:t>
            </a:r>
            <a:r>
              <a:rPr lang="en-US" sz="3200" b="1" dirty="0">
                <a:solidFill>
                  <a:schemeClr val="accent3">
                    <a:lumMod val="50000"/>
                  </a:schemeClr>
                </a:solidFill>
              </a:rPr>
              <a:t>Advanced Machine Learning Techniques: </a:t>
            </a:r>
          </a:p>
          <a:p>
            <a:pPr marL="0" indent="0">
              <a:buNone/>
            </a:pPr>
            <a:r>
              <a:rPr lang="en-US" sz="3200" b="1" dirty="0"/>
              <a:t>Ensemble Methods: Bagging and Boosting</a:t>
            </a:r>
            <a:r>
              <a:rPr lang="en-US" sz="3200" dirty="0"/>
              <a:t>, </a:t>
            </a:r>
            <a:r>
              <a:rPr lang="en-US" sz="3200" b="1" dirty="0"/>
              <a:t>Gradient Boosting Machines (GBM)</a:t>
            </a:r>
            <a:r>
              <a:rPr lang="en-US" sz="3200" dirty="0"/>
              <a:t>, </a:t>
            </a:r>
            <a:r>
              <a:rPr lang="en-US" sz="3200" b="1" dirty="0"/>
              <a:t>Extreme Gradient Boosting (</a:t>
            </a:r>
            <a:r>
              <a:rPr lang="en-US" sz="3200" b="1" dirty="0" err="1"/>
              <a:t>XGBoost</a:t>
            </a:r>
            <a:r>
              <a:rPr lang="en-US" sz="3200" b="1" dirty="0"/>
              <a:t>).  </a:t>
            </a:r>
          </a:p>
          <a:p>
            <a:pPr marL="0" indent="0">
              <a:buNone/>
            </a:pPr>
            <a:r>
              <a:rPr lang="en-US" sz="3200" b="1" dirty="0"/>
              <a:t>Support Vector Machines (SVM): Linear and non-linear SVM</a:t>
            </a:r>
            <a:r>
              <a:rPr lang="en-US" sz="3200" dirty="0"/>
              <a:t>, </a:t>
            </a:r>
            <a:r>
              <a:rPr lang="en-US" sz="3200" b="1" dirty="0"/>
              <a:t>Kernel trick</a:t>
            </a:r>
            <a:r>
              <a:rPr lang="en-US" sz="3200" dirty="0"/>
              <a:t>, </a:t>
            </a:r>
            <a:r>
              <a:rPr lang="en-US" sz="3200" b="1" dirty="0"/>
              <a:t>Model evaluation and tuning</a:t>
            </a:r>
            <a:r>
              <a:rPr lang="en-US" sz="3200" dirty="0"/>
              <a:t>.  </a:t>
            </a:r>
          </a:p>
          <a:p>
            <a:pPr marL="0" indent="0">
              <a:buNone/>
            </a:pPr>
            <a:r>
              <a:rPr lang="en-US" sz="3200" b="1" dirty="0"/>
              <a:t>Neural Networks and Deep Learning: </a:t>
            </a:r>
            <a:r>
              <a:rPr lang="en-US" sz="3200" dirty="0"/>
              <a:t>Introduction to neural networks, Building and training neural networks using TensorFlow and </a:t>
            </a:r>
            <a:r>
              <a:rPr lang="en-US" sz="3200" dirty="0" err="1"/>
              <a:t>Keras</a:t>
            </a:r>
            <a:r>
              <a:rPr lang="en-US" sz="3200" dirty="0"/>
              <a:t>, Convolutional Neural Networks (CNN) and Recurrent Neural Networks (RNN). </a:t>
            </a: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1168041992"/>
      </p:ext>
    </p:extLst>
  </p:cSld>
  <p:clrMapOvr>
    <a:masterClrMapping/>
  </p:clrMapOvr>
</p:sld>
</file>

<file path=ppt/theme/theme1.xml><?xml version="1.0" encoding="utf-8"?>
<a:theme xmlns:a="http://schemas.openxmlformats.org/drawingml/2006/main" name="ConfettiVTI">
  <a:themeElements>
    <a:clrScheme name="Custom 30">
      <a:dk1>
        <a:sysClr val="windowText" lastClr="000000"/>
      </a:dk1>
      <a:lt1>
        <a:sysClr val="window" lastClr="FFFFFF"/>
      </a:lt1>
      <a:dk2>
        <a:srgbClr val="420023"/>
      </a:dk2>
      <a:lt2>
        <a:srgbClr val="FDFBF9"/>
      </a:lt2>
      <a:accent1>
        <a:srgbClr val="97446E"/>
      </a:accent1>
      <a:accent2>
        <a:srgbClr val="A40056"/>
      </a:accent2>
      <a:accent3>
        <a:srgbClr val="24BEEE"/>
      </a:accent3>
      <a:accent4>
        <a:srgbClr val="91274F"/>
      </a:accent4>
      <a:accent5>
        <a:srgbClr val="F39E29"/>
      </a:accent5>
      <a:accent6>
        <a:srgbClr val="E87450"/>
      </a:accent6>
      <a:hlink>
        <a:srgbClr val="F55D5D"/>
      </a:hlink>
      <a:folHlink>
        <a:srgbClr val="EA3A60"/>
      </a:folHlink>
    </a:clrScheme>
    <a:fontScheme name="Custom 10">
      <a:majorFont>
        <a:latin typeface="Gill Sans Nova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nfettiVTI" id="{B5618F7C-B4F0-4D28-83B4-440D0519681F}" vid="{5F84EFDF-E14E-48C6-955C-990A32085A7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485</TotalTime>
  <Words>3969</Words>
  <Application>Microsoft Office PowerPoint</Application>
  <PresentationFormat>Widescreen</PresentationFormat>
  <Paragraphs>450</Paragraphs>
  <Slides>60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8" baseType="lpstr">
      <vt:lpstr>Aptos</vt:lpstr>
      <vt:lpstr>Arial</vt:lpstr>
      <vt:lpstr>Calibri</vt:lpstr>
      <vt:lpstr>Gill Sans Nova</vt:lpstr>
      <vt:lpstr>Google Sans</vt:lpstr>
      <vt:lpstr>KaTeX_Main</vt:lpstr>
      <vt:lpstr>Söhne</vt:lpstr>
      <vt:lpstr>ConfettiVTI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PRAMOD NAIK</dc:creator>
  <cp:lastModifiedBy>Pramod Naik</cp:lastModifiedBy>
  <cp:revision>39</cp:revision>
  <dcterms:created xsi:type="dcterms:W3CDTF">2024-11-25T17:19:06Z</dcterms:created>
  <dcterms:modified xsi:type="dcterms:W3CDTF">2025-07-26T15:02:53Z</dcterms:modified>
</cp:coreProperties>
</file>