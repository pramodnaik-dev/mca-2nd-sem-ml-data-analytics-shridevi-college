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37"/>
  </p:notesMasterIdLst>
  <p:sldIdLst>
    <p:sldId id="429" r:id="rId2"/>
    <p:sldId id="433" r:id="rId3"/>
    <p:sldId id="430" r:id="rId4"/>
    <p:sldId id="434" r:id="rId5"/>
    <p:sldId id="432" r:id="rId6"/>
    <p:sldId id="435" r:id="rId7"/>
    <p:sldId id="442" r:id="rId8"/>
    <p:sldId id="436" r:id="rId9"/>
    <p:sldId id="437" r:id="rId10"/>
    <p:sldId id="438" r:id="rId11"/>
    <p:sldId id="439" r:id="rId12"/>
    <p:sldId id="440" r:id="rId13"/>
    <p:sldId id="441" r:id="rId14"/>
    <p:sldId id="443" r:id="rId15"/>
    <p:sldId id="444" r:id="rId16"/>
    <p:sldId id="445" r:id="rId17"/>
    <p:sldId id="446" r:id="rId18"/>
    <p:sldId id="447" r:id="rId19"/>
    <p:sldId id="448" r:id="rId20"/>
    <p:sldId id="449" r:id="rId21"/>
    <p:sldId id="450" r:id="rId22"/>
    <p:sldId id="451" r:id="rId23"/>
    <p:sldId id="452" r:id="rId24"/>
    <p:sldId id="453" r:id="rId25"/>
    <p:sldId id="454" r:id="rId26"/>
    <p:sldId id="455" r:id="rId27"/>
    <p:sldId id="456" r:id="rId28"/>
    <p:sldId id="457" r:id="rId29"/>
    <p:sldId id="458" r:id="rId30"/>
    <p:sldId id="462" r:id="rId31"/>
    <p:sldId id="463" r:id="rId32"/>
    <p:sldId id="431" r:id="rId33"/>
    <p:sldId id="459" r:id="rId34"/>
    <p:sldId id="460" r:id="rId35"/>
    <p:sldId id="461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AC71-7343-484D-BD8F-9D1BA4F7D925}" v="114" dt="2025-07-19T12:08:00.6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51BAC71-7343-484D-BD8F-9D1BA4F7D925}"/>
    <pc:docChg chg="undo custSel addSld delSld modSld sldOrd">
      <pc:chgData name="Pramod Naik" userId="ceb6df04-ef15-4d9b-a141-998a03559d75" providerId="ADAL" clId="{651BAC71-7343-484D-BD8F-9D1BA4F7D925}" dt="2025-07-19T12:08:17.751" v="715" actId="113"/>
      <pc:docMkLst>
        <pc:docMk/>
      </pc:docMkLst>
      <pc:sldChg chg="del">
        <pc:chgData name="Pramod Naik" userId="ceb6df04-ef15-4d9b-a141-998a03559d75" providerId="ADAL" clId="{651BAC71-7343-484D-BD8F-9D1BA4F7D925}" dt="2025-07-19T10:58:43.858" v="3" actId="47"/>
        <pc:sldMkLst>
          <pc:docMk/>
          <pc:sldMk cId="707598842" sldId="258"/>
        </pc:sldMkLst>
      </pc:sldChg>
      <pc:sldChg chg="del">
        <pc:chgData name="Pramod Naik" userId="ceb6df04-ef15-4d9b-a141-998a03559d75" providerId="ADAL" clId="{651BAC71-7343-484D-BD8F-9D1BA4F7D925}" dt="2025-07-19T10:58:42.720" v="1" actId="47"/>
        <pc:sldMkLst>
          <pc:docMk/>
          <pc:sldMk cId="2833866201" sldId="272"/>
        </pc:sldMkLst>
      </pc:sldChg>
      <pc:sldChg chg="del">
        <pc:chgData name="Pramod Naik" userId="ceb6df04-ef15-4d9b-a141-998a03559d75" providerId="ADAL" clId="{651BAC71-7343-484D-BD8F-9D1BA4F7D925}" dt="2025-07-19T10:58:43.234" v="2" actId="47"/>
        <pc:sldMkLst>
          <pc:docMk/>
          <pc:sldMk cId="1139735195" sldId="280"/>
        </pc:sldMkLst>
      </pc:sldChg>
      <pc:sldChg chg="del">
        <pc:chgData name="Pramod Naik" userId="ceb6df04-ef15-4d9b-a141-998a03559d75" providerId="ADAL" clId="{651BAC71-7343-484D-BD8F-9D1BA4F7D925}" dt="2025-07-19T10:58:50.828" v="7" actId="47"/>
        <pc:sldMkLst>
          <pc:docMk/>
          <pc:sldMk cId="769431239" sldId="422"/>
        </pc:sldMkLst>
      </pc:sldChg>
      <pc:sldChg chg="del">
        <pc:chgData name="Pramod Naik" userId="ceb6df04-ef15-4d9b-a141-998a03559d75" providerId="ADAL" clId="{651BAC71-7343-484D-BD8F-9D1BA4F7D925}" dt="2025-07-19T10:58:53.755" v="8" actId="47"/>
        <pc:sldMkLst>
          <pc:docMk/>
          <pc:sldMk cId="4028213141" sldId="423"/>
        </pc:sldMkLst>
      </pc:sldChg>
      <pc:sldChg chg="del">
        <pc:chgData name="Pramod Naik" userId="ceb6df04-ef15-4d9b-a141-998a03559d75" providerId="ADAL" clId="{651BAC71-7343-484D-BD8F-9D1BA4F7D925}" dt="2025-07-19T10:58:41.829" v="0" actId="47"/>
        <pc:sldMkLst>
          <pc:docMk/>
          <pc:sldMk cId="3682881203" sldId="426"/>
        </pc:sldMkLst>
      </pc:sldChg>
      <pc:sldChg chg="del">
        <pc:chgData name="Pramod Naik" userId="ceb6df04-ef15-4d9b-a141-998a03559d75" providerId="ADAL" clId="{651BAC71-7343-484D-BD8F-9D1BA4F7D925}" dt="2025-07-19T10:58:44.380" v="4" actId="47"/>
        <pc:sldMkLst>
          <pc:docMk/>
          <pc:sldMk cId="1148078753" sldId="427"/>
        </pc:sldMkLst>
      </pc:sldChg>
      <pc:sldChg chg="del">
        <pc:chgData name="Pramod Naik" userId="ceb6df04-ef15-4d9b-a141-998a03559d75" providerId="ADAL" clId="{651BAC71-7343-484D-BD8F-9D1BA4F7D925}" dt="2025-07-19T10:58:47.058" v="5" actId="47"/>
        <pc:sldMkLst>
          <pc:docMk/>
          <pc:sldMk cId="3664504081" sldId="428"/>
        </pc:sldMkLst>
      </pc:sldChg>
      <pc:sldChg chg="addSp delSp modSp new mod">
        <pc:chgData name="Pramod Naik" userId="ceb6df04-ef15-4d9b-a141-998a03559d75" providerId="ADAL" clId="{651BAC71-7343-484D-BD8F-9D1BA4F7D925}" dt="2025-07-19T11:05:45.316" v="119" actId="20577"/>
        <pc:sldMkLst>
          <pc:docMk/>
          <pc:sldMk cId="20334712" sldId="430"/>
        </pc:sldMkLst>
        <pc:spChg chg="del">
          <ac:chgData name="Pramod Naik" userId="ceb6df04-ef15-4d9b-a141-998a03559d75" providerId="ADAL" clId="{651BAC71-7343-484D-BD8F-9D1BA4F7D925}" dt="2025-07-19T10:59:03.475" v="14" actId="478"/>
          <ac:spMkLst>
            <pc:docMk/>
            <pc:sldMk cId="20334712" sldId="430"/>
            <ac:spMk id="2" creationId="{E6B47625-2B05-6355-350D-C66AEE8A0A4F}"/>
          </ac:spMkLst>
        </pc:spChg>
        <pc:spChg chg="add del mod">
          <ac:chgData name="Pramod Naik" userId="ceb6df04-ef15-4d9b-a141-998a03559d75" providerId="ADAL" clId="{651BAC71-7343-484D-BD8F-9D1BA4F7D925}" dt="2025-07-19T11:05:45.316" v="119" actId="20577"/>
          <ac:spMkLst>
            <pc:docMk/>
            <pc:sldMk cId="20334712" sldId="430"/>
            <ac:spMk id="3" creationId="{3EB47644-137C-722A-B29C-9F102A4A5118}"/>
          </ac:spMkLst>
        </pc:spChg>
        <pc:spChg chg="add mod">
          <ac:chgData name="Pramod Naik" userId="ceb6df04-ef15-4d9b-a141-998a03559d75" providerId="ADAL" clId="{651BAC71-7343-484D-BD8F-9D1BA4F7D925}" dt="2025-07-19T11:00:28.678" v="31"/>
          <ac:spMkLst>
            <pc:docMk/>
            <pc:sldMk cId="20334712" sldId="430"/>
            <ac:spMk id="4" creationId="{579FEB4E-EE12-798B-F47D-4CBB7074787D}"/>
          </ac:spMkLst>
        </pc:spChg>
      </pc:sldChg>
      <pc:sldChg chg="del">
        <pc:chgData name="Pramod Naik" userId="ceb6df04-ef15-4d9b-a141-998a03559d75" providerId="ADAL" clId="{651BAC71-7343-484D-BD8F-9D1BA4F7D925}" dt="2025-07-19T10:58:49.862" v="6" actId="47"/>
        <pc:sldMkLst>
          <pc:docMk/>
          <pc:sldMk cId="693359045" sldId="430"/>
        </pc:sldMkLst>
      </pc:sldChg>
      <pc:sldChg chg="modSp add mod ord">
        <pc:chgData name="Pramod Naik" userId="ceb6df04-ef15-4d9b-a141-998a03559d75" providerId="ADAL" clId="{651BAC71-7343-484D-BD8F-9D1BA4F7D925}" dt="2025-07-19T12:08:17.751" v="715" actId="113"/>
        <pc:sldMkLst>
          <pc:docMk/>
          <pc:sldMk cId="1168041992" sldId="431"/>
        </pc:sldMkLst>
        <pc:spChg chg="mod">
          <ac:chgData name="Pramod Naik" userId="ceb6df04-ef15-4d9b-a141-998a03559d75" providerId="ADAL" clId="{651BAC71-7343-484D-BD8F-9D1BA4F7D925}" dt="2025-07-19T12:08:17.751" v="715" actId="113"/>
          <ac:spMkLst>
            <pc:docMk/>
            <pc:sldMk cId="1168041992" sldId="431"/>
            <ac:spMk id="3" creationId="{C3ABE3FE-A23C-4562-9B10-31F89A23712E}"/>
          </ac:spMkLst>
        </pc:spChg>
      </pc:sldChg>
      <pc:sldChg chg="del">
        <pc:chgData name="Pramod Naik" userId="ceb6df04-ef15-4d9b-a141-998a03559d75" providerId="ADAL" clId="{651BAC71-7343-484D-BD8F-9D1BA4F7D925}" dt="2025-07-19T10:58:54.445" v="9" actId="47"/>
        <pc:sldMkLst>
          <pc:docMk/>
          <pc:sldMk cId="290281724" sldId="432"/>
        </pc:sldMkLst>
      </pc:sldChg>
      <pc:sldChg chg="addSp delSp modSp add mod ord setBg">
        <pc:chgData name="Pramod Naik" userId="ceb6df04-ef15-4d9b-a141-998a03559d75" providerId="ADAL" clId="{651BAC71-7343-484D-BD8F-9D1BA4F7D925}" dt="2025-07-19T11:07:30.428" v="126"/>
        <pc:sldMkLst>
          <pc:docMk/>
          <pc:sldMk cId="2758386950" sldId="432"/>
        </pc:sldMkLst>
        <pc:spChg chg="add del">
          <ac:chgData name="Pramod Naik" userId="ceb6df04-ef15-4d9b-a141-998a03559d75" providerId="ADAL" clId="{651BAC71-7343-484D-BD8F-9D1BA4F7D925}" dt="2025-07-19T11:03:46.673" v="70" actId="26606"/>
          <ac:spMkLst>
            <pc:docMk/>
            <pc:sldMk cId="2758386950" sldId="432"/>
            <ac:spMk id="3" creationId="{B26B26F7-AB67-FE2A-B033-245759A248E5}"/>
          </ac:spMkLst>
        </pc:spChg>
        <pc:spChg chg="add del">
          <ac:chgData name="Pramod Naik" userId="ceb6df04-ef15-4d9b-a141-998a03559d75" providerId="ADAL" clId="{651BAC71-7343-484D-BD8F-9D1BA4F7D925}" dt="2025-07-19T11:03:45.665" v="67" actId="26606"/>
          <ac:spMkLst>
            <pc:docMk/>
            <pc:sldMk cId="2758386950" sldId="432"/>
            <ac:spMk id="2052" creationId="{99B5B3C5-A599-465B-B2B9-866E8B2087CE}"/>
          </ac:spMkLst>
        </pc:spChg>
        <pc:spChg chg="add del">
          <ac:chgData name="Pramod Naik" userId="ceb6df04-ef15-4d9b-a141-998a03559d75" providerId="ADAL" clId="{651BAC71-7343-484D-BD8F-9D1BA4F7D925}" dt="2025-07-19T11:03:45.665" v="67" actId="26606"/>
          <ac:spMkLst>
            <pc:docMk/>
            <pc:sldMk cId="2758386950" sldId="432"/>
            <ac:spMk id="2053" creationId="{25C84982-7DD0-43B1-8A2D-BFA4DF1B4E60}"/>
          </ac:spMkLst>
        </pc:spChg>
        <pc:spChg chg="add del">
          <ac:chgData name="Pramod Naik" userId="ceb6df04-ef15-4d9b-a141-998a03559d75" providerId="ADAL" clId="{651BAC71-7343-484D-BD8F-9D1BA4F7D925}" dt="2025-07-19T11:03:35.043" v="65" actId="26606"/>
          <ac:spMkLst>
            <pc:docMk/>
            <pc:sldMk cId="2758386950" sldId="432"/>
            <ac:spMk id="2055" creationId="{99B5B3C5-A599-465B-B2B9-866E8B2087CE}"/>
          </ac:spMkLst>
        </pc:spChg>
        <pc:spChg chg="add del">
          <ac:chgData name="Pramod Naik" userId="ceb6df04-ef15-4d9b-a141-998a03559d75" providerId="ADAL" clId="{651BAC71-7343-484D-BD8F-9D1BA4F7D925}" dt="2025-07-19T11:03:35.043" v="65" actId="26606"/>
          <ac:spMkLst>
            <pc:docMk/>
            <pc:sldMk cId="2758386950" sldId="432"/>
            <ac:spMk id="2057" creationId="{25C84982-7DD0-43B1-8A2D-BFA4DF1B4E60}"/>
          </ac:spMkLst>
        </pc:spChg>
        <pc:spChg chg="add del">
          <ac:chgData name="Pramod Naik" userId="ceb6df04-ef15-4d9b-a141-998a03559d75" providerId="ADAL" clId="{651BAC71-7343-484D-BD8F-9D1BA4F7D925}" dt="2025-07-19T11:03:35.043" v="65" actId="26606"/>
          <ac:spMkLst>
            <pc:docMk/>
            <pc:sldMk cId="2758386950" sldId="432"/>
            <ac:spMk id="2076" creationId="{B7818AA9-82F7-46F6-8A83-1A6258163B48}"/>
          </ac:spMkLst>
        </pc:spChg>
        <pc:spChg chg="add del">
          <ac:chgData name="Pramod Naik" userId="ceb6df04-ef15-4d9b-a141-998a03559d75" providerId="ADAL" clId="{651BAC71-7343-484D-BD8F-9D1BA4F7D925}" dt="2025-07-19T11:03:45.665" v="67" actId="26606"/>
          <ac:spMkLst>
            <pc:docMk/>
            <pc:sldMk cId="2758386950" sldId="432"/>
            <ac:spMk id="2098" creationId="{B7818AA9-82F7-46F6-8A83-1A6258163B48}"/>
          </ac:spMkLst>
        </pc:spChg>
        <pc:spChg chg="add del">
          <ac:chgData name="Pramod Naik" userId="ceb6df04-ef15-4d9b-a141-998a03559d75" providerId="ADAL" clId="{651BAC71-7343-484D-BD8F-9D1BA4F7D925}" dt="2025-07-19T11:03:46.663" v="69" actId="26606"/>
          <ac:spMkLst>
            <pc:docMk/>
            <pc:sldMk cId="2758386950" sldId="432"/>
            <ac:spMk id="2109" creationId="{99B5B3C5-A599-465B-B2B9-866E8B2087CE}"/>
          </ac:spMkLst>
        </pc:spChg>
        <pc:spChg chg="add del">
          <ac:chgData name="Pramod Naik" userId="ceb6df04-ef15-4d9b-a141-998a03559d75" providerId="ADAL" clId="{651BAC71-7343-484D-BD8F-9D1BA4F7D925}" dt="2025-07-19T11:03:46.663" v="69" actId="26606"/>
          <ac:spMkLst>
            <pc:docMk/>
            <pc:sldMk cId="2758386950" sldId="432"/>
            <ac:spMk id="2110" creationId="{25C84982-7DD0-43B1-8A2D-BFA4DF1B4E60}"/>
          </ac:spMkLst>
        </pc:spChg>
        <pc:spChg chg="add del">
          <ac:chgData name="Pramod Naik" userId="ceb6df04-ef15-4d9b-a141-998a03559d75" providerId="ADAL" clId="{651BAC71-7343-484D-BD8F-9D1BA4F7D925}" dt="2025-07-19T11:03:46.663" v="69" actId="26606"/>
          <ac:spMkLst>
            <pc:docMk/>
            <pc:sldMk cId="2758386950" sldId="432"/>
            <ac:spMk id="2112" creationId="{B7818AA9-82F7-46F6-8A83-1A6258163B48}"/>
          </ac:spMkLst>
        </pc:spChg>
        <pc:spChg chg="add">
          <ac:chgData name="Pramod Naik" userId="ceb6df04-ef15-4d9b-a141-998a03559d75" providerId="ADAL" clId="{651BAC71-7343-484D-BD8F-9D1BA4F7D925}" dt="2025-07-19T11:03:46.673" v="70" actId="26606"/>
          <ac:spMkLst>
            <pc:docMk/>
            <pc:sldMk cId="2758386950" sldId="432"/>
            <ac:spMk id="2114" creationId="{99B5B3C5-A599-465B-B2B9-866E8B2087CE}"/>
          </ac:spMkLst>
        </pc:spChg>
        <pc:spChg chg="add">
          <ac:chgData name="Pramod Naik" userId="ceb6df04-ef15-4d9b-a141-998a03559d75" providerId="ADAL" clId="{651BAC71-7343-484D-BD8F-9D1BA4F7D925}" dt="2025-07-19T11:03:46.673" v="70" actId="26606"/>
          <ac:spMkLst>
            <pc:docMk/>
            <pc:sldMk cId="2758386950" sldId="432"/>
            <ac:spMk id="2115" creationId="{25C84982-7DD0-43B1-8A2D-BFA4DF1B4E60}"/>
          </ac:spMkLst>
        </pc:spChg>
        <pc:spChg chg="add">
          <ac:chgData name="Pramod Naik" userId="ceb6df04-ef15-4d9b-a141-998a03559d75" providerId="ADAL" clId="{651BAC71-7343-484D-BD8F-9D1BA4F7D925}" dt="2025-07-19T11:03:46.673" v="70" actId="26606"/>
          <ac:spMkLst>
            <pc:docMk/>
            <pc:sldMk cId="2758386950" sldId="432"/>
            <ac:spMk id="2132" creationId="{B7818AA9-82F7-46F6-8A83-1A6258163B48}"/>
          </ac:spMkLst>
        </pc:spChg>
        <pc:grpChg chg="add del">
          <ac:chgData name="Pramod Naik" userId="ceb6df04-ef15-4d9b-a141-998a03559d75" providerId="ADAL" clId="{651BAC71-7343-484D-BD8F-9D1BA4F7D925}" dt="2025-07-19T11:03:45.665" v="67" actId="26606"/>
          <ac:grpSpMkLst>
            <pc:docMk/>
            <pc:sldMk cId="2758386950" sldId="432"/>
            <ac:grpSpMk id="2054" creationId="{1D912E1C-3BBA-42F0-A3EE-FEC382E7230A}"/>
          </ac:grpSpMkLst>
        </pc:grpChg>
        <pc:grpChg chg="add del">
          <ac:chgData name="Pramod Naik" userId="ceb6df04-ef15-4d9b-a141-998a03559d75" providerId="ADAL" clId="{651BAC71-7343-484D-BD8F-9D1BA4F7D925}" dt="2025-07-19T11:03:35.043" v="65" actId="26606"/>
          <ac:grpSpMkLst>
            <pc:docMk/>
            <pc:sldMk cId="2758386950" sldId="432"/>
            <ac:grpSpMk id="2059" creationId="{1D912E1C-3BBA-42F0-A3EE-FEC382E7230A}"/>
          </ac:grpSpMkLst>
        </pc:grpChg>
        <pc:grpChg chg="add del">
          <ac:chgData name="Pramod Naik" userId="ceb6df04-ef15-4d9b-a141-998a03559d75" providerId="ADAL" clId="{651BAC71-7343-484D-BD8F-9D1BA4F7D925}" dt="2025-07-19T11:03:35.043" v="65" actId="26606"/>
          <ac:grpSpMkLst>
            <pc:docMk/>
            <pc:sldMk cId="2758386950" sldId="432"/>
            <ac:grpSpMk id="2078" creationId="{FCEBDFAC-E3E5-4883-8BE7-B43474AE3BB3}"/>
          </ac:grpSpMkLst>
        </pc:grpChg>
        <pc:grpChg chg="add del">
          <ac:chgData name="Pramod Naik" userId="ceb6df04-ef15-4d9b-a141-998a03559d75" providerId="ADAL" clId="{651BAC71-7343-484D-BD8F-9D1BA4F7D925}" dt="2025-07-19T11:03:45.665" v="67" actId="26606"/>
          <ac:grpSpMkLst>
            <pc:docMk/>
            <pc:sldMk cId="2758386950" sldId="432"/>
            <ac:grpSpMk id="2099" creationId="{FCEBDFAC-E3E5-4883-8BE7-B43474AE3BB3}"/>
          </ac:grpSpMkLst>
        </pc:grpChg>
        <pc:grpChg chg="add del">
          <ac:chgData name="Pramod Naik" userId="ceb6df04-ef15-4d9b-a141-998a03559d75" providerId="ADAL" clId="{651BAC71-7343-484D-BD8F-9D1BA4F7D925}" dt="2025-07-19T11:03:46.663" v="69" actId="26606"/>
          <ac:grpSpMkLst>
            <pc:docMk/>
            <pc:sldMk cId="2758386950" sldId="432"/>
            <ac:grpSpMk id="2111" creationId="{1D912E1C-3BBA-42F0-A3EE-FEC382E7230A}"/>
          </ac:grpSpMkLst>
        </pc:grpChg>
        <pc:grpChg chg="add">
          <ac:chgData name="Pramod Naik" userId="ceb6df04-ef15-4d9b-a141-998a03559d75" providerId="ADAL" clId="{651BAC71-7343-484D-BD8F-9D1BA4F7D925}" dt="2025-07-19T11:03:46.673" v="70" actId="26606"/>
          <ac:grpSpMkLst>
            <pc:docMk/>
            <pc:sldMk cId="2758386950" sldId="432"/>
            <ac:grpSpMk id="2116" creationId="{1D912E1C-3BBA-42F0-A3EE-FEC382E7230A}"/>
          </ac:grpSpMkLst>
        </pc:grpChg>
        <pc:grpChg chg="add">
          <ac:chgData name="Pramod Naik" userId="ceb6df04-ef15-4d9b-a141-998a03559d75" providerId="ADAL" clId="{651BAC71-7343-484D-BD8F-9D1BA4F7D925}" dt="2025-07-19T11:03:46.673" v="70" actId="26606"/>
          <ac:grpSpMkLst>
            <pc:docMk/>
            <pc:sldMk cId="2758386950" sldId="432"/>
            <ac:grpSpMk id="2133" creationId="{FCEBDFAC-E3E5-4883-8BE7-B43474AE3BB3}"/>
          </ac:grpSpMkLst>
        </pc:grpChg>
        <pc:picChg chg="add mod">
          <ac:chgData name="Pramod Naik" userId="ceb6df04-ef15-4d9b-a141-998a03559d75" providerId="ADAL" clId="{651BAC71-7343-484D-BD8F-9D1BA4F7D925}" dt="2025-07-19T11:03:46.673" v="70" actId="26606"/>
          <ac:picMkLst>
            <pc:docMk/>
            <pc:sldMk cId="2758386950" sldId="432"/>
            <ac:picMk id="2050" creationId="{87C874CA-08E6-867A-EE76-C29F2DC51D81}"/>
          </ac:picMkLst>
        </pc:picChg>
      </pc:sldChg>
      <pc:sldChg chg="addSp delSp modSp add mod ord setBg">
        <pc:chgData name="Pramod Naik" userId="ceb6df04-ef15-4d9b-a141-998a03559d75" providerId="ADAL" clId="{651BAC71-7343-484D-BD8F-9D1BA4F7D925}" dt="2025-07-19T11:05:30.082" v="117" actId="207"/>
        <pc:sldMkLst>
          <pc:docMk/>
          <pc:sldMk cId="3534625041" sldId="433"/>
        </pc:sldMkLst>
        <pc:spChg chg="add del mod">
          <ac:chgData name="Pramod Naik" userId="ceb6df04-ef15-4d9b-a141-998a03559d75" providerId="ADAL" clId="{651BAC71-7343-484D-BD8F-9D1BA4F7D925}" dt="2025-07-19T11:04:29.831" v="95" actId="1076"/>
          <ac:spMkLst>
            <pc:docMk/>
            <pc:sldMk cId="3534625041" sldId="433"/>
            <ac:spMk id="3" creationId="{8CCEEC95-AC81-BB56-7CBC-8D2F914A61FE}"/>
          </ac:spMkLst>
        </pc:spChg>
        <pc:spChg chg="add mod">
          <ac:chgData name="Pramod Naik" userId="ceb6df04-ef15-4d9b-a141-998a03559d75" providerId="ADAL" clId="{651BAC71-7343-484D-BD8F-9D1BA4F7D925}" dt="2025-07-19T11:05:30.082" v="117" actId="207"/>
          <ac:spMkLst>
            <pc:docMk/>
            <pc:sldMk cId="3534625041" sldId="433"/>
            <ac:spMk id="4" creationId="{FBF9F843-C83B-1766-A78B-D65C53641C75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8" creationId="{ED16AD6D-7FC0-435B-AB5F-98DA2190C53C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10" creationId="{28B727F3-FF58-4343-ACEE-2174D5989143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21" creationId="{5F7F20D7-57B2-4CF8-AF7D-90D6A5E1FF73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25" creationId="{6832CB48-19E2-438E-B5D1-126B62284757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29" creationId="{F4B85B88-409F-4670-A4FF-5C58623B77AA}"/>
          </ac:spMkLst>
        </pc:spChg>
        <pc:spChg chg="add">
          <ac:chgData name="Pramod Naik" userId="ceb6df04-ef15-4d9b-a141-998a03559d75" providerId="ADAL" clId="{651BAC71-7343-484D-BD8F-9D1BA4F7D925}" dt="2025-07-19T11:04:07.105" v="77" actId="26606"/>
          <ac:spMkLst>
            <pc:docMk/>
            <pc:sldMk cId="3534625041" sldId="433"/>
            <ac:spMk id="33" creationId="{52B7F1A1-8894-44DC-8FCC-6CE9F127AAB1}"/>
          </ac:spMkLst>
        </pc:spChg>
        <pc:picChg chg="add">
          <ac:chgData name="Pramod Naik" userId="ceb6df04-ef15-4d9b-a141-998a03559d75" providerId="ADAL" clId="{651BAC71-7343-484D-BD8F-9D1BA4F7D925}" dt="2025-07-19T11:04:07.105" v="77" actId="26606"/>
          <ac:picMkLst>
            <pc:docMk/>
            <pc:sldMk cId="3534625041" sldId="433"/>
            <ac:picMk id="23" creationId="{05AC83E9-3498-4F8F-84F8-2E22FE72E30C}"/>
          </ac:picMkLst>
        </pc:picChg>
        <pc:picChg chg="add">
          <ac:chgData name="Pramod Naik" userId="ceb6df04-ef15-4d9b-a141-998a03559d75" providerId="ADAL" clId="{651BAC71-7343-484D-BD8F-9D1BA4F7D925}" dt="2025-07-19T11:04:07.105" v="77" actId="26606"/>
          <ac:picMkLst>
            <pc:docMk/>
            <pc:sldMk cId="3534625041" sldId="433"/>
            <ac:picMk id="27" creationId="{548560FE-8DD7-4FBB-A597-9902F385AAFF}"/>
          </ac:picMkLst>
        </pc:picChg>
        <pc:picChg chg="add">
          <ac:chgData name="Pramod Naik" userId="ceb6df04-ef15-4d9b-a141-998a03559d75" providerId="ADAL" clId="{651BAC71-7343-484D-BD8F-9D1BA4F7D925}" dt="2025-07-19T11:04:07.105" v="77" actId="26606"/>
          <ac:picMkLst>
            <pc:docMk/>
            <pc:sldMk cId="3534625041" sldId="433"/>
            <ac:picMk id="31" creationId="{66265FF8-949A-452A-882B-BDD332090013}"/>
          </ac:picMkLst>
        </pc:picChg>
        <pc:picChg chg="add mod">
          <ac:chgData name="Pramod Naik" userId="ceb6df04-ef15-4d9b-a141-998a03559d75" providerId="ADAL" clId="{651BAC71-7343-484D-BD8F-9D1BA4F7D925}" dt="2025-07-19T11:03:52.724" v="74"/>
          <ac:picMkLst>
            <pc:docMk/>
            <pc:sldMk cId="3534625041" sldId="433"/>
            <ac:picMk id="3074" creationId="{FEAC4C89-5D87-28CE-5933-2E134262C927}"/>
          </ac:picMkLst>
        </pc:picChg>
      </pc:sldChg>
      <pc:sldChg chg="modSp add mod ord">
        <pc:chgData name="Pramod Naik" userId="ceb6df04-ef15-4d9b-a141-998a03559d75" providerId="ADAL" clId="{651BAC71-7343-484D-BD8F-9D1BA4F7D925}" dt="2025-07-19T11:07:35.180" v="128"/>
        <pc:sldMkLst>
          <pc:docMk/>
          <pc:sldMk cId="1135350907" sldId="434"/>
        </pc:sldMkLst>
        <pc:spChg chg="mod">
          <ac:chgData name="Pramod Naik" userId="ceb6df04-ef15-4d9b-a141-998a03559d75" providerId="ADAL" clId="{651BAC71-7343-484D-BD8F-9D1BA4F7D925}" dt="2025-07-19T11:07:23.363" v="124" actId="403"/>
          <ac:spMkLst>
            <pc:docMk/>
            <pc:sldMk cId="1135350907" sldId="434"/>
            <ac:spMk id="3" creationId="{CCA71564-5992-DED5-30F3-53E93DF71C90}"/>
          </ac:spMkLst>
        </pc:spChg>
      </pc:sldChg>
      <pc:sldChg chg="addSp modSp add mod">
        <pc:chgData name="Pramod Naik" userId="ceb6df04-ef15-4d9b-a141-998a03559d75" providerId="ADAL" clId="{651BAC71-7343-484D-BD8F-9D1BA4F7D925}" dt="2025-07-19T11:12:18.227" v="170" actId="207"/>
        <pc:sldMkLst>
          <pc:docMk/>
          <pc:sldMk cId="2360277811" sldId="435"/>
        </pc:sldMkLst>
        <pc:spChg chg="add">
          <ac:chgData name="Pramod Naik" userId="ceb6df04-ef15-4d9b-a141-998a03559d75" providerId="ADAL" clId="{651BAC71-7343-484D-BD8F-9D1BA4F7D925}" dt="2025-07-19T11:11:38.838" v="155"/>
          <ac:spMkLst>
            <pc:docMk/>
            <pc:sldMk cId="2360277811" sldId="435"/>
            <ac:spMk id="2" creationId="{B16A60B6-966A-2FEA-41D6-EE3CE056F0B9}"/>
          </ac:spMkLst>
        </pc:spChg>
        <pc:spChg chg="mod">
          <ac:chgData name="Pramod Naik" userId="ceb6df04-ef15-4d9b-a141-998a03559d75" providerId="ADAL" clId="{651BAC71-7343-484D-BD8F-9D1BA4F7D925}" dt="2025-07-19T11:12:18.227" v="170" actId="207"/>
          <ac:spMkLst>
            <pc:docMk/>
            <pc:sldMk cId="2360277811" sldId="435"/>
            <ac:spMk id="3" creationId="{CE353F7B-F048-86FF-A697-C775D42B2A6D}"/>
          </ac:spMkLst>
        </pc:spChg>
      </pc:sldChg>
      <pc:sldChg chg="addSp modSp add mod">
        <pc:chgData name="Pramod Naik" userId="ceb6df04-ef15-4d9b-a141-998a03559d75" providerId="ADAL" clId="{651BAC71-7343-484D-BD8F-9D1BA4F7D925}" dt="2025-07-19T11:23:27.336" v="271" actId="403"/>
        <pc:sldMkLst>
          <pc:docMk/>
          <pc:sldMk cId="880936914" sldId="436"/>
        </pc:sldMkLst>
        <pc:spChg chg="mod">
          <ac:chgData name="Pramod Naik" userId="ceb6df04-ef15-4d9b-a141-998a03559d75" providerId="ADAL" clId="{651BAC71-7343-484D-BD8F-9D1BA4F7D925}" dt="2025-07-19T11:23:27.336" v="271" actId="403"/>
          <ac:spMkLst>
            <pc:docMk/>
            <pc:sldMk cId="880936914" sldId="436"/>
            <ac:spMk id="3" creationId="{009AC8A6-BBAA-BFF5-6E12-C3C21696FD3A}"/>
          </ac:spMkLst>
        </pc:spChg>
        <pc:graphicFrameChg chg="add mod modGraphic">
          <ac:chgData name="Pramod Naik" userId="ceb6df04-ef15-4d9b-a141-998a03559d75" providerId="ADAL" clId="{651BAC71-7343-484D-BD8F-9D1BA4F7D925}" dt="2025-07-19T11:13:21.029" v="188" actId="403"/>
          <ac:graphicFrameMkLst>
            <pc:docMk/>
            <pc:sldMk cId="880936914" sldId="436"/>
            <ac:graphicFrameMk id="2" creationId="{272956A6-C663-7AD0-B4E4-C90DCBD8EE66}"/>
          </ac:graphicFrameMkLst>
        </pc:graphicFrameChg>
      </pc:sldChg>
      <pc:sldChg chg="modSp add mod">
        <pc:chgData name="Pramod Naik" userId="ceb6df04-ef15-4d9b-a141-998a03559d75" providerId="ADAL" clId="{651BAC71-7343-484D-BD8F-9D1BA4F7D925}" dt="2025-07-19T11:15:37.638" v="197" actId="14100"/>
        <pc:sldMkLst>
          <pc:docMk/>
          <pc:sldMk cId="1451302775" sldId="437"/>
        </pc:sldMkLst>
        <pc:spChg chg="mod">
          <ac:chgData name="Pramod Naik" userId="ceb6df04-ef15-4d9b-a141-998a03559d75" providerId="ADAL" clId="{651BAC71-7343-484D-BD8F-9D1BA4F7D925}" dt="2025-07-19T11:15:37.638" v="197" actId="14100"/>
          <ac:spMkLst>
            <pc:docMk/>
            <pc:sldMk cId="1451302775" sldId="437"/>
            <ac:spMk id="3" creationId="{76F1B921-6933-1E39-50E3-63A090BA1B96}"/>
          </ac:spMkLst>
        </pc:spChg>
      </pc:sldChg>
      <pc:sldChg chg="modSp add mod">
        <pc:chgData name="Pramod Naik" userId="ceb6df04-ef15-4d9b-a141-998a03559d75" providerId="ADAL" clId="{651BAC71-7343-484D-BD8F-9D1BA4F7D925}" dt="2025-07-19T11:16:08.933" v="203" actId="14100"/>
        <pc:sldMkLst>
          <pc:docMk/>
          <pc:sldMk cId="843076433" sldId="438"/>
        </pc:sldMkLst>
        <pc:spChg chg="mod">
          <ac:chgData name="Pramod Naik" userId="ceb6df04-ef15-4d9b-a141-998a03559d75" providerId="ADAL" clId="{651BAC71-7343-484D-BD8F-9D1BA4F7D925}" dt="2025-07-19T11:16:08.933" v="203" actId="14100"/>
          <ac:spMkLst>
            <pc:docMk/>
            <pc:sldMk cId="843076433" sldId="438"/>
            <ac:spMk id="3" creationId="{D7368A77-443D-12BE-C9DD-56F3F0FB23AE}"/>
          </ac:spMkLst>
        </pc:spChg>
      </pc:sldChg>
      <pc:sldChg chg="addSp modSp add mod">
        <pc:chgData name="Pramod Naik" userId="ceb6df04-ef15-4d9b-a141-998a03559d75" providerId="ADAL" clId="{651BAC71-7343-484D-BD8F-9D1BA4F7D925}" dt="2025-07-19T11:20:07.448" v="235" actId="14100"/>
        <pc:sldMkLst>
          <pc:docMk/>
          <pc:sldMk cId="1061348225" sldId="439"/>
        </pc:sldMkLst>
        <pc:spChg chg="add">
          <ac:chgData name="Pramod Naik" userId="ceb6df04-ef15-4d9b-a141-998a03559d75" providerId="ADAL" clId="{651BAC71-7343-484D-BD8F-9D1BA4F7D925}" dt="2025-07-19T11:18:17.233" v="210"/>
          <ac:spMkLst>
            <pc:docMk/>
            <pc:sldMk cId="1061348225" sldId="439"/>
            <ac:spMk id="2" creationId="{C7E085B6-F4C2-D888-4A8B-072478A746F5}"/>
          </ac:spMkLst>
        </pc:spChg>
        <pc:spChg chg="mod">
          <ac:chgData name="Pramod Naik" userId="ceb6df04-ef15-4d9b-a141-998a03559d75" providerId="ADAL" clId="{651BAC71-7343-484D-BD8F-9D1BA4F7D925}" dt="2025-07-19T11:20:07.448" v="235" actId="14100"/>
          <ac:spMkLst>
            <pc:docMk/>
            <pc:sldMk cId="1061348225" sldId="439"/>
            <ac:spMk id="3" creationId="{003E39E3-D678-CC20-B8F2-85EECFB4DF7F}"/>
          </ac:spMkLst>
        </pc:spChg>
      </pc:sldChg>
      <pc:sldChg chg="modSp add mod ord">
        <pc:chgData name="Pramod Naik" userId="ceb6df04-ef15-4d9b-a141-998a03559d75" providerId="ADAL" clId="{651BAC71-7343-484D-BD8F-9D1BA4F7D925}" dt="2025-07-19T11:25:38.794" v="312"/>
        <pc:sldMkLst>
          <pc:docMk/>
          <pc:sldMk cId="3130754292" sldId="440"/>
        </pc:sldMkLst>
        <pc:spChg chg="mod">
          <ac:chgData name="Pramod Naik" userId="ceb6df04-ef15-4d9b-a141-998a03559d75" providerId="ADAL" clId="{651BAC71-7343-484D-BD8F-9D1BA4F7D925}" dt="2025-07-19T11:19:53.175" v="228" actId="14100"/>
          <ac:spMkLst>
            <pc:docMk/>
            <pc:sldMk cId="3130754292" sldId="440"/>
            <ac:spMk id="3" creationId="{F4E6B461-336D-57D8-4974-89E872FED898}"/>
          </ac:spMkLst>
        </pc:spChg>
      </pc:sldChg>
      <pc:sldChg chg="addSp modSp add mod ord">
        <pc:chgData name="Pramod Naik" userId="ceb6df04-ef15-4d9b-a141-998a03559d75" providerId="ADAL" clId="{651BAC71-7343-484D-BD8F-9D1BA4F7D925}" dt="2025-07-19T11:24:41.192" v="303" actId="14100"/>
        <pc:sldMkLst>
          <pc:docMk/>
          <pc:sldMk cId="4083776306" sldId="441"/>
        </pc:sldMkLst>
        <pc:spChg chg="add mod">
          <ac:chgData name="Pramod Naik" userId="ceb6df04-ef15-4d9b-a141-998a03559d75" providerId="ADAL" clId="{651BAC71-7343-484D-BD8F-9D1BA4F7D925}" dt="2025-07-19T11:24:41.192" v="303" actId="14100"/>
          <ac:spMkLst>
            <pc:docMk/>
            <pc:sldMk cId="4083776306" sldId="441"/>
            <ac:spMk id="2" creationId="{BAC9D136-ABED-CA6C-6958-7330CF4C5757}"/>
          </ac:spMkLst>
        </pc:spChg>
        <pc:picChg chg="add">
          <ac:chgData name="Pramod Naik" userId="ceb6df04-ef15-4d9b-a141-998a03559d75" providerId="ADAL" clId="{651BAC71-7343-484D-BD8F-9D1BA4F7D925}" dt="2025-07-19T11:23:47.780" v="272"/>
          <ac:picMkLst>
            <pc:docMk/>
            <pc:sldMk cId="4083776306" sldId="441"/>
            <ac:picMk id="8194" creationId="{D2989898-2696-2378-E2D1-6EBECBA0B9F5}"/>
          </ac:picMkLst>
        </pc:picChg>
      </pc:sldChg>
      <pc:sldChg chg="addSp delSp modSp add mod ord setBg">
        <pc:chgData name="Pramod Naik" userId="ceb6df04-ef15-4d9b-a141-998a03559d75" providerId="ADAL" clId="{651BAC71-7343-484D-BD8F-9D1BA4F7D925}" dt="2025-07-19T11:23:15.855" v="269" actId="1076"/>
        <pc:sldMkLst>
          <pc:docMk/>
          <pc:sldMk cId="681810770" sldId="442"/>
        </pc:sldMkLst>
        <pc:spChg chg="add">
          <ac:chgData name="Pramod Naik" userId="ceb6df04-ef15-4d9b-a141-998a03559d75" providerId="ADAL" clId="{651BAC71-7343-484D-BD8F-9D1BA4F7D925}" dt="2025-07-19T11:20:44.496" v="236"/>
          <ac:spMkLst>
            <pc:docMk/>
            <pc:sldMk cId="681810770" sldId="442"/>
            <ac:spMk id="2" creationId="{717C8C9F-D044-7A84-752E-C99442A2BBA8}"/>
          </ac:spMkLst>
        </pc:spChg>
        <pc:spChg chg="add del">
          <ac:chgData name="Pramod Naik" userId="ceb6df04-ef15-4d9b-a141-998a03559d75" providerId="ADAL" clId="{651BAC71-7343-484D-BD8F-9D1BA4F7D925}" dt="2025-07-19T11:22:04.249" v="240" actId="26606"/>
          <ac:spMkLst>
            <pc:docMk/>
            <pc:sldMk cId="681810770" sldId="442"/>
            <ac:spMk id="3" creationId="{93F9C212-D918-FA9A-11B3-3DDB30DF5103}"/>
          </ac:spMkLst>
        </pc:spChg>
        <pc:spChg chg="add mod">
          <ac:chgData name="Pramod Naik" userId="ceb6df04-ef15-4d9b-a141-998a03559d75" providerId="ADAL" clId="{651BAC71-7343-484D-BD8F-9D1BA4F7D925}" dt="2025-07-19T11:23:15.855" v="269" actId="1076"/>
          <ac:spMkLst>
            <pc:docMk/>
            <pc:sldMk cId="681810770" sldId="442"/>
            <ac:spMk id="5" creationId="{47E78F94-6E75-ADFF-EC5E-4D19D2B1B859}"/>
          </ac:spMkLst>
        </pc:spChg>
        <pc:spChg chg="add del">
          <ac:chgData name="Pramod Naik" userId="ceb6df04-ef15-4d9b-a141-998a03559d75" providerId="ADAL" clId="{651BAC71-7343-484D-BD8F-9D1BA4F7D925}" dt="2025-07-19T11:22:04.231" v="239" actId="26606"/>
          <ac:spMkLst>
            <pc:docMk/>
            <pc:sldMk cId="681810770" sldId="442"/>
            <ac:spMk id="7177" creationId="{99B5B3C5-A599-465B-B2B9-866E8B2087CE}"/>
          </ac:spMkLst>
        </pc:spChg>
        <pc:spChg chg="add del">
          <ac:chgData name="Pramod Naik" userId="ceb6df04-ef15-4d9b-a141-998a03559d75" providerId="ADAL" clId="{651BAC71-7343-484D-BD8F-9D1BA4F7D925}" dt="2025-07-19T11:22:04.231" v="239" actId="26606"/>
          <ac:spMkLst>
            <pc:docMk/>
            <pc:sldMk cId="681810770" sldId="442"/>
            <ac:spMk id="7179" creationId="{25C84982-7DD0-43B1-8A2D-BFA4DF1B4E60}"/>
          </ac:spMkLst>
        </pc:spChg>
        <pc:spChg chg="add del">
          <ac:chgData name="Pramod Naik" userId="ceb6df04-ef15-4d9b-a141-998a03559d75" providerId="ADAL" clId="{651BAC71-7343-484D-BD8F-9D1BA4F7D925}" dt="2025-07-19T11:22:04.231" v="239" actId="26606"/>
          <ac:spMkLst>
            <pc:docMk/>
            <pc:sldMk cId="681810770" sldId="442"/>
            <ac:spMk id="7198" creationId="{B7818AA9-82F7-46F6-8A83-1A6258163B48}"/>
          </ac:spMkLst>
        </pc:spChg>
        <pc:spChg chg="add">
          <ac:chgData name="Pramod Naik" userId="ceb6df04-ef15-4d9b-a141-998a03559d75" providerId="ADAL" clId="{651BAC71-7343-484D-BD8F-9D1BA4F7D925}" dt="2025-07-19T11:22:04.249" v="240" actId="26606"/>
          <ac:spMkLst>
            <pc:docMk/>
            <pc:sldMk cId="681810770" sldId="442"/>
            <ac:spMk id="7210" creationId="{99B5B3C5-A599-465B-B2B9-866E8B2087CE}"/>
          </ac:spMkLst>
        </pc:spChg>
        <pc:spChg chg="add">
          <ac:chgData name="Pramod Naik" userId="ceb6df04-ef15-4d9b-a141-998a03559d75" providerId="ADAL" clId="{651BAC71-7343-484D-BD8F-9D1BA4F7D925}" dt="2025-07-19T11:22:04.249" v="240" actId="26606"/>
          <ac:spMkLst>
            <pc:docMk/>
            <pc:sldMk cId="681810770" sldId="442"/>
            <ac:spMk id="7211" creationId="{25C84982-7DD0-43B1-8A2D-BFA4DF1B4E60}"/>
          </ac:spMkLst>
        </pc:spChg>
        <pc:spChg chg="add">
          <ac:chgData name="Pramod Naik" userId="ceb6df04-ef15-4d9b-a141-998a03559d75" providerId="ADAL" clId="{651BAC71-7343-484D-BD8F-9D1BA4F7D925}" dt="2025-07-19T11:22:04.249" v="240" actId="26606"/>
          <ac:spMkLst>
            <pc:docMk/>
            <pc:sldMk cId="681810770" sldId="442"/>
            <ac:spMk id="7228" creationId="{B7818AA9-82F7-46F6-8A83-1A6258163B48}"/>
          </ac:spMkLst>
        </pc:spChg>
        <pc:grpChg chg="add del">
          <ac:chgData name="Pramod Naik" userId="ceb6df04-ef15-4d9b-a141-998a03559d75" providerId="ADAL" clId="{651BAC71-7343-484D-BD8F-9D1BA4F7D925}" dt="2025-07-19T11:22:04.231" v="239" actId="26606"/>
          <ac:grpSpMkLst>
            <pc:docMk/>
            <pc:sldMk cId="681810770" sldId="442"/>
            <ac:grpSpMk id="7181" creationId="{1D912E1C-3BBA-42F0-A3EE-FEC382E7230A}"/>
          </ac:grpSpMkLst>
        </pc:grpChg>
        <pc:grpChg chg="add del">
          <ac:chgData name="Pramod Naik" userId="ceb6df04-ef15-4d9b-a141-998a03559d75" providerId="ADAL" clId="{651BAC71-7343-484D-BD8F-9D1BA4F7D925}" dt="2025-07-19T11:22:04.231" v="239" actId="26606"/>
          <ac:grpSpMkLst>
            <pc:docMk/>
            <pc:sldMk cId="681810770" sldId="442"/>
            <ac:grpSpMk id="7200" creationId="{FCEBDFAC-E3E5-4883-8BE7-B43474AE3BB3}"/>
          </ac:grpSpMkLst>
        </pc:grpChg>
        <pc:grpChg chg="add">
          <ac:chgData name="Pramod Naik" userId="ceb6df04-ef15-4d9b-a141-998a03559d75" providerId="ADAL" clId="{651BAC71-7343-484D-BD8F-9D1BA4F7D925}" dt="2025-07-19T11:22:04.249" v="240" actId="26606"/>
          <ac:grpSpMkLst>
            <pc:docMk/>
            <pc:sldMk cId="681810770" sldId="442"/>
            <ac:grpSpMk id="7212" creationId="{1D912E1C-3BBA-42F0-A3EE-FEC382E7230A}"/>
          </ac:grpSpMkLst>
        </pc:grpChg>
        <pc:picChg chg="add mod">
          <ac:chgData name="Pramod Naik" userId="ceb6df04-ef15-4d9b-a141-998a03559d75" providerId="ADAL" clId="{651BAC71-7343-484D-BD8F-9D1BA4F7D925}" dt="2025-07-19T11:23:01.884" v="257" actId="1076"/>
          <ac:picMkLst>
            <pc:docMk/>
            <pc:sldMk cId="681810770" sldId="442"/>
            <ac:picMk id="7172" creationId="{2DC7DD2B-F2DE-C66D-4D0C-403EDDB1C790}"/>
          </ac:picMkLst>
        </pc:picChg>
      </pc:sldChg>
      <pc:sldChg chg="addSp modSp add mod">
        <pc:chgData name="Pramod Naik" userId="ceb6df04-ef15-4d9b-a141-998a03559d75" providerId="ADAL" clId="{651BAC71-7343-484D-BD8F-9D1BA4F7D925}" dt="2025-07-19T11:26:31.566" v="328" actId="20577"/>
        <pc:sldMkLst>
          <pc:docMk/>
          <pc:sldMk cId="16831695" sldId="443"/>
        </pc:sldMkLst>
        <pc:spChg chg="mod">
          <ac:chgData name="Pramod Naik" userId="ceb6df04-ef15-4d9b-a141-998a03559d75" providerId="ADAL" clId="{651BAC71-7343-484D-BD8F-9D1BA4F7D925}" dt="2025-07-19T11:26:31.566" v="328" actId="20577"/>
          <ac:spMkLst>
            <pc:docMk/>
            <pc:sldMk cId="16831695" sldId="443"/>
            <ac:spMk id="3" creationId="{7512AA16-DC48-3FED-25B4-28569D65C2A2}"/>
          </ac:spMkLst>
        </pc:spChg>
        <pc:graphicFrameChg chg="add mod modGraphic">
          <ac:chgData name="Pramod Naik" userId="ceb6df04-ef15-4d9b-a141-998a03559d75" providerId="ADAL" clId="{651BAC71-7343-484D-BD8F-9D1BA4F7D925}" dt="2025-07-19T11:26:25.623" v="322" actId="1076"/>
          <ac:graphicFrameMkLst>
            <pc:docMk/>
            <pc:sldMk cId="16831695" sldId="443"/>
            <ac:graphicFrameMk id="2" creationId="{DE0B99AD-DB1D-D948-2D60-BE258E139E7C}"/>
          </ac:graphicFrameMkLst>
        </pc:graphicFrameChg>
      </pc:sldChg>
      <pc:sldChg chg="addSp delSp modSp add mod">
        <pc:chgData name="Pramod Naik" userId="ceb6df04-ef15-4d9b-a141-998a03559d75" providerId="ADAL" clId="{651BAC71-7343-484D-BD8F-9D1BA4F7D925}" dt="2025-07-19T11:28:56.043" v="373" actId="113"/>
        <pc:sldMkLst>
          <pc:docMk/>
          <pc:sldMk cId="2462189238" sldId="444"/>
        </pc:sldMkLst>
        <pc:spChg chg="add mod">
          <ac:chgData name="Pramod Naik" userId="ceb6df04-ef15-4d9b-a141-998a03559d75" providerId="ADAL" clId="{651BAC71-7343-484D-BD8F-9D1BA4F7D925}" dt="2025-07-19T11:27:04.272" v="330"/>
          <ac:spMkLst>
            <pc:docMk/>
            <pc:sldMk cId="2462189238" sldId="444"/>
            <ac:spMk id="2" creationId="{95868A48-0693-FF18-EA90-325392D31532}"/>
          </ac:spMkLst>
        </pc:spChg>
        <pc:spChg chg="add del mod">
          <ac:chgData name="Pramod Naik" userId="ceb6df04-ef15-4d9b-a141-998a03559d75" providerId="ADAL" clId="{651BAC71-7343-484D-BD8F-9D1BA4F7D925}" dt="2025-07-19T11:28:56.043" v="373" actId="113"/>
          <ac:spMkLst>
            <pc:docMk/>
            <pc:sldMk cId="2462189238" sldId="444"/>
            <ac:spMk id="3" creationId="{62EE7F3D-DA8E-84C6-6E9D-AB479A97CEB8}"/>
          </ac:spMkLst>
        </pc:spChg>
      </pc:sldChg>
      <pc:sldChg chg="addSp delSp modSp add mod">
        <pc:chgData name="Pramod Naik" userId="ceb6df04-ef15-4d9b-a141-998a03559d75" providerId="ADAL" clId="{651BAC71-7343-484D-BD8F-9D1BA4F7D925}" dt="2025-07-19T11:31:18.673" v="394" actId="207"/>
        <pc:sldMkLst>
          <pc:docMk/>
          <pc:sldMk cId="3222895821" sldId="445"/>
        </pc:sldMkLst>
        <pc:spChg chg="add del mod">
          <ac:chgData name="Pramod Naik" userId="ceb6df04-ef15-4d9b-a141-998a03559d75" providerId="ADAL" clId="{651BAC71-7343-484D-BD8F-9D1BA4F7D925}" dt="2025-07-19T11:29:52.659" v="380" actId="403"/>
          <ac:spMkLst>
            <pc:docMk/>
            <pc:sldMk cId="3222895821" sldId="445"/>
            <ac:spMk id="3" creationId="{EF89017B-4AC5-737E-F839-55EF1D61F2D0}"/>
          </ac:spMkLst>
        </pc:spChg>
        <pc:spChg chg="add">
          <ac:chgData name="Pramod Naik" userId="ceb6df04-ef15-4d9b-a141-998a03559d75" providerId="ADAL" clId="{651BAC71-7343-484D-BD8F-9D1BA4F7D925}" dt="2025-07-19T11:29:13.868" v="374"/>
          <ac:spMkLst>
            <pc:docMk/>
            <pc:sldMk cId="3222895821" sldId="445"/>
            <ac:spMk id="4" creationId="{50799780-8F98-C5E6-8502-C1E277D55E05}"/>
          </ac:spMkLst>
        </pc:spChg>
        <pc:graphicFrameChg chg="add mod">
          <ac:chgData name="Pramod Naik" userId="ceb6df04-ef15-4d9b-a141-998a03559d75" providerId="ADAL" clId="{651BAC71-7343-484D-BD8F-9D1BA4F7D925}" dt="2025-07-19T11:29:14.736" v="375"/>
          <ac:graphicFrameMkLst>
            <pc:docMk/>
            <pc:sldMk cId="3222895821" sldId="445"/>
            <ac:graphicFrameMk id="2" creationId="{2ACDC01C-D715-4B8C-7120-DE2C9B828E04}"/>
          </ac:graphicFrameMkLst>
        </pc:graphicFrameChg>
        <pc:graphicFrameChg chg="add mod">
          <ac:chgData name="Pramod Naik" userId="ceb6df04-ef15-4d9b-a141-998a03559d75" providerId="ADAL" clId="{651BAC71-7343-484D-BD8F-9D1BA4F7D925}" dt="2025-07-19T11:29:43.743" v="377"/>
          <ac:graphicFrameMkLst>
            <pc:docMk/>
            <pc:sldMk cId="3222895821" sldId="445"/>
            <ac:graphicFrameMk id="5" creationId="{FD8A987F-9247-D37A-D6F2-C68FB55DF76A}"/>
          </ac:graphicFrameMkLst>
        </pc:graphicFrameChg>
        <pc:graphicFrameChg chg="add mod modGraphic">
          <ac:chgData name="Pramod Naik" userId="ceb6df04-ef15-4d9b-a141-998a03559d75" providerId="ADAL" clId="{651BAC71-7343-484D-BD8F-9D1BA4F7D925}" dt="2025-07-19T11:31:18.673" v="394" actId="207"/>
          <ac:graphicFrameMkLst>
            <pc:docMk/>
            <pc:sldMk cId="3222895821" sldId="445"/>
            <ac:graphicFrameMk id="6" creationId="{2047740B-29DB-DF67-9B54-E9F4A3FE8688}"/>
          </ac:graphicFrameMkLst>
        </pc:graphicFrameChg>
      </pc:sldChg>
      <pc:sldChg chg="addSp modSp add mod">
        <pc:chgData name="Pramod Naik" userId="ceb6df04-ef15-4d9b-a141-998a03559d75" providerId="ADAL" clId="{651BAC71-7343-484D-BD8F-9D1BA4F7D925}" dt="2025-07-19T12:02:59.909" v="650" actId="27636"/>
        <pc:sldMkLst>
          <pc:docMk/>
          <pc:sldMk cId="3637214818" sldId="446"/>
        </pc:sldMkLst>
        <pc:spChg chg="add">
          <ac:chgData name="Pramod Naik" userId="ceb6df04-ef15-4d9b-a141-998a03559d75" providerId="ADAL" clId="{651BAC71-7343-484D-BD8F-9D1BA4F7D925}" dt="2025-07-19T11:44:14.359" v="399"/>
          <ac:spMkLst>
            <pc:docMk/>
            <pc:sldMk cId="3637214818" sldId="446"/>
            <ac:spMk id="2" creationId="{4DA4B868-9332-5A3B-BB4F-55DB6AF33879}"/>
          </ac:spMkLst>
        </pc:spChg>
        <pc:spChg chg="mod">
          <ac:chgData name="Pramod Naik" userId="ceb6df04-ef15-4d9b-a141-998a03559d75" providerId="ADAL" clId="{651BAC71-7343-484D-BD8F-9D1BA4F7D925}" dt="2025-07-19T12:02:59.909" v="650" actId="27636"/>
          <ac:spMkLst>
            <pc:docMk/>
            <pc:sldMk cId="3637214818" sldId="446"/>
            <ac:spMk id="3" creationId="{4A02E8BA-C5A0-0346-E60B-07DE8BD8F9A1}"/>
          </ac:spMkLst>
        </pc:spChg>
        <pc:spChg chg="add">
          <ac:chgData name="Pramod Naik" userId="ceb6df04-ef15-4d9b-a141-998a03559d75" providerId="ADAL" clId="{651BAC71-7343-484D-BD8F-9D1BA4F7D925}" dt="2025-07-19T11:44:14.359" v="399"/>
          <ac:spMkLst>
            <pc:docMk/>
            <pc:sldMk cId="3637214818" sldId="446"/>
            <ac:spMk id="4" creationId="{588A1F53-4879-2072-124A-7BCBD805EAF3}"/>
          </ac:spMkLst>
        </pc:spChg>
        <pc:spChg chg="add">
          <ac:chgData name="Pramod Naik" userId="ceb6df04-ef15-4d9b-a141-998a03559d75" providerId="ADAL" clId="{651BAC71-7343-484D-BD8F-9D1BA4F7D925}" dt="2025-07-19T11:44:14.359" v="399"/>
          <ac:spMkLst>
            <pc:docMk/>
            <pc:sldMk cId="3637214818" sldId="446"/>
            <ac:spMk id="5" creationId="{9ACB861A-C23F-18CB-E5B4-1CF2B5761760}"/>
          </ac:spMkLst>
        </pc:spChg>
        <pc:spChg chg="add">
          <ac:chgData name="Pramod Naik" userId="ceb6df04-ef15-4d9b-a141-998a03559d75" providerId="ADAL" clId="{651BAC71-7343-484D-BD8F-9D1BA4F7D925}" dt="2025-07-19T11:48:05.437" v="459"/>
          <ac:spMkLst>
            <pc:docMk/>
            <pc:sldMk cId="3637214818" sldId="446"/>
            <ac:spMk id="6" creationId="{546885A9-1083-BB66-DEA6-468CE4B0E91B}"/>
          </ac:spMkLst>
        </pc:spChg>
      </pc:sldChg>
      <pc:sldChg chg="modSp add mod">
        <pc:chgData name="Pramod Naik" userId="ceb6df04-ef15-4d9b-a141-998a03559d75" providerId="ADAL" clId="{651BAC71-7343-484D-BD8F-9D1BA4F7D925}" dt="2025-07-19T11:59:11.496" v="612" actId="27636"/>
        <pc:sldMkLst>
          <pc:docMk/>
          <pc:sldMk cId="3062957756" sldId="447"/>
        </pc:sldMkLst>
        <pc:spChg chg="mod">
          <ac:chgData name="Pramod Naik" userId="ceb6df04-ef15-4d9b-a141-998a03559d75" providerId="ADAL" clId="{651BAC71-7343-484D-BD8F-9D1BA4F7D925}" dt="2025-07-19T11:59:11.496" v="612" actId="27636"/>
          <ac:spMkLst>
            <pc:docMk/>
            <pc:sldMk cId="3062957756" sldId="447"/>
            <ac:spMk id="3" creationId="{B4ABC05C-C472-854F-6386-FA9C45CD01C4}"/>
          </ac:spMkLst>
        </pc:spChg>
      </pc:sldChg>
      <pc:sldChg chg="addSp modSp add mod">
        <pc:chgData name="Pramod Naik" userId="ceb6df04-ef15-4d9b-a141-998a03559d75" providerId="ADAL" clId="{651BAC71-7343-484D-BD8F-9D1BA4F7D925}" dt="2025-07-19T11:49:52.275" v="490" actId="14100"/>
        <pc:sldMkLst>
          <pc:docMk/>
          <pc:sldMk cId="1154351029" sldId="448"/>
        </pc:sldMkLst>
        <pc:spChg chg="mod">
          <ac:chgData name="Pramod Naik" userId="ceb6df04-ef15-4d9b-a141-998a03559d75" providerId="ADAL" clId="{651BAC71-7343-484D-BD8F-9D1BA4F7D925}" dt="2025-07-19T11:49:11.940" v="481" actId="12"/>
          <ac:spMkLst>
            <pc:docMk/>
            <pc:sldMk cId="1154351029" sldId="448"/>
            <ac:spMk id="3" creationId="{A81B1978-EBBC-1B8F-6AFD-7FACC4AEA239}"/>
          </ac:spMkLst>
        </pc:spChg>
        <pc:graphicFrameChg chg="add mod modGraphic">
          <ac:chgData name="Pramod Naik" userId="ceb6df04-ef15-4d9b-a141-998a03559d75" providerId="ADAL" clId="{651BAC71-7343-484D-BD8F-9D1BA4F7D925}" dt="2025-07-19T11:49:52.275" v="490" actId="14100"/>
          <ac:graphicFrameMkLst>
            <pc:docMk/>
            <pc:sldMk cId="1154351029" sldId="448"/>
            <ac:graphicFrameMk id="2" creationId="{423F7319-CC29-E9EB-FB2F-ED164CCABD7D}"/>
          </ac:graphicFrameMkLst>
        </pc:graphicFrameChg>
      </pc:sldChg>
      <pc:sldChg chg="modSp add mod">
        <pc:chgData name="Pramod Naik" userId="ceb6df04-ef15-4d9b-a141-998a03559d75" providerId="ADAL" clId="{651BAC71-7343-484D-BD8F-9D1BA4F7D925}" dt="2025-07-19T11:52:41.787" v="558" actId="403"/>
        <pc:sldMkLst>
          <pc:docMk/>
          <pc:sldMk cId="1358195369" sldId="449"/>
        </pc:sldMkLst>
        <pc:spChg chg="mod">
          <ac:chgData name="Pramod Naik" userId="ceb6df04-ef15-4d9b-a141-998a03559d75" providerId="ADAL" clId="{651BAC71-7343-484D-BD8F-9D1BA4F7D925}" dt="2025-07-19T11:52:41.787" v="558" actId="403"/>
          <ac:spMkLst>
            <pc:docMk/>
            <pc:sldMk cId="1358195369" sldId="449"/>
            <ac:spMk id="3" creationId="{38D06164-AFCF-38B6-3467-97D70DCA9AC9}"/>
          </ac:spMkLst>
        </pc:spChg>
      </pc:sldChg>
      <pc:sldChg chg="delSp modSp new mod">
        <pc:chgData name="Pramod Naik" userId="ceb6df04-ef15-4d9b-a141-998a03559d75" providerId="ADAL" clId="{651BAC71-7343-484D-BD8F-9D1BA4F7D925}" dt="2025-07-19T11:53:27.209" v="580" actId="20577"/>
        <pc:sldMkLst>
          <pc:docMk/>
          <pc:sldMk cId="3866971712" sldId="450"/>
        </pc:sldMkLst>
        <pc:spChg chg="del">
          <ac:chgData name="Pramod Naik" userId="ceb6df04-ef15-4d9b-a141-998a03559d75" providerId="ADAL" clId="{651BAC71-7343-484D-BD8F-9D1BA4F7D925}" dt="2025-07-19T11:50:56.044" v="500" actId="478"/>
          <ac:spMkLst>
            <pc:docMk/>
            <pc:sldMk cId="3866971712" sldId="450"/>
            <ac:spMk id="2" creationId="{10F06C4E-F9D2-A73F-17F8-D2AAC8DF4265}"/>
          </ac:spMkLst>
        </pc:spChg>
        <pc:spChg chg="mod">
          <ac:chgData name="Pramod Naik" userId="ceb6df04-ef15-4d9b-a141-998a03559d75" providerId="ADAL" clId="{651BAC71-7343-484D-BD8F-9D1BA4F7D925}" dt="2025-07-19T11:53:27.209" v="580" actId="20577"/>
          <ac:spMkLst>
            <pc:docMk/>
            <pc:sldMk cId="3866971712" sldId="450"/>
            <ac:spMk id="3" creationId="{166A3349-F54F-276E-5E17-8602E845AEF1}"/>
          </ac:spMkLst>
        </pc:spChg>
      </pc:sldChg>
      <pc:sldChg chg="addSp delSp modSp add mod">
        <pc:chgData name="Pramod Naik" userId="ceb6df04-ef15-4d9b-a141-998a03559d75" providerId="ADAL" clId="{651BAC71-7343-484D-BD8F-9D1BA4F7D925}" dt="2025-07-19T11:55:42.212" v="608" actId="5793"/>
        <pc:sldMkLst>
          <pc:docMk/>
          <pc:sldMk cId="3718289603" sldId="451"/>
        </pc:sldMkLst>
        <pc:spChg chg="add mod">
          <ac:chgData name="Pramod Naik" userId="ceb6df04-ef15-4d9b-a141-998a03559d75" providerId="ADAL" clId="{651BAC71-7343-484D-BD8F-9D1BA4F7D925}" dt="2025-07-19T11:53:58.529" v="582"/>
          <ac:spMkLst>
            <pc:docMk/>
            <pc:sldMk cId="3718289603" sldId="451"/>
            <ac:spMk id="2" creationId="{8CA3DF54-5B9B-143A-DDF9-D051A67E5B15}"/>
          </ac:spMkLst>
        </pc:spChg>
        <pc:spChg chg="add del mod">
          <ac:chgData name="Pramod Naik" userId="ceb6df04-ef15-4d9b-a141-998a03559d75" providerId="ADAL" clId="{651BAC71-7343-484D-BD8F-9D1BA4F7D925}" dt="2025-07-19T11:55:42.212" v="608" actId="5793"/>
          <ac:spMkLst>
            <pc:docMk/>
            <pc:sldMk cId="3718289603" sldId="451"/>
            <ac:spMk id="3" creationId="{FD9D3F7B-0C83-2BC0-B313-7CB64827BE0E}"/>
          </ac:spMkLst>
        </pc:spChg>
      </pc:sldChg>
      <pc:sldChg chg="addSp modSp add mod">
        <pc:chgData name="Pramod Naik" userId="ceb6df04-ef15-4d9b-a141-998a03559d75" providerId="ADAL" clId="{651BAC71-7343-484D-BD8F-9D1BA4F7D925}" dt="2025-07-19T12:05:37.827" v="678" actId="6549"/>
        <pc:sldMkLst>
          <pc:docMk/>
          <pc:sldMk cId="2722021082" sldId="452"/>
        </pc:sldMkLst>
        <pc:spChg chg="add">
          <ac:chgData name="Pramod Naik" userId="ceb6df04-ef15-4d9b-a141-998a03559d75" providerId="ADAL" clId="{651BAC71-7343-484D-BD8F-9D1BA4F7D925}" dt="2025-07-19T12:01:41.369" v="618"/>
          <ac:spMkLst>
            <pc:docMk/>
            <pc:sldMk cId="2722021082" sldId="452"/>
            <ac:spMk id="2" creationId="{A79FF593-0ACC-235C-1C46-B2DABB21E03B}"/>
          </ac:spMkLst>
        </pc:spChg>
        <pc:spChg chg="mod">
          <ac:chgData name="Pramod Naik" userId="ceb6df04-ef15-4d9b-a141-998a03559d75" providerId="ADAL" clId="{651BAC71-7343-484D-BD8F-9D1BA4F7D925}" dt="2025-07-19T12:05:37.827" v="678" actId="6549"/>
          <ac:spMkLst>
            <pc:docMk/>
            <pc:sldMk cId="2722021082" sldId="452"/>
            <ac:spMk id="3" creationId="{3B613BFD-3661-64BE-8467-157553A50E4C}"/>
          </ac:spMkLst>
        </pc:spChg>
      </pc:sldChg>
      <pc:sldChg chg="modSp add mod">
        <pc:chgData name="Pramod Naik" userId="ceb6df04-ef15-4d9b-a141-998a03559d75" providerId="ADAL" clId="{651BAC71-7343-484D-BD8F-9D1BA4F7D925}" dt="2025-07-19T12:04:13.211" v="672" actId="403"/>
        <pc:sldMkLst>
          <pc:docMk/>
          <pc:sldMk cId="2129997935" sldId="453"/>
        </pc:sldMkLst>
        <pc:spChg chg="mod">
          <ac:chgData name="Pramod Naik" userId="ceb6df04-ef15-4d9b-a141-998a03559d75" providerId="ADAL" clId="{651BAC71-7343-484D-BD8F-9D1BA4F7D925}" dt="2025-07-19T12:04:13.211" v="672" actId="403"/>
          <ac:spMkLst>
            <pc:docMk/>
            <pc:sldMk cId="2129997935" sldId="453"/>
            <ac:spMk id="3" creationId="{43697421-A3A8-4407-F730-4C66F4982E30}"/>
          </ac:spMkLst>
        </pc:spChg>
      </pc:sldChg>
      <pc:sldChg chg="modSp add mod">
        <pc:chgData name="Pramod Naik" userId="ceb6df04-ef15-4d9b-a141-998a03559d75" providerId="ADAL" clId="{651BAC71-7343-484D-BD8F-9D1BA4F7D925}" dt="2025-07-19T12:06:39.034" v="683" actId="6549"/>
        <pc:sldMkLst>
          <pc:docMk/>
          <pc:sldMk cId="2520928680" sldId="454"/>
        </pc:sldMkLst>
        <pc:spChg chg="mod">
          <ac:chgData name="Pramod Naik" userId="ceb6df04-ef15-4d9b-a141-998a03559d75" providerId="ADAL" clId="{651BAC71-7343-484D-BD8F-9D1BA4F7D925}" dt="2025-07-19T12:06:39.034" v="683" actId="6549"/>
          <ac:spMkLst>
            <pc:docMk/>
            <pc:sldMk cId="2520928680" sldId="454"/>
            <ac:spMk id="3" creationId="{6A645820-AF18-089D-E91C-BBE5342EADFC}"/>
          </ac:spMkLst>
        </pc:spChg>
      </pc:sldChg>
      <pc:sldChg chg="addSp modSp add mod">
        <pc:chgData name="Pramod Naik" userId="ceb6df04-ef15-4d9b-a141-998a03559d75" providerId="ADAL" clId="{651BAC71-7343-484D-BD8F-9D1BA4F7D925}" dt="2025-07-19T12:07:26.836" v="698" actId="403"/>
        <pc:sldMkLst>
          <pc:docMk/>
          <pc:sldMk cId="3536964367" sldId="455"/>
        </pc:sldMkLst>
        <pc:spChg chg="mod">
          <ac:chgData name="Pramod Naik" userId="ceb6df04-ef15-4d9b-a141-998a03559d75" providerId="ADAL" clId="{651BAC71-7343-484D-BD8F-9D1BA4F7D925}" dt="2025-07-19T12:07:14.505" v="691" actId="403"/>
          <ac:spMkLst>
            <pc:docMk/>
            <pc:sldMk cId="3536964367" sldId="455"/>
            <ac:spMk id="3" creationId="{0BE1F914-87FF-5C9B-EB52-C7DD6E42876D}"/>
          </ac:spMkLst>
        </pc:spChg>
        <pc:graphicFrameChg chg="add mod modGraphic">
          <ac:chgData name="Pramod Naik" userId="ceb6df04-ef15-4d9b-a141-998a03559d75" providerId="ADAL" clId="{651BAC71-7343-484D-BD8F-9D1BA4F7D925}" dt="2025-07-19T12:07:26.836" v="698" actId="403"/>
          <ac:graphicFrameMkLst>
            <pc:docMk/>
            <pc:sldMk cId="3536964367" sldId="455"/>
            <ac:graphicFrameMk id="2" creationId="{F71A05C1-A51D-42D5-65DB-CB7504104F35}"/>
          </ac:graphicFrameMkLst>
        </pc:graphicFrameChg>
      </pc:sldChg>
      <pc:sldChg chg="delSp modSp new mod">
        <pc:chgData name="Pramod Naik" userId="ceb6df04-ef15-4d9b-a141-998a03559d75" providerId="ADAL" clId="{651BAC71-7343-484D-BD8F-9D1BA4F7D925}" dt="2025-07-19T12:08:06.907" v="714" actId="403"/>
        <pc:sldMkLst>
          <pc:docMk/>
          <pc:sldMk cId="3379659045" sldId="456"/>
        </pc:sldMkLst>
        <pc:spChg chg="del">
          <ac:chgData name="Pramod Naik" userId="ceb6df04-ef15-4d9b-a141-998a03559d75" providerId="ADAL" clId="{651BAC71-7343-484D-BD8F-9D1BA4F7D925}" dt="2025-07-19T12:07:34.135" v="700" actId="478"/>
          <ac:spMkLst>
            <pc:docMk/>
            <pc:sldMk cId="3379659045" sldId="456"/>
            <ac:spMk id="2" creationId="{2F3953C9-0508-37B7-9D22-00717821331E}"/>
          </ac:spMkLst>
        </pc:spChg>
        <pc:spChg chg="mod">
          <ac:chgData name="Pramod Naik" userId="ceb6df04-ef15-4d9b-a141-998a03559d75" providerId="ADAL" clId="{651BAC71-7343-484D-BD8F-9D1BA4F7D925}" dt="2025-07-19T12:08:06.907" v="714" actId="403"/>
          <ac:spMkLst>
            <pc:docMk/>
            <pc:sldMk cId="3379659045" sldId="456"/>
            <ac:spMk id="3" creationId="{871D2590-4E87-DEAA-3A1E-4128875D8F79}"/>
          </ac:spMkLst>
        </pc:spChg>
      </pc:sldChg>
      <pc:sldChg chg="add">
        <pc:chgData name="Pramod Naik" userId="ceb6df04-ef15-4d9b-a141-998a03559d75" providerId="ADAL" clId="{651BAC71-7343-484D-BD8F-9D1BA4F7D925}" dt="2025-07-19T12:07:43.737" v="704"/>
        <pc:sldMkLst>
          <pc:docMk/>
          <pc:sldMk cId="2621460673" sldId="457"/>
        </pc:sldMkLst>
      </pc:sldChg>
      <pc:sldChg chg="add">
        <pc:chgData name="Pramod Naik" userId="ceb6df04-ef15-4d9b-a141-998a03559d75" providerId="ADAL" clId="{651BAC71-7343-484D-BD8F-9D1BA4F7D925}" dt="2025-07-19T12:07:43.905" v="705"/>
        <pc:sldMkLst>
          <pc:docMk/>
          <pc:sldMk cId="1291788486" sldId="458"/>
        </pc:sldMkLst>
      </pc:sldChg>
      <pc:sldChg chg="add">
        <pc:chgData name="Pramod Naik" userId="ceb6df04-ef15-4d9b-a141-998a03559d75" providerId="ADAL" clId="{651BAC71-7343-484D-BD8F-9D1BA4F7D925}" dt="2025-07-19T12:07:45.395" v="706"/>
        <pc:sldMkLst>
          <pc:docMk/>
          <pc:sldMk cId="1732385389" sldId="459"/>
        </pc:sldMkLst>
      </pc:sldChg>
      <pc:sldChg chg="add">
        <pc:chgData name="Pramod Naik" userId="ceb6df04-ef15-4d9b-a141-998a03559d75" providerId="ADAL" clId="{651BAC71-7343-484D-BD8F-9D1BA4F7D925}" dt="2025-07-19T12:07:45.803" v="707"/>
        <pc:sldMkLst>
          <pc:docMk/>
          <pc:sldMk cId="1052013540" sldId="460"/>
        </pc:sldMkLst>
      </pc:sldChg>
      <pc:sldChg chg="add">
        <pc:chgData name="Pramod Naik" userId="ceb6df04-ef15-4d9b-a141-998a03559d75" providerId="ADAL" clId="{651BAC71-7343-484D-BD8F-9D1BA4F7D925}" dt="2025-07-19T12:07:46.008" v="708"/>
        <pc:sldMkLst>
          <pc:docMk/>
          <pc:sldMk cId="980298274" sldId="461"/>
        </pc:sldMkLst>
      </pc:sldChg>
      <pc:sldChg chg="add">
        <pc:chgData name="Pramod Naik" userId="ceb6df04-ef15-4d9b-a141-998a03559d75" providerId="ADAL" clId="{651BAC71-7343-484D-BD8F-9D1BA4F7D925}" dt="2025-07-19T12:07:47.879" v="709"/>
        <pc:sldMkLst>
          <pc:docMk/>
          <pc:sldMk cId="3001421746" sldId="462"/>
        </pc:sldMkLst>
      </pc:sldChg>
      <pc:sldChg chg="add">
        <pc:chgData name="Pramod Naik" userId="ceb6df04-ef15-4d9b-a141-998a03559d75" providerId="ADAL" clId="{651BAC71-7343-484D-BD8F-9D1BA4F7D925}" dt="2025-07-19T12:07:48.068" v="710"/>
        <pc:sldMkLst>
          <pc:docMk/>
          <pc:sldMk cId="1623994993" sldId="4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19-07-2025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7/19/2025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7/19/2025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7/19/2025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7/19/2025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7/19/2025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7/19/2025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4DF1-0630-4719-F705-1D5BCA20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8AC79-B066-BDFE-B540-761A3960D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88" y="1001485"/>
            <a:ext cx="10900568" cy="49747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Module-4: </a:t>
            </a:r>
            <a:r>
              <a:rPr lang="en-US" sz="3200" b="1" dirty="0">
                <a:solidFill>
                  <a:schemeClr val="accent3">
                    <a:lumMod val="50000"/>
                  </a:schemeClr>
                </a:solidFill>
              </a:rPr>
              <a:t>Advanced Machine Learning Techniques: </a:t>
            </a:r>
          </a:p>
          <a:p>
            <a:pPr marL="0" indent="0">
              <a:buNone/>
            </a:pPr>
            <a:r>
              <a:rPr lang="en-US" sz="3200" b="1" dirty="0"/>
              <a:t>Ensemble Methods: </a:t>
            </a:r>
            <a:r>
              <a:rPr lang="en-US" sz="3200" dirty="0"/>
              <a:t>Bagging and Boosting, Gradient Boosting Machines (GBM), Extreme Gradient Boosting (</a:t>
            </a:r>
            <a:r>
              <a:rPr lang="en-US" sz="3200" dirty="0" err="1"/>
              <a:t>XGBoost</a:t>
            </a:r>
            <a:r>
              <a:rPr lang="en-US" sz="3200" dirty="0"/>
              <a:t>).  </a:t>
            </a:r>
          </a:p>
          <a:p>
            <a:pPr marL="0" indent="0">
              <a:buNone/>
            </a:pPr>
            <a:r>
              <a:rPr lang="en-US" sz="3200" b="1" dirty="0"/>
              <a:t>Support Vector Machines (SVM): </a:t>
            </a:r>
            <a:r>
              <a:rPr lang="en-US" sz="3200" dirty="0"/>
              <a:t>Linear and non-linear SVM, Kernel trick, Model evaluation and tuning.  </a:t>
            </a:r>
          </a:p>
          <a:p>
            <a:pPr marL="0" indent="0">
              <a:buNone/>
            </a:pPr>
            <a:r>
              <a:rPr lang="en-US" sz="3200" b="1" dirty="0"/>
              <a:t>Neural Networks and Deep Learning: </a:t>
            </a:r>
            <a:r>
              <a:rPr lang="en-US" sz="3200" dirty="0"/>
              <a:t>Introduction to neural networks, Building and training neural networks using TensorFlow and </a:t>
            </a:r>
            <a:r>
              <a:rPr lang="en-US" sz="3200" dirty="0" err="1"/>
              <a:t>Keras</a:t>
            </a:r>
            <a:r>
              <a:rPr lang="en-US" sz="3200" dirty="0"/>
              <a:t>, Convolutional Neural Networks (CNN) and Recurrent Neural Networks (RNN).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619533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B0DF8-8C3D-1F9C-124B-2AEA1D43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D16AD6D-7FC0-435B-AB5F-98DA2190C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727F3-FF58-4343-ACEE-2174D59891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EEC95-AC81-BB56-7CBC-8D2F914A6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9885" y="2786948"/>
            <a:ext cx="8406806" cy="1260430"/>
          </a:xfrm>
        </p:spPr>
        <p:txBody>
          <a:bodyPr anchor="t">
            <a:normAutofit/>
          </a:bodyPr>
          <a:lstStyle/>
          <a:p>
            <a:pPr marL="0" indent="0" algn="ctr">
              <a:buNone/>
            </a:pPr>
            <a:r>
              <a:rPr lang="en-US" sz="8000" b="1" dirty="0"/>
              <a:t>Ensemble Methods</a:t>
            </a:r>
            <a:endParaRPr lang="en-IN" sz="8000" dirty="0"/>
          </a:p>
        </p:txBody>
      </p:sp>
      <p:grpSp>
        <p:nvGrpSpPr>
          <p:cNvPr id="12" name="Decorative Circles">
            <a:extLst>
              <a:ext uri="{FF2B5EF4-FFF2-40B4-BE49-F238E27FC236}">
                <a16:creationId xmlns:a16="http://schemas.microsoft.com/office/drawing/2014/main" id="{4DB68B21-F855-4148-AD7C-795E902A7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7484" y="236341"/>
            <a:ext cx="10677791" cy="4262956"/>
            <a:chOff x="767484" y="236341"/>
            <a:chExt cx="10677791" cy="4262956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8FE8A9D-61A5-4729-A73B-267B9BE585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49767" y="3283228"/>
              <a:ext cx="226735" cy="226735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E3399E0-5F4E-4D62-8091-A0AA8DAA7B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13359" y="386135"/>
              <a:ext cx="466441" cy="46644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1781BEF-3C20-4A56-889B-BB417F6A38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90699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8F0DD55-BEC3-46E7-84ED-00CB94AC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67484" y="2755518"/>
              <a:ext cx="466441" cy="466441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FFEF100-17D7-4C78-A7C3-B6C8B72E85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31908" y="3813254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294263B-2870-4828-96FD-00C2A3628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75095" y="3592374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8A94EBD-B5CB-4D31-A42E-E68B0D25B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94104" y="4385930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Oval 2">
            <a:extLst>
              <a:ext uri="{FF2B5EF4-FFF2-40B4-BE49-F238E27FC236}">
                <a16:creationId xmlns:a16="http://schemas.microsoft.com/office/drawing/2014/main" id="{5F7F20D7-57B2-4CF8-AF7D-90D6A5E1F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474" y="305966"/>
            <a:ext cx="2051331" cy="205133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05AC83E9-3498-4F8F-84F8-2E22FE72E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6399" y="319698"/>
            <a:ext cx="2037600" cy="2037600"/>
          </a:xfrm>
          <a:prstGeom prst="rect">
            <a:avLst/>
          </a:prstGeom>
        </p:spPr>
      </p:pic>
      <p:sp>
        <p:nvSpPr>
          <p:cNvPr id="25" name="Oval 1">
            <a:extLst>
              <a:ext uri="{FF2B5EF4-FFF2-40B4-BE49-F238E27FC236}">
                <a16:creationId xmlns:a16="http://schemas.microsoft.com/office/drawing/2014/main" id="{6832CB48-19E2-438E-B5D1-126B6228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78580" y="0"/>
            <a:ext cx="2733089" cy="2357297"/>
          </a:xfrm>
          <a:custGeom>
            <a:avLst/>
            <a:gdLst>
              <a:gd name="connsiteX0" fmla="*/ 288659 w 3192131"/>
              <a:gd name="connsiteY0" fmla="*/ 0 h 2753222"/>
              <a:gd name="connsiteX1" fmla="*/ 3192131 w 3192131"/>
              <a:gd name="connsiteY1" fmla="*/ 0 h 2753222"/>
              <a:gd name="connsiteX2" fmla="*/ 3192131 w 3192131"/>
              <a:gd name="connsiteY2" fmla="*/ 2058956 h 2753222"/>
              <a:gd name="connsiteX3" fmla="*/ 3158043 w 3192131"/>
              <a:gd name="connsiteY3" fmla="*/ 2104541 h 2753222"/>
              <a:gd name="connsiteX4" fmla="*/ 1782545 w 3192131"/>
              <a:gd name="connsiteY4" fmla="*/ 2753222 h 2753222"/>
              <a:gd name="connsiteX5" fmla="*/ 0 w 3192131"/>
              <a:gd name="connsiteY5" fmla="*/ 970677 h 2753222"/>
              <a:gd name="connsiteX6" fmla="*/ 215144 w 3192131"/>
              <a:gd name="connsiteY6" fmla="*/ 121011 h 2753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92131" h="2753222">
                <a:moveTo>
                  <a:pt x="288659" y="0"/>
                </a:moveTo>
                <a:lnTo>
                  <a:pt x="3192131" y="0"/>
                </a:lnTo>
                <a:lnTo>
                  <a:pt x="3192131" y="2058956"/>
                </a:lnTo>
                <a:lnTo>
                  <a:pt x="3158043" y="2104541"/>
                </a:lnTo>
                <a:cubicBezTo>
                  <a:pt x="2831098" y="2500707"/>
                  <a:pt x="2336311" y="2753222"/>
                  <a:pt x="1782545" y="2753222"/>
                </a:cubicBezTo>
                <a:cubicBezTo>
                  <a:pt x="798073" y="2753222"/>
                  <a:pt x="0" y="1955149"/>
                  <a:pt x="0" y="970677"/>
                </a:cubicBezTo>
                <a:cubicBezTo>
                  <a:pt x="0" y="663030"/>
                  <a:pt x="77937" y="373585"/>
                  <a:pt x="215144" y="121011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48560FE-8DD7-4FBB-A597-9902F385AA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631" t="30907" r="23362" b="17441"/>
          <a:stretch/>
        </p:blipFill>
        <p:spPr>
          <a:xfrm>
            <a:off x="9573575" y="-4327"/>
            <a:ext cx="2668147" cy="2375897"/>
          </a:xfrm>
          <a:prstGeom prst="rect">
            <a:avLst/>
          </a:prstGeom>
        </p:spPr>
      </p:pic>
      <p:sp>
        <p:nvSpPr>
          <p:cNvPr id="29" name="Oval 3">
            <a:extLst>
              <a:ext uri="{FF2B5EF4-FFF2-40B4-BE49-F238E27FC236}">
                <a16:creationId xmlns:a16="http://schemas.microsoft.com/office/drawing/2014/main" id="{F4B85B88-409F-4670-A4FF-5C58623B7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 rot="16200000">
            <a:off x="-639576" y="4068576"/>
            <a:ext cx="2914772" cy="1635620"/>
          </a:xfrm>
          <a:custGeom>
            <a:avLst/>
            <a:gdLst>
              <a:gd name="connsiteX0" fmla="*/ 18128 w 4408870"/>
              <a:gd name="connsiteY0" fmla="*/ 0 h 2474031"/>
              <a:gd name="connsiteX1" fmla="*/ 4390742 w 4408870"/>
              <a:gd name="connsiteY1" fmla="*/ 0 h 2474031"/>
              <a:gd name="connsiteX2" fmla="*/ 4397489 w 4408870"/>
              <a:gd name="connsiteY2" fmla="*/ 44205 h 2474031"/>
              <a:gd name="connsiteX3" fmla="*/ 4408870 w 4408870"/>
              <a:gd name="connsiteY3" fmla="*/ 269596 h 2474031"/>
              <a:gd name="connsiteX4" fmla="*/ 2204435 w 4408870"/>
              <a:gd name="connsiteY4" fmla="*/ 2474031 h 2474031"/>
              <a:gd name="connsiteX5" fmla="*/ 0 w 4408870"/>
              <a:gd name="connsiteY5" fmla="*/ 269596 h 2474031"/>
              <a:gd name="connsiteX6" fmla="*/ 11381 w 4408870"/>
              <a:gd name="connsiteY6" fmla="*/ 44205 h 2474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8870" h="2474031">
                <a:moveTo>
                  <a:pt x="18128" y="0"/>
                </a:moveTo>
                <a:lnTo>
                  <a:pt x="4390742" y="0"/>
                </a:lnTo>
                <a:lnTo>
                  <a:pt x="4397489" y="44205"/>
                </a:lnTo>
                <a:cubicBezTo>
                  <a:pt x="4405015" y="118312"/>
                  <a:pt x="4408870" y="193504"/>
                  <a:pt x="4408870" y="269596"/>
                </a:cubicBezTo>
                <a:cubicBezTo>
                  <a:pt x="4408870" y="1487072"/>
                  <a:pt x="3421911" y="2474031"/>
                  <a:pt x="2204435" y="2474031"/>
                </a:cubicBezTo>
                <a:cubicBezTo>
                  <a:pt x="986959" y="2474031"/>
                  <a:pt x="0" y="1487072"/>
                  <a:pt x="0" y="269596"/>
                </a:cubicBezTo>
                <a:cubicBezTo>
                  <a:pt x="0" y="193504"/>
                  <a:pt x="3855" y="118312"/>
                  <a:pt x="11381" y="44205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66265FF8-949A-452A-882B-BDD332090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45737" t="12146" r="12288" b="12942"/>
          <a:stretch/>
        </p:blipFill>
        <p:spPr>
          <a:xfrm>
            <a:off x="0" y="3409035"/>
            <a:ext cx="1633210" cy="2914772"/>
          </a:xfrm>
          <a:prstGeom prst="rect">
            <a:avLst/>
          </a:prstGeom>
        </p:spPr>
      </p:pic>
      <p:sp>
        <p:nvSpPr>
          <p:cNvPr id="33" name="Oval 4">
            <a:extLst>
              <a:ext uri="{FF2B5EF4-FFF2-40B4-BE49-F238E27FC236}">
                <a16:creationId xmlns:a16="http://schemas.microsoft.com/office/drawing/2014/main" id="{52B7F1A1-8894-44DC-8FCC-6CE9F127A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9994790" y="4395252"/>
            <a:ext cx="2216879" cy="2462747"/>
          </a:xfrm>
          <a:custGeom>
            <a:avLst/>
            <a:gdLst>
              <a:gd name="connsiteX0" fmla="*/ 2133985 w 3086667"/>
              <a:gd name="connsiteY0" fmla="*/ 0 h 3429000"/>
              <a:gd name="connsiteX1" fmla="*/ 2964628 w 3086667"/>
              <a:gd name="connsiteY1" fmla="*/ 167699 h 3429000"/>
              <a:gd name="connsiteX2" fmla="*/ 3086667 w 3086667"/>
              <a:gd name="connsiteY2" fmla="*/ 226489 h 3429000"/>
              <a:gd name="connsiteX3" fmla="*/ 3086667 w 3086667"/>
              <a:gd name="connsiteY3" fmla="*/ 3429000 h 3429000"/>
              <a:gd name="connsiteX4" fmla="*/ 440639 w 3086667"/>
              <a:gd name="connsiteY4" fmla="*/ 3429000 h 3429000"/>
              <a:gd name="connsiteX5" fmla="*/ 364451 w 3086667"/>
              <a:gd name="connsiteY5" fmla="*/ 3327116 h 3429000"/>
              <a:gd name="connsiteX6" fmla="*/ 0 w 3086667"/>
              <a:gd name="connsiteY6" fmla="*/ 2133985 h 3429000"/>
              <a:gd name="connsiteX7" fmla="*/ 2133985 w 3086667"/>
              <a:gd name="connsiteY7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086667" h="3429000">
                <a:moveTo>
                  <a:pt x="2133985" y="0"/>
                </a:moveTo>
                <a:cubicBezTo>
                  <a:pt x="2428627" y="0"/>
                  <a:pt x="2709322" y="59714"/>
                  <a:pt x="2964628" y="167699"/>
                </a:cubicBezTo>
                <a:lnTo>
                  <a:pt x="3086667" y="226489"/>
                </a:lnTo>
                <a:lnTo>
                  <a:pt x="3086667" y="3429000"/>
                </a:lnTo>
                <a:lnTo>
                  <a:pt x="440639" y="3429000"/>
                </a:lnTo>
                <a:lnTo>
                  <a:pt x="364451" y="3327116"/>
                </a:lnTo>
                <a:cubicBezTo>
                  <a:pt x="134356" y="2986530"/>
                  <a:pt x="0" y="2575948"/>
                  <a:pt x="0" y="2133985"/>
                </a:cubicBezTo>
                <a:cubicBezTo>
                  <a:pt x="0" y="955418"/>
                  <a:pt x="955418" y="0"/>
                  <a:pt x="2133985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6FEF5495-925E-4DBE-A677-EF910F8266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8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1935" t="10861" r="33955" b="27347"/>
          <a:stretch/>
        </p:blipFill>
        <p:spPr>
          <a:xfrm>
            <a:off x="9972468" y="4341999"/>
            <a:ext cx="2239201" cy="25253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F9F843-C83B-1766-A78B-D65C53641C75}"/>
              </a:ext>
            </a:extLst>
          </p:cNvPr>
          <p:cNvSpPr txBox="1"/>
          <p:nvPr/>
        </p:nvSpPr>
        <p:spPr>
          <a:xfrm>
            <a:off x="1884243" y="3896598"/>
            <a:ext cx="92274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  <a:latin typeface="Google Sans"/>
              </a:rPr>
              <a:t>Ensemble</a:t>
            </a:r>
            <a:r>
              <a:rPr lang="en-US" sz="2400" b="1" dirty="0">
                <a:solidFill>
                  <a:srgbClr val="1F1F1F"/>
                </a:solidFill>
                <a:latin typeface="Google Sans"/>
              </a:rPr>
              <a:t>: </a:t>
            </a:r>
            <a:r>
              <a:rPr lang="en-US" sz="2400" dirty="0">
                <a:solidFill>
                  <a:srgbClr val="1F1F1F"/>
                </a:solidFill>
                <a:latin typeface="Google Sans"/>
              </a:rPr>
              <a:t>A</a:t>
            </a:r>
            <a:r>
              <a:rPr lang="en-US" sz="2400" b="0" i="0" dirty="0">
                <a:solidFill>
                  <a:srgbClr val="1F1F1F"/>
                </a:solidFill>
                <a:effectLst/>
                <a:latin typeface="Google Sans"/>
              </a:rPr>
              <a:t> group of items viewed as a whole rather than individually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34625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47644-137C-722A-B29C-9F102A4A5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446314"/>
            <a:ext cx="10659110" cy="573064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🌟 What Are Ensemble Methods?</a:t>
            </a:r>
          </a:p>
          <a:p>
            <a:pPr marL="0" indent="0">
              <a:buNone/>
            </a:pPr>
            <a:r>
              <a:rPr lang="en-US" sz="2400" dirty="0"/>
              <a:t>Ensemble methods are like </a:t>
            </a:r>
            <a:r>
              <a:rPr lang="en-US" sz="2400" b="1" dirty="0">
                <a:solidFill>
                  <a:srgbClr val="C00000"/>
                </a:solidFill>
              </a:rPr>
              <a:t>asking multiple experts </a:t>
            </a:r>
            <a:r>
              <a:rPr lang="en-US" sz="2400" b="1" dirty="0">
                <a:solidFill>
                  <a:srgbClr val="002060"/>
                </a:solidFill>
              </a:rPr>
              <a:t>instead of relying on just one</a:t>
            </a:r>
            <a:r>
              <a:rPr lang="en-US" sz="2400" dirty="0"/>
              <a:t>. The idea is:</a:t>
            </a:r>
          </a:p>
          <a:p>
            <a:pPr marL="0" indent="0">
              <a:buNone/>
            </a:pPr>
            <a:r>
              <a:rPr lang="en-US" sz="2400" dirty="0"/>
              <a:t>	"</a:t>
            </a:r>
            <a:r>
              <a:rPr lang="en-US" sz="2400" b="1" dirty="0">
                <a:solidFill>
                  <a:srgbClr val="0070C0"/>
                </a:solidFill>
              </a:rPr>
              <a:t>Many weak models combined together can give a strong model</a:t>
            </a:r>
            <a:r>
              <a:rPr lang="en-US" sz="2400" dirty="0"/>
              <a:t>.“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In machine learning, an ensemble </a:t>
            </a:r>
            <a:r>
              <a:rPr lang="en-US" sz="2400" b="1" dirty="0"/>
              <a:t>combines the predictions of several models </a:t>
            </a:r>
            <a:r>
              <a:rPr lang="en-US" sz="2400" dirty="0"/>
              <a:t>to make a better overall prediction.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400" b="1" dirty="0"/>
              <a:t>Simple Real-Life Example:</a:t>
            </a:r>
          </a:p>
          <a:p>
            <a:r>
              <a:rPr lang="en-US" sz="2400" dirty="0"/>
              <a:t>Imagine you want to decide whether to watch a movie.</a:t>
            </a:r>
          </a:p>
          <a:p>
            <a:r>
              <a:rPr lang="en-US" sz="2400" dirty="0"/>
              <a:t>You ask 1 friend: They say, "Maybe it's good."</a:t>
            </a:r>
          </a:p>
          <a:p>
            <a:r>
              <a:rPr lang="en-US" sz="2400" dirty="0"/>
              <a:t>But if you ask </a:t>
            </a:r>
            <a:r>
              <a:rPr lang="en-US" sz="2400" b="1" dirty="0"/>
              <a:t>10 friends</a:t>
            </a:r>
            <a:r>
              <a:rPr lang="en-US" sz="2400" dirty="0"/>
              <a:t>, and </a:t>
            </a:r>
            <a:r>
              <a:rPr lang="en-US" sz="2400" b="1" dirty="0"/>
              <a:t>7 say it's great</a:t>
            </a:r>
            <a:r>
              <a:rPr lang="en-US" sz="2400" dirty="0"/>
              <a:t>, you're more confident.</a:t>
            </a:r>
          </a:p>
          <a:p>
            <a:r>
              <a:rPr lang="en-US" sz="2400" dirty="0"/>
              <a:t>This is exactly what ensemble methods do — </a:t>
            </a:r>
            <a:r>
              <a:rPr lang="en-US" sz="2400" b="1" dirty="0"/>
              <a:t>combine multiple opinions (models)</a:t>
            </a:r>
            <a:r>
              <a:rPr lang="en-US" sz="2400" dirty="0"/>
              <a:t> to make a better decision.</a:t>
            </a:r>
          </a:p>
        </p:txBody>
      </p:sp>
    </p:spTree>
    <p:extLst>
      <p:ext uri="{BB962C8B-B14F-4D97-AF65-F5344CB8AC3E}">
        <p14:creationId xmlns:p14="http://schemas.microsoft.com/office/powerpoint/2010/main" val="20334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4DED7-453C-5981-620B-CE7F1746B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71564-5992-DED5-30F3-53E93DF71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Why Use Ensemble Methods?</a:t>
            </a:r>
          </a:p>
          <a:p>
            <a:r>
              <a:rPr lang="en-US" sz="3200" dirty="0"/>
              <a:t>Reduce </a:t>
            </a:r>
            <a:r>
              <a:rPr lang="en-US" sz="3200" b="1" dirty="0"/>
              <a:t>errors</a:t>
            </a:r>
            <a:endParaRPr lang="en-US" sz="3200" dirty="0"/>
          </a:p>
          <a:p>
            <a:r>
              <a:rPr lang="en-US" sz="3200" dirty="0"/>
              <a:t>Improve </a:t>
            </a:r>
            <a:r>
              <a:rPr lang="en-US" sz="3200" b="1" dirty="0"/>
              <a:t>accuracy</a:t>
            </a:r>
            <a:endParaRPr lang="en-US" sz="3200" dirty="0"/>
          </a:p>
          <a:p>
            <a:r>
              <a:rPr lang="en-US" sz="3200" dirty="0"/>
              <a:t>Handle </a:t>
            </a:r>
            <a:r>
              <a:rPr lang="en-US" sz="3200" b="1" dirty="0"/>
              <a:t>overfitting</a:t>
            </a:r>
            <a:r>
              <a:rPr lang="en-US" sz="3200" dirty="0"/>
              <a:t> and </a:t>
            </a:r>
            <a:r>
              <a:rPr lang="en-US" sz="3200" b="1" dirty="0"/>
              <a:t>underfitting</a:t>
            </a:r>
            <a:endParaRPr lang="en-US" sz="3200" dirty="0"/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35350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159CB9-1B49-9628-D6AC-11A36D5C2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14" name="Rectangle 2113">
            <a:extLst>
              <a:ext uri="{FF2B5EF4-FFF2-40B4-BE49-F238E27FC236}">
                <a16:creationId xmlns:a16="http://schemas.microsoft.com/office/drawing/2014/main" id="{99B5B3C5-A599-465B-B2B9-866E8B208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15" name="Rectangle 2114">
            <a:extLst>
              <a:ext uri="{FF2B5EF4-FFF2-40B4-BE49-F238E27FC236}">
                <a16:creationId xmlns:a16="http://schemas.microsoft.com/office/drawing/2014/main" id="{25C84982-7DD0-43B1-8A2D-BFA4DF1B4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116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17" name="Oval 2116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8" name="Oval 2117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9" name="Oval 2118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0" name="Oval 2119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1" name="Oval 2120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22" name="Oval 2121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3" name="Oval 2122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4" name="Oval 2123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5" name="Oval 2124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26" name="Oval 2125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7" name="Freeform: Shape 2126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128" name="Freeform: Shape 2127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129" name="Freeform: Shape 2128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130" name="Oval 212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1" name="Freeform: Shape 213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 useBgFill="1">
        <p:nvSpPr>
          <p:cNvPr id="2132" name="Rectangle 2131">
            <a:extLst>
              <a:ext uri="{FF2B5EF4-FFF2-40B4-BE49-F238E27FC236}">
                <a16:creationId xmlns:a16="http://schemas.microsoft.com/office/drawing/2014/main" id="{B7818AA9-82F7-46F6-8A83-1A6258163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50" name="Picture 2" descr="Ensemble Methods of Data Mining">
            <a:extLst>
              <a:ext uri="{FF2B5EF4-FFF2-40B4-BE49-F238E27FC236}">
                <a16:creationId xmlns:a16="http://schemas.microsoft.com/office/drawing/2014/main" id="{87C874CA-08E6-867A-EE76-C29F2DC51D8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59" r="18452"/>
          <a:stretch>
            <a:fillRect/>
          </a:stretch>
        </p:blipFill>
        <p:spPr bwMode="auto">
          <a:xfrm>
            <a:off x="-1" y="10"/>
            <a:ext cx="121920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33" name="Group 2132">
            <a:extLst>
              <a:ext uri="{FF2B5EF4-FFF2-40B4-BE49-F238E27FC236}">
                <a16:creationId xmlns:a16="http://schemas.microsoft.com/office/drawing/2014/main" id="{FCEBDFAC-E3E5-4883-8BE7-B43474AE3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0450" y="236341"/>
            <a:ext cx="11410891" cy="5901949"/>
            <a:chOff x="310450" y="236341"/>
            <a:chExt cx="11410891" cy="5901949"/>
          </a:xfrm>
        </p:grpSpPr>
        <p:sp>
          <p:nvSpPr>
            <p:cNvPr id="2079" name="Oval 2078">
              <a:extLst>
                <a:ext uri="{FF2B5EF4-FFF2-40B4-BE49-F238E27FC236}">
                  <a16:creationId xmlns:a16="http://schemas.microsoft.com/office/drawing/2014/main" id="{526A544A-3C76-4502-A741-F4DB0E2CD2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5328" y="1050301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0" name="Oval 2079">
              <a:extLst>
                <a:ext uri="{FF2B5EF4-FFF2-40B4-BE49-F238E27FC236}">
                  <a16:creationId xmlns:a16="http://schemas.microsoft.com/office/drawing/2014/main" id="{017B8593-D171-47B5-8D1A-E34E7B138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0450" y="1144461"/>
              <a:ext cx="226735" cy="226735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1" name="Oval 2080">
              <a:extLst>
                <a:ext uri="{FF2B5EF4-FFF2-40B4-BE49-F238E27FC236}">
                  <a16:creationId xmlns:a16="http://schemas.microsoft.com/office/drawing/2014/main" id="{1FEF60D4-64F6-450F-B86D-383EEA1C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8374" y="386135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2" name="Oval 2081">
              <a:extLst>
                <a:ext uri="{FF2B5EF4-FFF2-40B4-BE49-F238E27FC236}">
                  <a16:creationId xmlns:a16="http://schemas.microsoft.com/office/drawing/2014/main" id="{A97D4A7C-B520-46CB-9A94-711F53997B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5714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3" name="Oval 2082">
              <a:extLst>
                <a:ext uri="{FF2B5EF4-FFF2-40B4-BE49-F238E27FC236}">
                  <a16:creationId xmlns:a16="http://schemas.microsoft.com/office/drawing/2014/main" id="{2B7B976F-E84B-4936-90D7-C8298A5E7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7185" y="538093"/>
              <a:ext cx="466441" cy="46644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4" name="Oval 2083">
              <a:extLst>
                <a:ext uri="{FF2B5EF4-FFF2-40B4-BE49-F238E27FC236}">
                  <a16:creationId xmlns:a16="http://schemas.microsoft.com/office/drawing/2014/main" id="{DC91FFEC-59DF-4D22-A925-F51520769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98320" y="5269378"/>
              <a:ext cx="223021" cy="2230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5" name="Oval 2084">
              <a:extLst>
                <a:ext uri="{FF2B5EF4-FFF2-40B4-BE49-F238E27FC236}">
                  <a16:creationId xmlns:a16="http://schemas.microsoft.com/office/drawing/2014/main" id="{58931E95-0847-47E4-8AEC-312312A032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79878" y="5832510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6" name="Oval 2085">
              <a:extLst>
                <a:ext uri="{FF2B5EF4-FFF2-40B4-BE49-F238E27FC236}">
                  <a16:creationId xmlns:a16="http://schemas.microsoft.com/office/drawing/2014/main" id="{3C094915-EF93-49A0-9B90-C44FB9B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86119" y="5492399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58386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A2DB1-65A6-676A-42C4-6F048D89B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53F7B-F048-86FF-A697-C775D42B2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Bagging: (</a:t>
            </a:r>
            <a:r>
              <a:rPr lang="en-US" sz="2400" b="1" dirty="0"/>
              <a:t>Bootstrap Aggregating</a:t>
            </a:r>
            <a:r>
              <a:rPr lang="en-IN" sz="2400" b="1" dirty="0"/>
              <a:t>)</a:t>
            </a:r>
          </a:p>
          <a:p>
            <a:r>
              <a:rPr lang="en-US" sz="2400" b="1" dirty="0"/>
              <a:t>Bootstrap Aggregating is </a:t>
            </a:r>
            <a:r>
              <a:rPr lang="en-US" sz="2400" dirty="0"/>
              <a:t>a </a:t>
            </a:r>
            <a:r>
              <a:rPr lang="en-US" sz="2400" b="1" dirty="0"/>
              <a:t>machine learning ensemble method</a:t>
            </a:r>
            <a:r>
              <a:rPr lang="en-US" sz="2400" dirty="0"/>
              <a:t> that helps improve </a:t>
            </a:r>
            <a:r>
              <a:rPr lang="en-US" sz="2400" b="1" dirty="0">
                <a:solidFill>
                  <a:srgbClr val="C00000"/>
                </a:solidFill>
              </a:rPr>
              <a:t>accuracy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reduce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overfitting</a:t>
            </a:r>
            <a:r>
              <a:rPr lang="en-US" sz="2400" dirty="0"/>
              <a:t> by:</a:t>
            </a:r>
          </a:p>
          <a:p>
            <a:pPr lvl="1"/>
            <a:r>
              <a:rPr lang="en-US" sz="2400" dirty="0"/>
              <a:t>Creating </a:t>
            </a:r>
            <a:r>
              <a:rPr lang="en-US" sz="2400" b="1" dirty="0"/>
              <a:t>many versions</a:t>
            </a:r>
            <a:r>
              <a:rPr lang="en-US" sz="2400" dirty="0"/>
              <a:t> of a model (like decision trees),</a:t>
            </a:r>
          </a:p>
          <a:p>
            <a:pPr lvl="1"/>
            <a:r>
              <a:rPr lang="en-US" sz="2400" dirty="0"/>
              <a:t>Training each on a </a:t>
            </a:r>
            <a:r>
              <a:rPr lang="en-US" sz="2400" b="1" dirty="0"/>
              <a:t>random sample of the data</a:t>
            </a:r>
            <a:r>
              <a:rPr lang="en-US" sz="2400" dirty="0"/>
              <a:t>,</a:t>
            </a:r>
          </a:p>
          <a:p>
            <a:pPr lvl="1"/>
            <a:r>
              <a:rPr lang="en-US" sz="2400" b="1" dirty="0"/>
              <a:t>Combining</a:t>
            </a:r>
            <a:r>
              <a:rPr lang="en-US" sz="2400" dirty="0"/>
              <a:t> their predictions (e.g., by majority vote or averaging).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US" sz="2400" b="1" dirty="0"/>
              <a:t>Real-Life Analogy:</a:t>
            </a:r>
          </a:p>
          <a:p>
            <a:pPr marL="0" indent="0">
              <a:buNone/>
            </a:pPr>
            <a:r>
              <a:rPr lang="en-US" sz="2400" dirty="0"/>
              <a:t>Imagine a teacher wants to predict whether </a:t>
            </a:r>
            <a:r>
              <a:rPr lang="en-US" sz="2400" b="1" dirty="0">
                <a:solidFill>
                  <a:srgbClr val="C00000"/>
                </a:solidFill>
              </a:rPr>
              <a:t>students will pass</a:t>
            </a:r>
            <a:r>
              <a:rPr lang="en-US" sz="2400" dirty="0"/>
              <a:t> based on their </a:t>
            </a:r>
            <a:r>
              <a:rPr lang="en-US" sz="2400" b="1" dirty="0"/>
              <a:t>study hours.</a:t>
            </a:r>
          </a:p>
          <a:p>
            <a:pPr marL="0" indent="0">
              <a:buNone/>
            </a:pPr>
            <a:r>
              <a:rPr lang="en-US" sz="2400" dirty="0"/>
              <a:t>Instead of asking one tutor to guess, the teacher asks 10 different tutors, each given slightly </a:t>
            </a:r>
            <a:r>
              <a:rPr lang="en-US" sz="2400" b="1" dirty="0">
                <a:solidFill>
                  <a:srgbClr val="C00000"/>
                </a:solidFill>
              </a:rPr>
              <a:t>different groups of students </a:t>
            </a:r>
            <a:r>
              <a:rPr lang="en-US" sz="2400" dirty="0"/>
              <a:t>(with repetition allowed). Then, the teacher combines all their answers to make a final decision.</a:t>
            </a:r>
          </a:p>
          <a:p>
            <a:pPr marL="0" indent="0">
              <a:buNone/>
            </a:pPr>
            <a:r>
              <a:rPr lang="en-US" sz="2400" dirty="0"/>
              <a:t>💡 This teamwork leads to a better and more balanced prediction.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60277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F252C-BEC4-B611-F1B6-EC74851D1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10" name="Rectangle 7209">
            <a:extLst>
              <a:ext uri="{FF2B5EF4-FFF2-40B4-BE49-F238E27FC236}">
                <a16:creationId xmlns:a16="http://schemas.microsoft.com/office/drawing/2014/main" id="{99B5B3C5-A599-465B-B2B9-866E8B208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11" name="Rectangle 7210">
            <a:extLst>
              <a:ext uri="{FF2B5EF4-FFF2-40B4-BE49-F238E27FC236}">
                <a16:creationId xmlns:a16="http://schemas.microsoft.com/office/drawing/2014/main" id="{25C84982-7DD0-43B1-8A2D-BFA4DF1B4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7212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7213" name="Oval 7212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4" name="Oval 7213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5" name="Oval 7214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6" name="Oval 7215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7" name="Oval 721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18" name="Oval 721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9" name="Oval 721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0" name="Oval 7219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1" name="Oval 7220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22" name="Oval 7221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3" name="Freeform: Shape 7222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7224" name="Freeform: Shape 7223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7225" name="Freeform: Shape 7224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7226" name="Oval 7225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7" name="Freeform: Shape 7226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 useBgFill="1">
        <p:nvSpPr>
          <p:cNvPr id="7228" name="Rectangle 7227">
            <a:extLst>
              <a:ext uri="{FF2B5EF4-FFF2-40B4-BE49-F238E27FC236}">
                <a16:creationId xmlns:a16="http://schemas.microsoft.com/office/drawing/2014/main" id="{B7818AA9-82F7-46F6-8A83-1A6258163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172" name="Picture 4" descr="Diagram depicting bagging in the context of ensemble learning.">
            <a:extLst>
              <a:ext uri="{FF2B5EF4-FFF2-40B4-BE49-F238E27FC236}">
                <a16:creationId xmlns:a16="http://schemas.microsoft.com/office/drawing/2014/main" id="{2DC7DD2B-F2DE-C66D-4D0C-403EDDB1C79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0"/>
            <a:ext cx="121920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E78F94-6E75-ADFF-EC5E-4D19D2B1B859}"/>
              </a:ext>
            </a:extLst>
          </p:cNvPr>
          <p:cNvSpPr txBox="1"/>
          <p:nvPr/>
        </p:nvSpPr>
        <p:spPr>
          <a:xfrm>
            <a:off x="209097" y="453381"/>
            <a:ext cx="34127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Bagging (Parallel)</a:t>
            </a:r>
          </a:p>
        </p:txBody>
      </p:sp>
    </p:spTree>
    <p:extLst>
      <p:ext uri="{BB962C8B-B14F-4D97-AF65-F5344CB8AC3E}">
        <p14:creationId xmlns:p14="http://schemas.microsoft.com/office/powerpoint/2010/main" val="681810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EF015-CAB8-F356-977C-DA5BB6AA0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AC8A6-BBAA-BFF5-6E12-C3C21696F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Example:</a:t>
            </a:r>
          </a:p>
          <a:p>
            <a:pPr marL="0" indent="0">
              <a:buNone/>
            </a:pPr>
            <a:endParaRPr lang="en-IN" sz="3200" b="1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2956A6-C663-7AD0-B4E4-C90DCBD8E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315019"/>
              </p:ext>
            </p:extLst>
          </p:nvPr>
        </p:nvGraphicFramePr>
        <p:xfrm>
          <a:off x="1557245" y="1605456"/>
          <a:ext cx="7336383" cy="26617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45190">
                  <a:extLst>
                    <a:ext uri="{9D8B030D-6E8A-4147-A177-3AD203B41FA5}">
                      <a16:colId xmlns:a16="http://schemas.microsoft.com/office/drawing/2014/main" val="3406991581"/>
                    </a:ext>
                  </a:extLst>
                </a:gridCol>
                <a:gridCol w="2445190">
                  <a:extLst>
                    <a:ext uri="{9D8B030D-6E8A-4147-A177-3AD203B41FA5}">
                      <a16:colId xmlns:a16="http://schemas.microsoft.com/office/drawing/2014/main" val="1117715323"/>
                    </a:ext>
                  </a:extLst>
                </a:gridCol>
                <a:gridCol w="2446003">
                  <a:extLst>
                    <a:ext uri="{9D8B030D-6E8A-4147-A177-3AD203B41FA5}">
                      <a16:colId xmlns:a16="http://schemas.microsoft.com/office/drawing/2014/main" val="150302815"/>
                    </a:ext>
                  </a:extLst>
                </a:gridCol>
              </a:tblGrid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Student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Study Hours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Pass (Yes/No)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86259824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No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0814024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B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2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No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49298457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3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Yes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29650299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D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4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Yes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6349771"/>
                  </a:ext>
                </a:extLst>
              </a:tr>
              <a:tr h="443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5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Yes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81929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936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477E-CB87-445B-1E0D-E3C3860D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1B921-6933-1E39-50E3-63A090BA1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00743"/>
            <a:ext cx="10659110" cy="5921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Step-by-Step Bagging Process:</a:t>
            </a:r>
          </a:p>
          <a:p>
            <a:r>
              <a:rPr lang="en-US" b="1" dirty="0"/>
              <a:t>Bootstrap Sampling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Randomly create several new datasets (say, 3) </a:t>
            </a:r>
            <a:r>
              <a:rPr lang="en-US" b="1" dirty="0"/>
              <a:t>with replacement</a:t>
            </a:r>
            <a:r>
              <a:rPr lang="en-US" dirty="0"/>
              <a:t> from the original.</a:t>
            </a:r>
          </a:p>
          <a:p>
            <a:pPr lvl="1"/>
            <a:r>
              <a:rPr lang="en-US" dirty="0"/>
              <a:t>Example Samples:</a:t>
            </a:r>
          </a:p>
          <a:p>
            <a:pPr lvl="2"/>
            <a:r>
              <a:rPr lang="en-US" dirty="0"/>
              <a:t>Model 1: A, C, E, B, E</a:t>
            </a:r>
          </a:p>
          <a:p>
            <a:pPr lvl="2"/>
            <a:r>
              <a:rPr lang="en-US" dirty="0"/>
              <a:t>Model 2: D, B, B, C, A</a:t>
            </a:r>
          </a:p>
          <a:p>
            <a:pPr lvl="2"/>
            <a:r>
              <a:rPr lang="en-US" dirty="0"/>
              <a:t>Model 3: E, D, C, D, A</a:t>
            </a:r>
          </a:p>
          <a:p>
            <a:r>
              <a:rPr lang="en-US" b="1" dirty="0"/>
              <a:t>Train Models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Train a separate </a:t>
            </a:r>
            <a:r>
              <a:rPr lang="en-US" b="1" dirty="0"/>
              <a:t>Decision Tree</a:t>
            </a:r>
            <a:r>
              <a:rPr lang="en-US" dirty="0"/>
              <a:t> on each dataset.</a:t>
            </a:r>
          </a:p>
          <a:p>
            <a:r>
              <a:rPr lang="en-US" b="1" dirty="0"/>
              <a:t>Make Predictions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Let’s say we want to predict whether a student who studies for 3 hours will pass.</a:t>
            </a:r>
          </a:p>
          <a:p>
            <a:pPr lvl="1"/>
            <a:r>
              <a:rPr lang="en-US" dirty="0"/>
              <a:t>Model 1: Yes</a:t>
            </a:r>
          </a:p>
          <a:p>
            <a:pPr lvl="1"/>
            <a:r>
              <a:rPr lang="en-US" dirty="0"/>
              <a:t>Model 2: No</a:t>
            </a:r>
          </a:p>
          <a:p>
            <a:pPr lvl="1"/>
            <a:r>
              <a:rPr lang="en-US" dirty="0"/>
              <a:t>Model 3: Yes</a:t>
            </a:r>
          </a:p>
          <a:p>
            <a:r>
              <a:rPr lang="en-US" b="1" dirty="0"/>
              <a:t>Aggregate Predictions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majority voting</a:t>
            </a:r>
            <a:r>
              <a:rPr lang="en-US" dirty="0"/>
              <a:t> for classification.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Final Result </a:t>
            </a:r>
            <a:r>
              <a:rPr lang="en-US" dirty="0"/>
              <a:t>= </a:t>
            </a:r>
            <a:r>
              <a:rPr lang="en-US" b="1" dirty="0"/>
              <a:t>Yes</a:t>
            </a:r>
            <a:r>
              <a:rPr lang="en-US" dirty="0"/>
              <a:t> (because 2 out of 3 say Yes)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51302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24C97-A6BC-F0C0-5845-DBF89F9E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8A77-443D-12BE-C9DD-56F3F0FB2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142999"/>
            <a:ext cx="10659110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🌳 Famous Example: Random Forest</a:t>
            </a:r>
          </a:p>
          <a:p>
            <a:r>
              <a:rPr lang="en-US" sz="2800" b="1" dirty="0"/>
              <a:t>Random Forest</a:t>
            </a:r>
            <a:r>
              <a:rPr lang="en-US" sz="2800" dirty="0"/>
              <a:t> = Bagging applied to </a:t>
            </a:r>
            <a:r>
              <a:rPr lang="en-US" sz="2800" b="1" dirty="0"/>
              <a:t>Decision Trees</a:t>
            </a:r>
            <a:endParaRPr lang="en-US" sz="2800" dirty="0"/>
          </a:p>
          <a:p>
            <a:r>
              <a:rPr lang="en-US" sz="2800" dirty="0"/>
              <a:t>It’s one of the most powerful and popular machine learning algorithms today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843076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7D6-C36D-BF4F-A247-69647798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E39E3-D678-CC20-B8F2-85EECFB4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47057"/>
            <a:ext cx="10659110" cy="5229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2. Boosting:</a:t>
            </a:r>
          </a:p>
          <a:p>
            <a:pPr marL="0" indent="0">
              <a:buNone/>
            </a:pPr>
            <a:r>
              <a:rPr lang="en-US" sz="2800" dirty="0"/>
              <a:t>Boosting is an ensemble learning method where:</a:t>
            </a:r>
          </a:p>
          <a:p>
            <a:pPr lvl="1"/>
            <a:r>
              <a:rPr lang="en-US" sz="2800" dirty="0"/>
              <a:t>Models are built </a:t>
            </a:r>
            <a:r>
              <a:rPr lang="en-US" sz="2800" b="1" dirty="0">
                <a:solidFill>
                  <a:srgbClr val="C00000"/>
                </a:solidFill>
              </a:rPr>
              <a:t>one after another</a:t>
            </a:r>
            <a:r>
              <a:rPr lang="en-US" sz="2800" dirty="0"/>
              <a:t>, not in parallel (like in Bagging).</a:t>
            </a:r>
          </a:p>
          <a:p>
            <a:pPr lvl="1"/>
            <a:r>
              <a:rPr lang="en-US" sz="2800" dirty="0"/>
              <a:t>Each new model focuses on </a:t>
            </a:r>
            <a:r>
              <a:rPr lang="en-US" sz="2800" b="1" dirty="0">
                <a:solidFill>
                  <a:srgbClr val="C00000"/>
                </a:solidFill>
              </a:rPr>
              <a:t>correcting the mistakes made by </a:t>
            </a:r>
            <a:r>
              <a:rPr lang="en-US" sz="2800" dirty="0"/>
              <a:t>the previous models.</a:t>
            </a:r>
          </a:p>
          <a:p>
            <a:pPr lvl="1"/>
            <a:r>
              <a:rPr lang="en-US" sz="2800" dirty="0"/>
              <a:t>All models are combined to give the final strong prediction.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💡 </a:t>
            </a:r>
            <a:r>
              <a:rPr lang="en-US" sz="2800" b="1" dirty="0">
                <a:solidFill>
                  <a:srgbClr val="C00000"/>
                </a:solidFill>
              </a:rPr>
              <a:t>Goal</a:t>
            </a:r>
            <a:r>
              <a:rPr lang="en-US" sz="2800" dirty="0"/>
              <a:t>: Turn a bunch of weak learners into one strong learner.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061348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4B431-5ED8-B355-29B8-EC013246E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6B461-336D-57D8-4974-89E872FED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39" y="1012371"/>
            <a:ext cx="10924903" cy="5164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Real-Life Analogy for Students:</a:t>
            </a:r>
          </a:p>
          <a:p>
            <a:r>
              <a:rPr lang="en-US" sz="2800" dirty="0"/>
              <a:t>Imagine a student is preparing for a test:</a:t>
            </a:r>
          </a:p>
          <a:p>
            <a:r>
              <a:rPr lang="en-US" sz="2800" dirty="0"/>
              <a:t>In </a:t>
            </a:r>
            <a:r>
              <a:rPr lang="en-US" sz="2800" b="1" dirty="0"/>
              <a:t>Test 1</a:t>
            </a:r>
            <a:r>
              <a:rPr lang="en-US" sz="2800" dirty="0"/>
              <a:t>, they score 40%.</a:t>
            </a:r>
          </a:p>
          <a:p>
            <a:r>
              <a:rPr lang="en-US" sz="2800" dirty="0"/>
              <a:t>They check their </a:t>
            </a:r>
            <a:r>
              <a:rPr lang="en-US" sz="2800" b="1" dirty="0"/>
              <a:t>mistakes</a:t>
            </a:r>
            <a:r>
              <a:rPr lang="en-US" sz="2800" dirty="0"/>
              <a:t>, focus more on </a:t>
            </a:r>
            <a:r>
              <a:rPr lang="en-US" sz="2800" b="1" dirty="0"/>
              <a:t>those topics</a:t>
            </a:r>
            <a:r>
              <a:rPr lang="en-US" sz="2800" dirty="0"/>
              <a:t>, and take </a:t>
            </a:r>
            <a:r>
              <a:rPr lang="en-US" sz="2800" b="1" dirty="0"/>
              <a:t>Test 2</a:t>
            </a:r>
            <a:r>
              <a:rPr lang="en-US" sz="2800" dirty="0"/>
              <a:t>.</a:t>
            </a:r>
          </a:p>
          <a:p>
            <a:r>
              <a:rPr lang="en-US" sz="2800" dirty="0"/>
              <a:t>Again, they focus on the </a:t>
            </a:r>
            <a:r>
              <a:rPr lang="en-US" sz="2800" b="1" dirty="0"/>
              <a:t>mistakes from Test 2</a:t>
            </a:r>
            <a:r>
              <a:rPr lang="en-US" sz="2800" dirty="0"/>
              <a:t>, and so on...</a:t>
            </a:r>
          </a:p>
          <a:p>
            <a:r>
              <a:rPr lang="en-US" sz="2800" dirty="0"/>
              <a:t>Eventually, their score </a:t>
            </a:r>
            <a:r>
              <a:rPr lang="en-US" sz="2800" b="1" dirty="0"/>
              <a:t>keeps improving</a:t>
            </a:r>
            <a:r>
              <a:rPr lang="en-US" sz="2800" dirty="0"/>
              <a:t>!</a:t>
            </a:r>
          </a:p>
          <a:p>
            <a:r>
              <a:rPr lang="en-US" sz="2800" dirty="0"/>
              <a:t>This is exactly how Boosting works — </a:t>
            </a:r>
            <a:r>
              <a:rPr lang="en-US" sz="2800" b="1" dirty="0"/>
              <a:t>learning from errors</a:t>
            </a:r>
            <a:r>
              <a:rPr lang="en-US" sz="2800" dirty="0"/>
              <a:t> step by step.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130754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F8586-0C3C-EE17-EB22-0F0EEE4B2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B4C1F-E94F-7D47-DF64-A0B0CC351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  <p:pic>
        <p:nvPicPr>
          <p:cNvPr id="8194" name="Picture 2" descr="Diagram depicting boosting in the context of ensemble learning">
            <a:extLst>
              <a:ext uri="{FF2B5EF4-FFF2-40B4-BE49-F238E27FC236}">
                <a16:creationId xmlns:a16="http://schemas.microsoft.com/office/drawing/2014/main" id="{D2989898-2696-2378-E2D1-6EBECBA0B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C9D136-ABED-CA6C-6958-7330CF4C5757}"/>
              </a:ext>
            </a:extLst>
          </p:cNvPr>
          <p:cNvSpPr txBox="1"/>
          <p:nvPr/>
        </p:nvSpPr>
        <p:spPr>
          <a:xfrm>
            <a:off x="219982" y="0"/>
            <a:ext cx="58760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C00000"/>
                </a:solidFill>
              </a:rPr>
              <a:t>Boosting (Sequential)</a:t>
            </a:r>
          </a:p>
        </p:txBody>
      </p:sp>
    </p:spTree>
    <p:extLst>
      <p:ext uri="{BB962C8B-B14F-4D97-AF65-F5344CB8AC3E}">
        <p14:creationId xmlns:p14="http://schemas.microsoft.com/office/powerpoint/2010/main" val="4083776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8DFAD-CBBC-B30D-F78B-E9E4EC6A9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2AA16-DC48-3FED-25B4-28569D65C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Simple Example</a:t>
            </a:r>
          </a:p>
          <a:p>
            <a:r>
              <a:rPr lang="en-US" sz="2400" dirty="0"/>
              <a:t>Let’s say you're trying to predict if a person will buy a product based on features like: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E0B99AD-DB1D-D948-2D60-BE258E139E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895255"/>
              </p:ext>
            </p:extLst>
          </p:nvPr>
        </p:nvGraphicFramePr>
        <p:xfrm>
          <a:off x="2014446" y="1997342"/>
          <a:ext cx="7521440" cy="23460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80360">
                  <a:extLst>
                    <a:ext uri="{9D8B030D-6E8A-4147-A177-3AD203B41FA5}">
                      <a16:colId xmlns:a16="http://schemas.microsoft.com/office/drawing/2014/main" val="1461707530"/>
                    </a:ext>
                  </a:extLst>
                </a:gridCol>
                <a:gridCol w="1880360">
                  <a:extLst>
                    <a:ext uri="{9D8B030D-6E8A-4147-A177-3AD203B41FA5}">
                      <a16:colId xmlns:a16="http://schemas.microsoft.com/office/drawing/2014/main" val="3878346843"/>
                    </a:ext>
                  </a:extLst>
                </a:gridCol>
                <a:gridCol w="1880360">
                  <a:extLst>
                    <a:ext uri="{9D8B030D-6E8A-4147-A177-3AD203B41FA5}">
                      <a16:colId xmlns:a16="http://schemas.microsoft.com/office/drawing/2014/main" val="994726931"/>
                    </a:ext>
                  </a:extLst>
                </a:gridCol>
                <a:gridCol w="1880360">
                  <a:extLst>
                    <a:ext uri="{9D8B030D-6E8A-4147-A177-3AD203B41FA5}">
                      <a16:colId xmlns:a16="http://schemas.microsoft.com/office/drawing/2014/main" val="474260303"/>
                    </a:ext>
                  </a:extLst>
                </a:gridCol>
              </a:tblGrid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Person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Age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Income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Buys (Yes/No)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90138254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A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25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Low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No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09214984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B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30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Medium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Yes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23444936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C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35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High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Yes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74561410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D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22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Low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No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20986313"/>
                  </a:ext>
                </a:extLst>
              </a:tr>
              <a:tr h="3910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E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40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>
                          <a:effectLst/>
                        </a:rPr>
                        <a:t>High</a:t>
                      </a:r>
                      <a:endParaRPr lang="en-IN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100" dirty="0">
                          <a:effectLst/>
                        </a:rPr>
                        <a:t>Yes</a:t>
                      </a:r>
                      <a:endParaRPr lang="en-IN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7098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31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A4AB8-C883-7722-7156-6D2C9087B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E7F3D-DA8E-84C6-6E9D-AB479A97C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Step-by-Step Boosting Process:</a:t>
            </a:r>
          </a:p>
          <a:p>
            <a:r>
              <a:rPr lang="en-US" sz="2400" dirty="0"/>
              <a:t>Start with equal weights for all data points. Equal weights  means </a:t>
            </a:r>
            <a:r>
              <a:rPr lang="en-US" sz="2400" b="1" dirty="0"/>
              <a:t>each training data point is initially considered equally important</a:t>
            </a:r>
            <a:r>
              <a:rPr lang="en-US" sz="2400" dirty="0"/>
              <a:t> when training the first model.</a:t>
            </a:r>
          </a:p>
          <a:p>
            <a:r>
              <a:rPr lang="en-US" sz="2400" dirty="0"/>
              <a:t>Train a weak model (e.g., a shallow decision tree):</a:t>
            </a:r>
          </a:p>
          <a:p>
            <a:pPr lvl="1"/>
            <a:r>
              <a:rPr lang="en-US" sz="2200" dirty="0"/>
              <a:t>Suppose it </a:t>
            </a:r>
            <a:r>
              <a:rPr lang="en-US" sz="2200" b="1" dirty="0">
                <a:solidFill>
                  <a:srgbClr val="C00000"/>
                </a:solidFill>
              </a:rPr>
              <a:t>makes mistakes </a:t>
            </a:r>
            <a:r>
              <a:rPr lang="en-US" sz="2200" dirty="0"/>
              <a:t>on Person </a:t>
            </a:r>
            <a:r>
              <a:rPr lang="en-US" sz="2200" b="1" dirty="0">
                <a:solidFill>
                  <a:srgbClr val="C00000"/>
                </a:solidFill>
              </a:rPr>
              <a:t>B</a:t>
            </a:r>
            <a:r>
              <a:rPr lang="en-US" sz="2200" dirty="0"/>
              <a:t> and </a:t>
            </a:r>
            <a:r>
              <a:rPr lang="en-US" sz="2200" b="1" dirty="0">
                <a:solidFill>
                  <a:srgbClr val="C00000"/>
                </a:solidFill>
              </a:rPr>
              <a:t>E</a:t>
            </a:r>
            <a:r>
              <a:rPr lang="en-US" sz="2200" dirty="0"/>
              <a:t>.</a:t>
            </a:r>
          </a:p>
          <a:p>
            <a:r>
              <a:rPr lang="en-US" sz="2400" b="1" dirty="0"/>
              <a:t>Increase the weight </a:t>
            </a:r>
            <a:r>
              <a:rPr lang="en-US" sz="2400" dirty="0"/>
              <a:t>of those wrongly predicted examples.</a:t>
            </a:r>
          </a:p>
          <a:p>
            <a:r>
              <a:rPr lang="en-US" sz="2400" b="1" dirty="0"/>
              <a:t>Train a new model </a:t>
            </a:r>
            <a:r>
              <a:rPr lang="en-US" sz="2400" dirty="0"/>
              <a:t>focusing more on B and E.</a:t>
            </a:r>
          </a:p>
          <a:p>
            <a:r>
              <a:rPr lang="en-US" sz="2400" b="1" dirty="0"/>
              <a:t>Repeat</a:t>
            </a:r>
            <a:r>
              <a:rPr lang="en-US" sz="2400" dirty="0"/>
              <a:t> this process for a few rounds.</a:t>
            </a:r>
          </a:p>
          <a:p>
            <a:r>
              <a:rPr lang="en-US" sz="2400" dirty="0"/>
              <a:t>Combine all models’ predictions using a weighted vote or sum.</a:t>
            </a:r>
          </a:p>
          <a:p>
            <a:r>
              <a:rPr lang="en-US" sz="2400" dirty="0"/>
              <a:t>Each model gets a say — better models get more say.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6218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356C2-1B8E-30A0-567F-EC209F1E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017B-4AC5-737E-F839-55EF1D61F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🔥 Popular Boosting Algorithms:</a:t>
            </a:r>
            <a:endParaRPr lang="en-IN" sz="2800" dirty="0"/>
          </a:p>
          <a:p>
            <a:pPr marL="0" indent="0">
              <a:buNone/>
            </a:pPr>
            <a:endParaRPr lang="en-IN" sz="32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47740B-29DB-DF67-9B54-E9F4A3FE86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874667"/>
              </p:ext>
            </p:extLst>
          </p:nvPr>
        </p:nvGraphicFramePr>
        <p:xfrm>
          <a:off x="1164772" y="1354380"/>
          <a:ext cx="10047514" cy="43170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63685">
                  <a:extLst>
                    <a:ext uri="{9D8B030D-6E8A-4147-A177-3AD203B41FA5}">
                      <a16:colId xmlns:a16="http://schemas.microsoft.com/office/drawing/2014/main" val="2028551119"/>
                    </a:ext>
                  </a:extLst>
                </a:gridCol>
                <a:gridCol w="6683829">
                  <a:extLst>
                    <a:ext uri="{9D8B030D-6E8A-4147-A177-3AD203B41FA5}">
                      <a16:colId xmlns:a16="http://schemas.microsoft.com/office/drawing/2014/main" val="921452784"/>
                    </a:ext>
                  </a:extLst>
                </a:gridCol>
              </a:tblGrid>
              <a:tr h="6072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Algorithm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Description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85713344"/>
                  </a:ext>
                </a:extLst>
              </a:tr>
              <a:tr h="12476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AdaBoost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Adjusts weights of data points after every model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26867559"/>
                  </a:ext>
                </a:extLst>
              </a:tr>
              <a:tr h="6072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solidFill>
                            <a:srgbClr val="002060"/>
                          </a:solidFill>
                          <a:effectLst/>
                        </a:rPr>
                        <a:t>Gradient Boosting</a:t>
                      </a:r>
                      <a:endParaRPr lang="en-IN" sz="2800" kern="100" dirty="0">
                        <a:solidFill>
                          <a:srgbClr val="00206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Minimizes the error using gradient descent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88761180"/>
                  </a:ext>
                </a:extLst>
              </a:tr>
              <a:tr h="12476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solidFill>
                            <a:srgbClr val="002060"/>
                          </a:solidFill>
                          <a:effectLst/>
                        </a:rPr>
                        <a:t>XGBoost</a:t>
                      </a:r>
                      <a:endParaRPr lang="en-IN" sz="2800" kern="100" dirty="0">
                        <a:solidFill>
                          <a:srgbClr val="00206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A very fast and optimized version of gradient boosting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69539899"/>
                  </a:ext>
                </a:extLst>
              </a:tr>
              <a:tr h="60727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>
                          <a:effectLst/>
                        </a:rPr>
                        <a:t>LightGBM, CatBoost</a:t>
                      </a:r>
                      <a:endParaRPr lang="en-IN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800" kern="100" dirty="0">
                          <a:effectLst/>
                        </a:rPr>
                        <a:t>Other fast and efficient boosting algorithms</a:t>
                      </a:r>
                      <a:endParaRPr lang="en-IN" sz="2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1483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2895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E5E7-0B30-7E75-5FA7-F926EE25D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2E8BA-C5A0-0346-E60B-07DE8BD8F9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66057"/>
            <a:ext cx="10659110" cy="5610906"/>
          </a:xfrm>
        </p:spPr>
        <p:txBody>
          <a:bodyPr>
            <a:normAutofit fontScale="92500"/>
          </a:bodyPr>
          <a:lstStyle/>
          <a:p>
            <a:pPr marL="514350" indent="-514350">
              <a:buAutoNum type="arabicPeriod"/>
            </a:pPr>
            <a:r>
              <a:rPr lang="en-US" sz="3000" b="1" dirty="0"/>
              <a:t>Gradient Boosting Machines (GBM):</a:t>
            </a:r>
          </a:p>
          <a:p>
            <a:pPr marL="0" indent="0">
              <a:buNone/>
            </a:pPr>
            <a:r>
              <a:rPr lang="en-US" sz="2400" dirty="0"/>
              <a:t>Gradient Boosting Machine (GBM) is a powerful </a:t>
            </a:r>
            <a:r>
              <a:rPr lang="en-US" sz="2400" b="1" dirty="0">
                <a:solidFill>
                  <a:srgbClr val="C00000"/>
                </a:solidFill>
              </a:rPr>
              <a:t>boosting technique </a:t>
            </a:r>
            <a:r>
              <a:rPr lang="en-US" sz="2400" b="1" dirty="0">
                <a:solidFill>
                  <a:srgbClr val="002060"/>
                </a:solidFill>
              </a:rPr>
              <a:t>used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to build strong prediction models</a:t>
            </a:r>
            <a:r>
              <a:rPr lang="en-US" sz="2400" dirty="0"/>
              <a:t> by: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Building models </a:t>
            </a:r>
            <a:r>
              <a:rPr lang="en-US" sz="2400" b="1" dirty="0">
                <a:solidFill>
                  <a:srgbClr val="C00000"/>
                </a:solidFill>
              </a:rPr>
              <a:t>sequentially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Each model tries to </a:t>
            </a:r>
            <a:r>
              <a:rPr lang="en-US" sz="2400" b="1" dirty="0">
                <a:solidFill>
                  <a:srgbClr val="C00000"/>
                </a:solidFill>
              </a:rPr>
              <a:t>fix the errors of the previous one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It uses gradient descent to minimize the error step-by-step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What is Gradient Descent?</a:t>
            </a:r>
          </a:p>
          <a:p>
            <a:pPr marL="0" indent="0">
              <a:buNone/>
            </a:pPr>
            <a:r>
              <a:rPr lang="en-US" sz="2400" b="1" dirty="0"/>
              <a:t>Gradient Descent</a:t>
            </a:r>
            <a:r>
              <a:rPr lang="en-US" sz="2400" dirty="0"/>
              <a:t> is an </a:t>
            </a:r>
            <a:r>
              <a:rPr lang="en-US" sz="2400" b="1" dirty="0">
                <a:solidFill>
                  <a:srgbClr val="C00000"/>
                </a:solidFill>
              </a:rPr>
              <a:t>optimization algorithm </a:t>
            </a:r>
            <a:r>
              <a:rPr lang="en-US" sz="2400" dirty="0"/>
              <a:t>used to </a:t>
            </a:r>
            <a:r>
              <a:rPr lang="en-US" sz="2400" b="1" dirty="0"/>
              <a:t>minimize a loss (error) function</a:t>
            </a:r>
            <a:r>
              <a:rPr lang="en-US" sz="2400" dirty="0"/>
              <a:t> by adjusting the model's parameters (like weights in linear regression or neural networks).</a:t>
            </a:r>
          </a:p>
          <a:p>
            <a:r>
              <a:rPr lang="en-US" sz="2400" dirty="0"/>
              <a:t>We are trying to find the </a:t>
            </a:r>
            <a:r>
              <a:rPr lang="en-US" sz="2400" b="1" dirty="0">
                <a:solidFill>
                  <a:srgbClr val="C00000"/>
                </a:solidFill>
              </a:rPr>
              <a:t>best model parameters </a:t>
            </a:r>
            <a:r>
              <a:rPr lang="en-US" sz="2400" dirty="0"/>
              <a:t>that result in the least error on training data.</a:t>
            </a:r>
          </a:p>
          <a:p>
            <a:r>
              <a:rPr lang="en-US" sz="2400" dirty="0"/>
              <a:t>Gradient Descent helps by </a:t>
            </a:r>
            <a:r>
              <a:rPr lang="en-US" sz="2400" b="1" dirty="0">
                <a:solidFill>
                  <a:srgbClr val="C00000"/>
                </a:solidFill>
              </a:rPr>
              <a:t>taking small steps </a:t>
            </a:r>
            <a:r>
              <a:rPr lang="en-US" sz="2400" b="1" dirty="0">
                <a:solidFill>
                  <a:srgbClr val="002060"/>
                </a:solidFill>
              </a:rPr>
              <a:t>in the direction where the error decreases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7214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D48C-4CBC-0AD0-ED3F-EBD2E10DC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BC05C-C472-854F-6386-FA9C45CD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💡 Easy Analogy (Real-Life)</a:t>
            </a:r>
          </a:p>
          <a:p>
            <a:pPr marL="0" indent="0">
              <a:buNone/>
            </a:pPr>
            <a:r>
              <a:rPr lang="en-US" sz="2800" dirty="0"/>
              <a:t>Think of a student improving their test score:</a:t>
            </a:r>
          </a:p>
          <a:p>
            <a:pPr lvl="1"/>
            <a:r>
              <a:rPr lang="en-US" sz="2400" dirty="0"/>
              <a:t>After the first test, they check their mistakes.</a:t>
            </a:r>
          </a:p>
          <a:p>
            <a:pPr lvl="1"/>
            <a:r>
              <a:rPr lang="en-US" sz="2400" dirty="0"/>
              <a:t>They then study exactly where they went wrong, and in the next test, they do slightly better.</a:t>
            </a:r>
          </a:p>
          <a:p>
            <a:pPr lvl="1"/>
            <a:r>
              <a:rPr lang="en-US" sz="2400" dirty="0"/>
              <a:t>This process continues until the student is well-prepared.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2800" dirty="0"/>
              <a:t>📘 That’s exactly what Gradient Boosting does — it </a:t>
            </a:r>
            <a:r>
              <a:rPr lang="en-US" sz="2800" b="1" dirty="0">
                <a:solidFill>
                  <a:srgbClr val="C00000"/>
                </a:solidFill>
              </a:rPr>
              <a:t>learns from mistakes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C00000"/>
                </a:solidFill>
              </a:rPr>
              <a:t>improves gradually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Gradient Boosting</a:t>
            </a:r>
            <a:r>
              <a:rPr lang="en-US" sz="2800" dirty="0"/>
              <a:t> builds one model at a time, each one learning from the mistakes of the last. It improves slowly using gradient descent to make strong predictions.</a:t>
            </a:r>
            <a:endParaRPr lang="en-IN" sz="2800" dirty="0"/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0629577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14FCA-C56A-5AC0-B694-9EC5D6F28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B1978-EBBC-1B8F-6AFD-7FACC4AEA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GBM Works (Simple Steps)</a:t>
            </a:r>
          </a:p>
          <a:p>
            <a:pPr marL="0" indent="0">
              <a:buNone/>
            </a:pPr>
            <a:r>
              <a:rPr lang="en-US" sz="2400" dirty="0"/>
              <a:t>Let’s assume we're predicting </a:t>
            </a:r>
            <a:r>
              <a:rPr lang="en-US" sz="2400" b="1" dirty="0"/>
              <a:t>house prices</a:t>
            </a:r>
            <a:r>
              <a:rPr lang="en-US" sz="2400" dirty="0"/>
              <a:t> based on size: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23F7319-CC29-E9EB-FB2F-ED164CCAB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191240"/>
              </p:ext>
            </p:extLst>
          </p:nvPr>
        </p:nvGraphicFramePr>
        <p:xfrm>
          <a:off x="1100046" y="2023068"/>
          <a:ext cx="7445241" cy="20155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1472">
                  <a:extLst>
                    <a:ext uri="{9D8B030D-6E8A-4147-A177-3AD203B41FA5}">
                      <a16:colId xmlns:a16="http://schemas.microsoft.com/office/drawing/2014/main" val="325713911"/>
                    </a:ext>
                  </a:extLst>
                </a:gridCol>
                <a:gridCol w="2481472">
                  <a:extLst>
                    <a:ext uri="{9D8B030D-6E8A-4147-A177-3AD203B41FA5}">
                      <a16:colId xmlns:a16="http://schemas.microsoft.com/office/drawing/2014/main" val="3681354829"/>
                    </a:ext>
                  </a:extLst>
                </a:gridCol>
                <a:gridCol w="2482297">
                  <a:extLst>
                    <a:ext uri="{9D8B030D-6E8A-4147-A177-3AD203B41FA5}">
                      <a16:colId xmlns:a16="http://schemas.microsoft.com/office/drawing/2014/main" val="80017449"/>
                    </a:ext>
                  </a:extLst>
                </a:gridCol>
              </a:tblGrid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House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Size (sqft)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Price ($1000s)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7225488"/>
                  </a:ext>
                </a:extLst>
              </a:tr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1000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0690304"/>
                  </a:ext>
                </a:extLst>
              </a:tr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B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3974572"/>
                  </a:ext>
                </a:extLst>
              </a:tr>
              <a:tr h="50388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1500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150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93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43510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6017E-274C-EDB3-A487-7711CF456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06164-AFCF-38B6-3467-97D70DCA9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00743"/>
            <a:ext cx="10659110" cy="567622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800" b="1" dirty="0"/>
              <a:t>Step-by-Step Explanation of GBM:</a:t>
            </a:r>
          </a:p>
          <a:p>
            <a:pPr marL="0" indent="0">
              <a:buNone/>
            </a:pPr>
            <a:r>
              <a:rPr lang="en-US" sz="2200" b="1" dirty="0"/>
              <a:t>Step 1: Start with a weak model</a:t>
            </a:r>
          </a:p>
          <a:p>
            <a:pPr lvl="1"/>
            <a:r>
              <a:rPr lang="en-US" sz="2100" dirty="0"/>
              <a:t>A simple model (like a straight line) is created.</a:t>
            </a:r>
          </a:p>
          <a:p>
            <a:pPr lvl="1"/>
            <a:r>
              <a:rPr lang="en-US" sz="2100" dirty="0"/>
              <a:t>It may predict:</a:t>
            </a:r>
          </a:p>
          <a:p>
            <a:pPr marL="914400" lvl="2" indent="0">
              <a:buNone/>
            </a:pPr>
            <a:r>
              <a:rPr lang="en-US" sz="2300" dirty="0"/>
              <a:t>A: 90</a:t>
            </a:r>
          </a:p>
          <a:p>
            <a:pPr marL="914400" lvl="2" indent="0">
              <a:buNone/>
            </a:pPr>
            <a:r>
              <a:rPr lang="en-US" sz="2300" dirty="0"/>
              <a:t>B: 110</a:t>
            </a:r>
          </a:p>
          <a:p>
            <a:pPr marL="914400" lvl="2" indent="0">
              <a:buNone/>
            </a:pPr>
            <a:r>
              <a:rPr lang="en-US" sz="2300" dirty="0"/>
              <a:t>C: 130</a:t>
            </a:r>
          </a:p>
          <a:p>
            <a:pPr marL="0" indent="0">
              <a:buNone/>
            </a:pPr>
            <a:endParaRPr lang="en-US" sz="1200" b="1" dirty="0"/>
          </a:p>
          <a:p>
            <a:pPr marL="0" indent="0">
              <a:buNone/>
            </a:pPr>
            <a:r>
              <a:rPr lang="en-US" sz="2200" b="1" dirty="0"/>
              <a:t>Step 2: Calculate errors (residuals)</a:t>
            </a:r>
          </a:p>
          <a:p>
            <a:pPr lvl="1"/>
            <a:r>
              <a:rPr lang="en-US" sz="2100" dirty="0"/>
              <a:t>Actual – Predicted:</a:t>
            </a:r>
          </a:p>
          <a:p>
            <a:pPr marL="914400" lvl="2" indent="0">
              <a:buNone/>
            </a:pPr>
            <a:r>
              <a:rPr lang="en-US" sz="1900" dirty="0"/>
              <a:t>A: 100 – 90 = </a:t>
            </a:r>
            <a:r>
              <a:rPr lang="en-US" sz="1900" b="1" dirty="0"/>
              <a:t>+10</a:t>
            </a:r>
            <a:endParaRPr lang="en-US" sz="1900" dirty="0"/>
          </a:p>
          <a:p>
            <a:pPr marL="914400" lvl="2" indent="0">
              <a:buNone/>
            </a:pPr>
            <a:r>
              <a:rPr lang="en-US" sz="1900" dirty="0"/>
              <a:t>B: 120 – 110 = </a:t>
            </a:r>
            <a:r>
              <a:rPr lang="en-US" sz="1900" b="1" dirty="0"/>
              <a:t>+10</a:t>
            </a:r>
            <a:endParaRPr lang="en-US" sz="1900" dirty="0"/>
          </a:p>
          <a:p>
            <a:pPr marL="914400" lvl="2" indent="0">
              <a:buNone/>
            </a:pPr>
            <a:r>
              <a:rPr lang="en-US" sz="1900" dirty="0"/>
              <a:t>C: 150 – 130 = </a:t>
            </a:r>
            <a:r>
              <a:rPr lang="en-US" sz="1900" b="1" dirty="0"/>
              <a:t>+20</a:t>
            </a:r>
            <a:endParaRPr lang="en-US" sz="1900" dirty="0"/>
          </a:p>
          <a:p>
            <a:pPr lvl="1"/>
            <a:r>
              <a:rPr lang="en-US" sz="2100" dirty="0"/>
              <a:t>This is the </a:t>
            </a:r>
            <a:r>
              <a:rPr lang="en-US" sz="2100" b="1" dirty="0"/>
              <a:t>residual</a:t>
            </a:r>
            <a:r>
              <a:rPr lang="en-US" sz="2100" dirty="0"/>
              <a:t> (what the model got wrong).</a:t>
            </a:r>
          </a:p>
          <a:p>
            <a:pPr marL="0" indent="0">
              <a:buNone/>
            </a:pPr>
            <a:endParaRPr lang="en-US" sz="1300" b="1" dirty="0"/>
          </a:p>
          <a:p>
            <a:pPr marL="0" indent="0">
              <a:buNone/>
            </a:pPr>
            <a:r>
              <a:rPr lang="en-US" sz="2200" b="1" dirty="0"/>
              <a:t>Step 3: Build a new model to predict the residuals</a:t>
            </a:r>
          </a:p>
          <a:p>
            <a:pPr lvl="1"/>
            <a:r>
              <a:rPr lang="en-US" sz="2100" dirty="0"/>
              <a:t>Now, a small model is trained to predict these errors.</a:t>
            </a:r>
          </a:p>
          <a:p>
            <a:pPr lvl="1"/>
            <a:r>
              <a:rPr lang="en-US" sz="2100" dirty="0"/>
              <a:t>It predicts:</a:t>
            </a:r>
          </a:p>
          <a:p>
            <a:pPr marL="914400" lvl="2" indent="0">
              <a:buNone/>
            </a:pPr>
            <a:r>
              <a:rPr lang="en-US" sz="2100" dirty="0"/>
              <a:t>A: +8</a:t>
            </a:r>
          </a:p>
          <a:p>
            <a:pPr marL="914400" lvl="2" indent="0">
              <a:buNone/>
            </a:pPr>
            <a:r>
              <a:rPr lang="en-US" sz="2100" dirty="0"/>
              <a:t>B: +9</a:t>
            </a:r>
          </a:p>
          <a:p>
            <a:pPr marL="914400" lvl="2" indent="0">
              <a:buNone/>
            </a:pPr>
            <a:r>
              <a:rPr lang="en-US" sz="2100" dirty="0"/>
              <a:t>C: +18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581953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A3349-F54F-276E-5E17-8602E845A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Step 4: Add this correction to the previous model</a:t>
            </a:r>
          </a:p>
          <a:p>
            <a:pPr lvl="1"/>
            <a:r>
              <a:rPr lang="en-US" sz="2400" dirty="0"/>
              <a:t>Final predictions:</a:t>
            </a:r>
          </a:p>
          <a:p>
            <a:pPr marL="914400" lvl="2" indent="0">
              <a:buNone/>
            </a:pPr>
            <a:r>
              <a:rPr lang="en-US" sz="2000" dirty="0"/>
              <a:t>A: 90 + 8 = </a:t>
            </a:r>
            <a:r>
              <a:rPr lang="en-US" sz="2000" b="1" dirty="0"/>
              <a:t>98</a:t>
            </a:r>
            <a:endParaRPr lang="en-US" sz="2000" dirty="0"/>
          </a:p>
          <a:p>
            <a:pPr marL="914400" lvl="2" indent="0">
              <a:buNone/>
            </a:pPr>
            <a:r>
              <a:rPr lang="en-US" sz="2000" dirty="0"/>
              <a:t>B: 110 + 9 = </a:t>
            </a:r>
            <a:r>
              <a:rPr lang="en-US" sz="2000" b="1" dirty="0"/>
              <a:t>119</a:t>
            </a:r>
            <a:endParaRPr lang="en-US" sz="2000" dirty="0"/>
          </a:p>
          <a:p>
            <a:pPr marL="914400" lvl="2" indent="0">
              <a:buNone/>
            </a:pPr>
            <a:r>
              <a:rPr lang="en-US" sz="2000" dirty="0"/>
              <a:t>C: 130 + 18 = </a:t>
            </a:r>
            <a:r>
              <a:rPr lang="en-US" sz="2000" b="1" dirty="0"/>
              <a:t>148</a:t>
            </a:r>
            <a:endParaRPr lang="en-US" sz="2000" dirty="0"/>
          </a:p>
          <a:p>
            <a:pPr lvl="1"/>
            <a:r>
              <a:rPr lang="en-US" sz="2400" dirty="0"/>
              <a:t>This new model is </a:t>
            </a:r>
            <a:r>
              <a:rPr lang="en-US" sz="2400" b="1" dirty="0"/>
              <a:t>closer to the real answer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400" b="1" dirty="0"/>
              <a:t>Repeat:</a:t>
            </a:r>
          </a:p>
          <a:p>
            <a:pPr marL="0" indent="0">
              <a:buNone/>
            </a:pPr>
            <a:r>
              <a:rPr lang="en-US" sz="2400" dirty="0"/>
              <a:t>Repeat the process for more iterations, each time </a:t>
            </a:r>
            <a:r>
              <a:rPr lang="en-US" sz="2400" b="1" dirty="0"/>
              <a:t>correcting the errors</a:t>
            </a:r>
            <a:r>
              <a:rPr lang="en-US" sz="2400" dirty="0"/>
              <a:t> of the last step.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697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B0EEE-BD3B-A7B6-6959-1D8996C6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3F7B-0C83-2BC0-B313-7CB64827B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Why It’s Called "Gradient" Boosting?</a:t>
            </a:r>
          </a:p>
          <a:p>
            <a:r>
              <a:rPr lang="en-US" sz="2400" dirty="0"/>
              <a:t>GBM uses the </a:t>
            </a:r>
            <a:r>
              <a:rPr lang="en-US" sz="2400" b="1" dirty="0">
                <a:solidFill>
                  <a:srgbClr val="002060"/>
                </a:solidFill>
              </a:rPr>
              <a:t>idea of gradient descent</a:t>
            </a:r>
            <a:r>
              <a:rPr lang="en-US" sz="2400" dirty="0"/>
              <a:t>, just like in deep learning.</a:t>
            </a:r>
          </a:p>
          <a:p>
            <a:r>
              <a:rPr lang="en-US" sz="2400" dirty="0"/>
              <a:t>It looks at the </a:t>
            </a:r>
            <a:r>
              <a:rPr lang="en-US" sz="2400" b="1" dirty="0">
                <a:solidFill>
                  <a:srgbClr val="C00000"/>
                </a:solidFill>
              </a:rPr>
              <a:t>gradient</a:t>
            </a:r>
            <a:r>
              <a:rPr lang="en-US" sz="2400" dirty="0"/>
              <a:t> (</a:t>
            </a:r>
            <a:r>
              <a:rPr lang="en-US" sz="2400" b="1" dirty="0"/>
              <a:t>slope</a:t>
            </a:r>
            <a:r>
              <a:rPr lang="en-US" sz="2400" dirty="0"/>
              <a:t>) of the </a:t>
            </a:r>
            <a:r>
              <a:rPr lang="en-US" sz="2400" b="1" dirty="0">
                <a:solidFill>
                  <a:srgbClr val="C00000"/>
                </a:solidFill>
              </a:rPr>
              <a:t>loss function </a:t>
            </a:r>
            <a:r>
              <a:rPr lang="en-US" sz="2400" dirty="0"/>
              <a:t>(error), and moves in the </a:t>
            </a:r>
            <a:r>
              <a:rPr lang="en-US" sz="2400" b="1" dirty="0">
                <a:solidFill>
                  <a:srgbClr val="C00000"/>
                </a:solidFill>
              </a:rPr>
              <a:t>opposite direction </a:t>
            </a:r>
            <a:r>
              <a:rPr lang="en-US" sz="2400" dirty="0"/>
              <a:t>to reduce the error.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Explanation:</a:t>
            </a:r>
          </a:p>
          <a:p>
            <a:pPr marL="0" indent="0">
              <a:buNone/>
            </a:pPr>
            <a:r>
              <a:rPr lang="en-US" sz="2400" dirty="0"/>
              <a:t>Think of it like </a:t>
            </a:r>
            <a:r>
              <a:rPr lang="en-US" sz="2400" b="1" dirty="0"/>
              <a:t>climbing down a hill</a:t>
            </a:r>
            <a:r>
              <a:rPr lang="en-US" sz="2400" dirty="0"/>
              <a:t> (gradient = slope, descent = go down) to reach the lowest point (minimum error).</a:t>
            </a:r>
          </a:p>
          <a:p>
            <a:r>
              <a:rPr lang="en-US" sz="2400" dirty="0"/>
              <a:t>You are trying to find the </a:t>
            </a:r>
            <a:r>
              <a:rPr lang="en-US" sz="2400" b="1" dirty="0"/>
              <a:t>best model parameters</a:t>
            </a:r>
            <a:r>
              <a:rPr lang="en-US" sz="2400" dirty="0"/>
              <a:t> that result in the </a:t>
            </a:r>
            <a:r>
              <a:rPr lang="en-US" sz="2400" b="1" dirty="0"/>
              <a:t>least error</a:t>
            </a:r>
            <a:r>
              <a:rPr lang="en-US" sz="2400" dirty="0"/>
              <a:t> on training data.</a:t>
            </a:r>
          </a:p>
          <a:p>
            <a:r>
              <a:rPr lang="en-US" sz="2400" dirty="0"/>
              <a:t>Gradient Descent helps by taking small steps in the direction where the error decreases.</a:t>
            </a:r>
          </a:p>
          <a:p>
            <a:pPr marL="0" indent="0">
              <a:buNone/>
            </a:pPr>
            <a:r>
              <a:rPr lang="en-US" sz="2400" dirty="0"/>
              <a:t>	In simple words: “It walks downhill to reduce mistakes.”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718289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7C3D-E64D-2E02-2096-DF85267EE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13BFD-3661-64BE-8467-157553A50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2. Extreme Gradient Boosting (</a:t>
            </a:r>
            <a:r>
              <a:rPr lang="en-US" sz="2800" b="1" dirty="0" err="1"/>
              <a:t>XGBoost</a:t>
            </a:r>
            <a:r>
              <a:rPr lang="en-US" sz="2800" b="1" dirty="0"/>
              <a:t>)</a:t>
            </a:r>
          </a:p>
          <a:p>
            <a:pPr marL="0" indent="0">
              <a:buNone/>
            </a:pPr>
            <a:r>
              <a:rPr lang="en-US" sz="2400" dirty="0" err="1"/>
              <a:t>XGBoost</a:t>
            </a:r>
            <a:r>
              <a:rPr lang="en-US" sz="2400" dirty="0"/>
              <a:t> stands for </a:t>
            </a:r>
            <a:r>
              <a:rPr lang="en-US" sz="2400" b="1" dirty="0" err="1">
                <a:solidFill>
                  <a:srgbClr val="C00000"/>
                </a:solidFill>
              </a:rPr>
              <a:t>eX</a:t>
            </a:r>
            <a:r>
              <a:rPr lang="en-US" sz="2400" b="1" dirty="0">
                <a:solidFill>
                  <a:srgbClr val="C00000"/>
                </a:solidFill>
              </a:rPr>
              <a:t>**</a:t>
            </a:r>
            <a:r>
              <a:rPr lang="en-US" sz="2400" b="1" dirty="0" err="1">
                <a:solidFill>
                  <a:srgbClr val="C00000"/>
                </a:solidFill>
              </a:rPr>
              <a:t>treme</a:t>
            </a:r>
            <a:r>
              <a:rPr lang="en-US" sz="2400" b="1" dirty="0">
                <a:solidFill>
                  <a:srgbClr val="C00000"/>
                </a:solidFill>
              </a:rPr>
              <a:t> Gradient Boosting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It is an </a:t>
            </a:r>
            <a:r>
              <a:rPr lang="en-US" sz="2400" b="1" dirty="0">
                <a:solidFill>
                  <a:srgbClr val="002060"/>
                </a:solidFill>
              </a:rPr>
              <a:t>improved version of </a:t>
            </a:r>
            <a:r>
              <a:rPr lang="en-US" sz="2400" b="1" dirty="0"/>
              <a:t>Gradient Boosting </a:t>
            </a:r>
            <a:r>
              <a:rPr lang="en-US" sz="2400" dirty="0"/>
              <a:t>designed to be:</a:t>
            </a:r>
          </a:p>
          <a:p>
            <a:pPr lvl="1"/>
            <a:r>
              <a:rPr lang="en-US" sz="2400" dirty="0"/>
              <a:t>Faster</a:t>
            </a:r>
          </a:p>
          <a:p>
            <a:pPr lvl="1"/>
            <a:r>
              <a:rPr lang="en-US" sz="2400" dirty="0"/>
              <a:t>More efficient</a:t>
            </a:r>
          </a:p>
          <a:p>
            <a:pPr lvl="1"/>
            <a:r>
              <a:rPr lang="en-US" sz="2400" dirty="0"/>
              <a:t>More accurate</a:t>
            </a:r>
          </a:p>
          <a:p>
            <a:pPr lvl="1"/>
            <a:r>
              <a:rPr lang="en-US" sz="2400" dirty="0"/>
              <a:t>Scalable for large datasets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It’s widely used in real-world projects as </a:t>
            </a:r>
            <a:r>
              <a:rPr lang="en-US" sz="2400" b="1" dirty="0" err="1"/>
              <a:t>XGBoost</a:t>
            </a:r>
            <a:r>
              <a:rPr lang="en-US" sz="2400" dirty="0"/>
              <a:t> is an advanced, optimized version of gradient boosting that is </a:t>
            </a:r>
            <a:r>
              <a:rPr lang="en-US" sz="2400" b="1" dirty="0"/>
              <a:t>faster</a:t>
            </a:r>
            <a:r>
              <a:rPr lang="en-US" sz="2400" dirty="0"/>
              <a:t>, </a:t>
            </a:r>
            <a:r>
              <a:rPr lang="en-US" sz="2400" b="1" dirty="0"/>
              <a:t>smarter</a:t>
            </a:r>
            <a:r>
              <a:rPr lang="en-US" sz="2400" dirty="0"/>
              <a:t>, and often more </a:t>
            </a:r>
            <a:r>
              <a:rPr lang="en-US" sz="2400" b="1" dirty="0"/>
              <a:t>accurate</a:t>
            </a:r>
            <a:r>
              <a:rPr lang="en-US" sz="2400" dirty="0"/>
              <a:t>. It's one of the best tools in a data scientist’s toolbox.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220210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6BA4-68E1-A012-CD72-7F118A898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97421-A3A8-4407-F730-4C66F4982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Simple Analogy:</a:t>
            </a:r>
          </a:p>
          <a:p>
            <a:pPr marL="0" indent="0">
              <a:buNone/>
            </a:pPr>
            <a:r>
              <a:rPr lang="en-US" sz="2400" dirty="0"/>
              <a:t>Imagine you already know how to </a:t>
            </a:r>
            <a:r>
              <a:rPr lang="en-US" sz="2400" b="1" dirty="0">
                <a:solidFill>
                  <a:srgbClr val="C00000"/>
                </a:solidFill>
              </a:rPr>
              <a:t>learn from mistakes </a:t>
            </a:r>
            <a:r>
              <a:rPr lang="en-US" sz="2400" b="1" dirty="0"/>
              <a:t>step-by-step</a:t>
            </a:r>
            <a:r>
              <a:rPr lang="en-US" sz="2400" dirty="0"/>
              <a:t> (like </a:t>
            </a:r>
            <a:r>
              <a:rPr lang="en-US" sz="2400" b="1" dirty="0"/>
              <a:t>Gradient Boosting</a:t>
            </a:r>
            <a:r>
              <a:rPr lang="en-US" sz="2400" dirty="0"/>
              <a:t>). Now imagine:</a:t>
            </a:r>
          </a:p>
          <a:p>
            <a:pPr lvl="1"/>
            <a:r>
              <a:rPr lang="en-US" sz="2400" dirty="0"/>
              <a:t>You also </a:t>
            </a:r>
            <a:r>
              <a:rPr lang="en-US" sz="2400" b="1" dirty="0"/>
              <a:t>optimize your time</a:t>
            </a:r>
            <a:r>
              <a:rPr lang="en-US" sz="2400" dirty="0"/>
              <a:t> better ⏱️</a:t>
            </a:r>
          </a:p>
          <a:p>
            <a:pPr lvl="1"/>
            <a:r>
              <a:rPr lang="en-US" sz="2400" dirty="0"/>
              <a:t>Use </a:t>
            </a:r>
            <a:r>
              <a:rPr lang="en-US" sz="2400" b="1" dirty="0"/>
              <a:t>less memory</a:t>
            </a:r>
            <a:r>
              <a:rPr lang="en-US" sz="2400" dirty="0"/>
              <a:t> 🧠</a:t>
            </a:r>
          </a:p>
          <a:p>
            <a:pPr lvl="1"/>
            <a:r>
              <a:rPr lang="en-US" sz="2400" dirty="0"/>
              <a:t>Focus only on </a:t>
            </a:r>
            <a:r>
              <a:rPr lang="en-US" sz="2400" b="1" dirty="0"/>
              <a:t>important mistakes</a:t>
            </a:r>
            <a:r>
              <a:rPr lang="en-US" sz="2400" dirty="0"/>
              <a:t> 🧐</a:t>
            </a:r>
          </a:p>
          <a:p>
            <a:pPr lvl="1"/>
            <a:r>
              <a:rPr lang="en-US" sz="2400" dirty="0"/>
              <a:t>And do all this </a:t>
            </a:r>
            <a:r>
              <a:rPr lang="en-US" sz="2400" b="1" dirty="0"/>
              <a:t>very fast</a:t>
            </a:r>
            <a:r>
              <a:rPr lang="en-US" sz="2400" dirty="0"/>
              <a:t> 💨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That’s exactly what </a:t>
            </a:r>
            <a:r>
              <a:rPr lang="en-US" sz="2400" b="1" dirty="0" err="1">
                <a:solidFill>
                  <a:srgbClr val="C00000"/>
                </a:solidFill>
              </a:rPr>
              <a:t>XGBoost</a:t>
            </a:r>
            <a:r>
              <a:rPr lang="en-US" sz="2400" dirty="0"/>
              <a:t> does! It’s like a </a:t>
            </a:r>
            <a:r>
              <a:rPr lang="en-US" sz="2400" b="1" dirty="0">
                <a:solidFill>
                  <a:srgbClr val="C00000"/>
                </a:solidFill>
              </a:rPr>
              <a:t>supercharged version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of Gradient Boosting.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2999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81358-62D3-9A4F-01E4-B7326BF91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45820-AF18-089D-E91C-BBE5342EA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</a:t>
            </a:r>
            <a:r>
              <a:rPr lang="en-US" sz="2800" b="1" dirty="0" err="1"/>
              <a:t>XGBoost</a:t>
            </a:r>
            <a:r>
              <a:rPr lang="en-US" sz="2800" b="1" dirty="0"/>
              <a:t> Works:</a:t>
            </a:r>
          </a:p>
          <a:p>
            <a:r>
              <a:rPr lang="en-US" sz="2800" b="1" dirty="0"/>
              <a:t>Start with an initial prediction</a:t>
            </a:r>
            <a:r>
              <a:rPr lang="en-US" sz="2800" dirty="0"/>
              <a:t> (e.g., average of target values).</a:t>
            </a:r>
          </a:p>
          <a:p>
            <a:r>
              <a:rPr lang="en-US" sz="2800" b="1" dirty="0"/>
              <a:t>Calculate the gradient</a:t>
            </a:r>
            <a:r>
              <a:rPr lang="en-US" sz="2800" dirty="0"/>
              <a:t> (i.e., error) using a loss function.</a:t>
            </a:r>
          </a:p>
          <a:p>
            <a:r>
              <a:rPr lang="en-US" sz="2800" b="1" dirty="0"/>
              <a:t>Build a tree</a:t>
            </a:r>
            <a:r>
              <a:rPr lang="en-US" sz="2800" dirty="0"/>
              <a:t> to predict the gradient (error).</a:t>
            </a:r>
          </a:p>
          <a:p>
            <a:r>
              <a:rPr lang="en-US" sz="2800" b="1" dirty="0"/>
              <a:t>Add the new tree's prediction</a:t>
            </a:r>
            <a:r>
              <a:rPr lang="en-US" sz="2800" dirty="0"/>
              <a:t> to the old one.</a:t>
            </a:r>
          </a:p>
          <a:p>
            <a:r>
              <a:rPr lang="en-US" sz="2800" b="1" dirty="0"/>
              <a:t>Repeat</a:t>
            </a:r>
            <a:r>
              <a:rPr lang="en-US" sz="2800" dirty="0"/>
              <a:t> this process for several trees, each improving the result.</a:t>
            </a:r>
          </a:p>
          <a:p>
            <a:r>
              <a:rPr lang="en-US" sz="2800" b="1" dirty="0"/>
              <a:t>Apply regularization</a:t>
            </a:r>
            <a:r>
              <a:rPr lang="en-US" sz="2800" dirty="0"/>
              <a:t> to control complexity and reduce overfitting.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520928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ECFF6-2552-A8B4-48C9-5385B24C7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1F914-87FF-5C9B-EB52-C7DD6E428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94657"/>
            <a:ext cx="10659110" cy="53823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Example: Predicting House Prices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1A05C1-A51D-42D5-65DB-CB750410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937947"/>
              </p:ext>
            </p:extLst>
          </p:nvPr>
        </p:nvGraphicFramePr>
        <p:xfrm>
          <a:off x="1154475" y="1761813"/>
          <a:ext cx="8729754" cy="26904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09595">
                  <a:extLst>
                    <a:ext uri="{9D8B030D-6E8A-4147-A177-3AD203B41FA5}">
                      <a16:colId xmlns:a16="http://schemas.microsoft.com/office/drawing/2014/main" val="2714135802"/>
                    </a:ext>
                  </a:extLst>
                </a:gridCol>
                <a:gridCol w="2909595">
                  <a:extLst>
                    <a:ext uri="{9D8B030D-6E8A-4147-A177-3AD203B41FA5}">
                      <a16:colId xmlns:a16="http://schemas.microsoft.com/office/drawing/2014/main" val="834391927"/>
                    </a:ext>
                  </a:extLst>
                </a:gridCol>
                <a:gridCol w="2910564">
                  <a:extLst>
                    <a:ext uri="{9D8B030D-6E8A-4147-A177-3AD203B41FA5}">
                      <a16:colId xmlns:a16="http://schemas.microsoft.com/office/drawing/2014/main" val="3828862540"/>
                    </a:ext>
                  </a:extLst>
                </a:gridCol>
              </a:tblGrid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House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Size (sqft)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Price ($1000s)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40611452"/>
                  </a:ext>
                </a:extLst>
              </a:tr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1000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3371430"/>
                  </a:ext>
                </a:extLst>
              </a:tr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B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120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92188589"/>
                  </a:ext>
                </a:extLst>
              </a:tr>
              <a:tr h="67261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1500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150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1401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69643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D2590-4E87-DEAA-3A1E-4128875D8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 err="1"/>
              <a:t>XGBoost</a:t>
            </a:r>
            <a:r>
              <a:rPr lang="en-US" sz="2800" b="1" dirty="0"/>
              <a:t>:</a:t>
            </a:r>
          </a:p>
          <a:p>
            <a:r>
              <a:rPr lang="en-US" sz="2800" dirty="0"/>
              <a:t>Starts with a base prediction (say 120)</a:t>
            </a:r>
          </a:p>
          <a:p>
            <a:r>
              <a:rPr lang="en-US" sz="2800" dirty="0"/>
              <a:t>Calculates error for each house</a:t>
            </a:r>
          </a:p>
          <a:p>
            <a:r>
              <a:rPr lang="en-US" sz="2800" dirty="0"/>
              <a:t>Builds trees that predict the </a:t>
            </a:r>
            <a:r>
              <a:rPr lang="en-US" sz="2800" b="1" dirty="0"/>
              <a:t>error</a:t>
            </a:r>
            <a:r>
              <a:rPr lang="en-US" sz="2800" dirty="0"/>
              <a:t> (residuals)</a:t>
            </a:r>
          </a:p>
          <a:p>
            <a:r>
              <a:rPr lang="en-US" sz="2800" dirty="0"/>
              <a:t>Adds corrections step-by-step</a:t>
            </a:r>
          </a:p>
          <a:p>
            <a:r>
              <a:rPr lang="en-US" sz="2800" dirty="0"/>
              <a:t>Uses </a:t>
            </a:r>
            <a:r>
              <a:rPr lang="en-US" sz="2800" b="1" dirty="0"/>
              <a:t>regularization</a:t>
            </a:r>
            <a:r>
              <a:rPr lang="en-US" sz="2800" dirty="0"/>
              <a:t> to avoid overfitting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3796590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4CB-0AED-D64D-99DB-8A37BC5D3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0E437-6AA9-0635-D124-62473039B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21460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38175-8635-ADF3-9170-D2C8CECD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FCC03-BED4-5A78-A0B3-1D3C6B5BE5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91788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3127F-C985-6CFB-F502-91DE009C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2CE4B-7356-F1BC-8070-BACA11E2A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001421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24B8B-B3C3-C158-3C6C-F198C22F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CEF53-22ED-BA5D-D809-895FC8098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23994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0DFA2-8928-15AD-FE4B-D1A8C0A04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BE3FE-A23C-4562-9B10-31F89A237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88" y="1001485"/>
            <a:ext cx="10900568" cy="49747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Module-4: </a:t>
            </a:r>
            <a:r>
              <a:rPr lang="en-US" sz="3200" b="1" dirty="0">
                <a:solidFill>
                  <a:schemeClr val="accent3">
                    <a:lumMod val="50000"/>
                  </a:schemeClr>
                </a:solidFill>
              </a:rPr>
              <a:t>Advanced Machine Learning Techniques: </a:t>
            </a:r>
          </a:p>
          <a:p>
            <a:pPr marL="0" indent="0">
              <a:buNone/>
            </a:pPr>
            <a:r>
              <a:rPr lang="en-US" sz="3200" b="1" dirty="0"/>
              <a:t>Ensemble Methods: Bagging and Boosting</a:t>
            </a:r>
            <a:r>
              <a:rPr lang="en-US" sz="3200" dirty="0"/>
              <a:t>, </a:t>
            </a:r>
            <a:r>
              <a:rPr lang="en-US" sz="3200" b="1" dirty="0"/>
              <a:t>Gradient Boosting Machines (GBM)</a:t>
            </a:r>
            <a:r>
              <a:rPr lang="en-US" sz="3200" dirty="0"/>
              <a:t>, </a:t>
            </a:r>
            <a:r>
              <a:rPr lang="en-US" sz="3200" b="1" dirty="0"/>
              <a:t>Extreme Gradient Boosting (</a:t>
            </a:r>
            <a:r>
              <a:rPr lang="en-US" sz="3200" b="1" dirty="0" err="1"/>
              <a:t>XGBoost</a:t>
            </a:r>
            <a:r>
              <a:rPr lang="en-US" sz="3200" b="1" dirty="0"/>
              <a:t>).  </a:t>
            </a:r>
          </a:p>
          <a:p>
            <a:pPr marL="0" indent="0">
              <a:buNone/>
            </a:pPr>
            <a:r>
              <a:rPr lang="en-US" sz="3200" b="1" dirty="0"/>
              <a:t>Support Vector Machines (SVM): </a:t>
            </a:r>
            <a:r>
              <a:rPr lang="en-US" sz="3200" dirty="0"/>
              <a:t>Linear and non-linear SVM, Kernel trick, Model evaluation and tuning.  </a:t>
            </a:r>
          </a:p>
          <a:p>
            <a:pPr marL="0" indent="0">
              <a:buNone/>
            </a:pPr>
            <a:r>
              <a:rPr lang="en-US" sz="3200" b="1" dirty="0"/>
              <a:t>Neural Networks and Deep Learning: </a:t>
            </a:r>
            <a:r>
              <a:rPr lang="en-US" sz="3200" dirty="0"/>
              <a:t>Introduction to neural networks, Building and training neural networks using TensorFlow and </a:t>
            </a:r>
            <a:r>
              <a:rPr lang="en-US" sz="3200" dirty="0" err="1"/>
              <a:t>Keras</a:t>
            </a:r>
            <a:r>
              <a:rPr lang="en-US" sz="3200" dirty="0"/>
              <a:t>, Convolutional Neural Networks (CNN) and Recurrent Neural Networks (RNN). 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68041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E4E8-94F5-02CC-1170-02159D5B7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CD941-E122-8226-F9B6-9C8C5555C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32385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EA696-C682-ABAE-93CF-E71A8608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67852-AFE1-D781-CDCE-015EEE2B4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0520135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968E-E244-3F18-FECB-F3C0B6E5F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AD18F-B898-57AF-52B9-E71EB84D5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07571"/>
            <a:ext cx="10659110" cy="546939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980298274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1795</Words>
  <Application>Microsoft Office PowerPoint</Application>
  <PresentationFormat>Widescreen</PresentationFormat>
  <Paragraphs>256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Gill Sans Nova</vt:lpstr>
      <vt:lpstr>Google Sans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39</cp:revision>
  <dcterms:created xsi:type="dcterms:W3CDTF">2024-11-25T17:19:06Z</dcterms:created>
  <dcterms:modified xsi:type="dcterms:W3CDTF">2025-07-19T12:08:19Z</dcterms:modified>
</cp:coreProperties>
</file>